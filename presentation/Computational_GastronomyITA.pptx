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66"/>
  </p:notesMasterIdLst>
  <p:sldIdLst>
    <p:sldId id="256" r:id="rId3"/>
    <p:sldId id="257" r:id="rId4"/>
    <p:sldId id="265" r:id="rId5"/>
    <p:sldId id="282" r:id="rId6"/>
    <p:sldId id="317" r:id="rId7"/>
    <p:sldId id="313" r:id="rId8"/>
    <p:sldId id="314" r:id="rId9"/>
    <p:sldId id="260" r:id="rId10"/>
    <p:sldId id="315" r:id="rId11"/>
    <p:sldId id="316" r:id="rId12"/>
    <p:sldId id="312" r:id="rId13"/>
    <p:sldId id="318" r:id="rId14"/>
    <p:sldId id="262" r:id="rId15"/>
    <p:sldId id="264" r:id="rId16"/>
    <p:sldId id="319" r:id="rId17"/>
    <p:sldId id="259" r:id="rId18"/>
    <p:sldId id="258" r:id="rId19"/>
    <p:sldId id="261" r:id="rId20"/>
    <p:sldId id="263" r:id="rId21"/>
    <p:sldId id="266" r:id="rId22"/>
    <p:sldId id="267" r:id="rId23"/>
    <p:sldId id="269" r:id="rId24"/>
    <p:sldId id="270" r:id="rId25"/>
    <p:sldId id="271" r:id="rId26"/>
    <p:sldId id="272" r:id="rId27"/>
    <p:sldId id="273" r:id="rId28"/>
    <p:sldId id="274" r:id="rId29"/>
    <p:sldId id="275" r:id="rId30"/>
    <p:sldId id="276" r:id="rId31"/>
    <p:sldId id="277" r:id="rId32"/>
    <p:sldId id="278" r:id="rId33"/>
    <p:sldId id="279" r:id="rId34"/>
    <p:sldId id="280" r:id="rId35"/>
    <p:sldId id="281" r:id="rId36"/>
    <p:sldId id="311" r:id="rId37"/>
    <p:sldId id="283" r:id="rId38"/>
    <p:sldId id="284" r:id="rId39"/>
    <p:sldId id="285" r:id="rId40"/>
    <p:sldId id="286" r:id="rId41"/>
    <p:sldId id="287" r:id="rId42"/>
    <p:sldId id="288" r:id="rId43"/>
    <p:sldId id="289" r:id="rId44"/>
    <p:sldId id="290" r:id="rId45"/>
    <p:sldId id="291" r:id="rId46"/>
    <p:sldId id="292" r:id="rId47"/>
    <p:sldId id="293" r:id="rId48"/>
    <p:sldId id="294" r:id="rId49"/>
    <p:sldId id="295" r:id="rId50"/>
    <p:sldId id="296" r:id="rId51"/>
    <p:sldId id="297" r:id="rId52"/>
    <p:sldId id="298" r:id="rId53"/>
    <p:sldId id="299" r:id="rId54"/>
    <p:sldId id="300" r:id="rId55"/>
    <p:sldId id="301" r:id="rId56"/>
    <p:sldId id="302" r:id="rId57"/>
    <p:sldId id="303" r:id="rId58"/>
    <p:sldId id="304" r:id="rId59"/>
    <p:sldId id="305" r:id="rId60"/>
    <p:sldId id="306" r:id="rId61"/>
    <p:sldId id="307" r:id="rId62"/>
    <p:sldId id="308" r:id="rId63"/>
    <p:sldId id="309" r:id="rId64"/>
    <p:sldId id="310" r:id="rId65"/>
  </p:sldIdLst>
  <p:sldSz cx="9144000" cy="5143500" type="screen16x9"/>
  <p:notesSz cx="6858000" cy="9144000"/>
  <p:embeddedFontLst>
    <p:embeddedFont>
      <p:font typeface="Amatic SC" panose="00000500000000000000" pitchFamily="2" charset="-79"/>
      <p:regular r:id="rId67"/>
      <p:bold r:id="rId68"/>
    </p:embeddedFont>
    <p:embeddedFont>
      <p:font typeface="Anaheim" panose="020B0604020202020204" charset="0"/>
      <p:regular r:id="rId69"/>
      <p:bold r:id="rId70"/>
    </p:embeddedFont>
    <p:embeddedFont>
      <p:font typeface="Averia Serif Libre" panose="020B0604020202020204" charset="0"/>
      <p:regular r:id="rId71"/>
      <p:bold r:id="rId72"/>
      <p:italic r:id="rId73"/>
      <p:boldItalic r:id="rId74"/>
    </p:embeddedFont>
    <p:embeddedFont>
      <p:font typeface="Baloo 2" panose="020B0604020202020204" charset="0"/>
      <p:regular r:id="rId75"/>
      <p:bold r:id="rId76"/>
    </p:embeddedFont>
    <p:embeddedFont>
      <p:font typeface="Cambria Math" panose="02040503050406030204" pitchFamily="18" charset="0"/>
      <p:regular r:id="rId77"/>
    </p:embeddedFont>
    <p:embeddedFont>
      <p:font typeface="Nunito Light" pitchFamily="2" charset="0"/>
      <p:regular r:id="rId78"/>
      <p:italic r:id="rId79"/>
    </p:embeddedFont>
    <p:embeddedFont>
      <p:font typeface="Proxima Nova" panose="020B0604020202020204" charset="0"/>
      <p:regular r:id="rId80"/>
      <p:bold r:id="rId81"/>
      <p:italic r:id="rId82"/>
      <p:boldItalic r:id="rId83"/>
    </p:embeddedFont>
    <p:embeddedFont>
      <p:font typeface="Proxima Nova Semibold" panose="020B0604020202020204" charset="0"/>
      <p:regular r:id="rId84"/>
      <p:bold r:id="rId85"/>
      <p:boldItalic r:id="rId86"/>
    </p:embeddedFont>
    <p:embeddedFont>
      <p:font typeface="Roboto Medium" panose="02000000000000000000" pitchFamily="2" charset="0"/>
      <p:regular r:id="rId87"/>
      <p:bold r:id="rId88"/>
      <p:italic r:id="rId89"/>
      <p:boldItalic r:id="rId9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DAE659C-C952-46C8-91E4-36EE228BC025}">
  <a:tblStyle styleId="{ADAE659C-C952-46C8-91E4-36EE228BC02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9091" autoAdjust="0"/>
    <p:restoredTop sz="94660"/>
  </p:normalViewPr>
  <p:slideViewPr>
    <p:cSldViewPr snapToGrid="0">
      <p:cViewPr varScale="1">
        <p:scale>
          <a:sx n="135" d="100"/>
          <a:sy n="135" d="100"/>
        </p:scale>
        <p:origin x="1302" y="12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font" Target="fonts/font2.fntdata"/><Relationship Id="rId84" Type="http://schemas.openxmlformats.org/officeDocument/2006/relationships/font" Target="fonts/font18.fntdata"/><Relationship Id="rId89" Type="http://schemas.openxmlformats.org/officeDocument/2006/relationships/font" Target="fonts/font23.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8.fntdata"/><Relationship Id="rId79" Type="http://schemas.openxmlformats.org/officeDocument/2006/relationships/font" Target="fonts/font13.fntdata"/><Relationship Id="rId5" Type="http://schemas.openxmlformats.org/officeDocument/2006/relationships/slide" Target="slides/slide3.xml"/><Relationship Id="rId90" Type="http://schemas.openxmlformats.org/officeDocument/2006/relationships/font" Target="fonts/font24.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font" Target="fonts/font3.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6.fntdata"/><Relationship Id="rId80" Type="http://schemas.openxmlformats.org/officeDocument/2006/relationships/font" Target="fonts/font14.fntdata"/><Relationship Id="rId85" Type="http://schemas.openxmlformats.org/officeDocument/2006/relationships/font" Target="fonts/font19.fntdata"/><Relationship Id="rId93"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font" Target="fonts/font4.fntdata"/><Relationship Id="rId75" Type="http://schemas.openxmlformats.org/officeDocument/2006/relationships/font" Target="fonts/font9.fntdata"/><Relationship Id="rId83" Type="http://schemas.openxmlformats.org/officeDocument/2006/relationships/font" Target="fonts/font17.fntdata"/><Relationship Id="rId88" Type="http://schemas.openxmlformats.org/officeDocument/2006/relationships/font" Target="fonts/font22.fntdata"/><Relationship Id="rId9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font" Target="fonts/font7.fntdata"/><Relationship Id="rId78" Type="http://schemas.openxmlformats.org/officeDocument/2006/relationships/font" Target="fonts/font12.fntdata"/><Relationship Id="rId81" Type="http://schemas.openxmlformats.org/officeDocument/2006/relationships/font" Target="fonts/font15.fntdata"/><Relationship Id="rId86" Type="http://schemas.openxmlformats.org/officeDocument/2006/relationships/font" Target="fonts/font20.fntdata"/><Relationship Id="rId94"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0.fntdata"/><Relationship Id="rId7" Type="http://schemas.openxmlformats.org/officeDocument/2006/relationships/slide" Target="slides/slide5.xml"/><Relationship Id="rId71" Type="http://schemas.openxmlformats.org/officeDocument/2006/relationships/font" Target="fonts/font5.fntdata"/><Relationship Id="rId92" Type="http://schemas.openxmlformats.org/officeDocument/2006/relationships/viewProps" Target="viewProps.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notesMaster" Target="notesMasters/notesMaster1.xml"/><Relationship Id="rId87" Type="http://schemas.openxmlformats.org/officeDocument/2006/relationships/font" Target="fonts/font21.fntdata"/><Relationship Id="rId61" Type="http://schemas.openxmlformats.org/officeDocument/2006/relationships/slide" Target="slides/slide59.xml"/><Relationship Id="rId82" Type="http://schemas.openxmlformats.org/officeDocument/2006/relationships/font" Target="fonts/font16.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1.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5"/>
        <p:cNvGrpSpPr/>
        <p:nvPr/>
      </p:nvGrpSpPr>
      <p:grpSpPr>
        <a:xfrm>
          <a:off x="0" y="0"/>
          <a:ext cx="0" cy="0"/>
          <a:chOff x="0" y="0"/>
          <a:chExt cx="0" cy="0"/>
        </a:xfrm>
      </p:grpSpPr>
      <p:sp>
        <p:nvSpPr>
          <p:cNvPr id="366" name="Google Shape;366;g23d9f8ba334_0_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7" name="Google Shape;367;g23d9f8ba334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
        <p:cNvGrpSpPr/>
        <p:nvPr/>
      </p:nvGrpSpPr>
      <p:grpSpPr>
        <a:xfrm>
          <a:off x="0" y="0"/>
          <a:ext cx="0" cy="0"/>
          <a:chOff x="0" y="0"/>
          <a:chExt cx="0" cy="0"/>
        </a:xfrm>
      </p:grpSpPr>
      <p:sp>
        <p:nvSpPr>
          <p:cNvPr id="380" name="Google Shape;380;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 name="Google Shape;381;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
        <p:cNvGrpSpPr/>
        <p:nvPr/>
      </p:nvGrpSpPr>
      <p:grpSpPr>
        <a:xfrm>
          <a:off x="0" y="0"/>
          <a:ext cx="0" cy="0"/>
          <a:chOff x="0" y="0"/>
          <a:chExt cx="0" cy="0"/>
        </a:xfrm>
      </p:grpSpPr>
      <p:sp>
        <p:nvSpPr>
          <p:cNvPr id="492" name="Google Shape;492;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3" name="Google Shape;493;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p:cNvGrpSpPr/>
        <p:nvPr/>
      </p:nvGrpSpPr>
      <p:grpSpPr>
        <a:xfrm>
          <a:off x="0" y="0"/>
          <a:ext cx="0" cy="0"/>
          <a:chOff x="0" y="0"/>
          <a:chExt cx="0" cy="0"/>
        </a:xfrm>
      </p:grpSpPr>
      <p:sp>
        <p:nvSpPr>
          <p:cNvPr id="936" name="Google Shape;936;g23cfbbb9260_0_4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a:extLst>
            <a:ext uri="{FF2B5EF4-FFF2-40B4-BE49-F238E27FC236}">
              <a16:creationId xmlns:a16="http://schemas.microsoft.com/office/drawing/2014/main" id="{D4C443D1-C010-4A74-01C8-833D1C2DB510}"/>
            </a:ext>
          </a:extLst>
        </p:cNvPr>
        <p:cNvGrpSpPr/>
        <p:nvPr/>
      </p:nvGrpSpPr>
      <p:grpSpPr>
        <a:xfrm>
          <a:off x="0" y="0"/>
          <a:ext cx="0" cy="0"/>
          <a:chOff x="0" y="0"/>
          <a:chExt cx="0" cy="0"/>
        </a:xfrm>
      </p:grpSpPr>
      <p:sp>
        <p:nvSpPr>
          <p:cNvPr id="936" name="Google Shape;936;g23cfbbb9260_0_473:notes">
            <a:extLst>
              <a:ext uri="{FF2B5EF4-FFF2-40B4-BE49-F238E27FC236}">
                <a16:creationId xmlns:a16="http://schemas.microsoft.com/office/drawing/2014/main" id="{396ADD36-5EEE-8A59-3B97-7C4590705EB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a:extLst>
              <a:ext uri="{FF2B5EF4-FFF2-40B4-BE49-F238E27FC236}">
                <a16:creationId xmlns:a16="http://schemas.microsoft.com/office/drawing/2014/main" id="{430A0553-9D80-55C8-7E65-DBC535B5600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5895769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a:extLst>
            <a:ext uri="{FF2B5EF4-FFF2-40B4-BE49-F238E27FC236}">
              <a16:creationId xmlns:a16="http://schemas.microsoft.com/office/drawing/2014/main" id="{49CE6622-AE28-0BB6-541A-7F0492AD6C98}"/>
            </a:ext>
          </a:extLst>
        </p:cNvPr>
        <p:cNvGrpSpPr/>
        <p:nvPr/>
      </p:nvGrpSpPr>
      <p:grpSpPr>
        <a:xfrm>
          <a:off x="0" y="0"/>
          <a:ext cx="0" cy="0"/>
          <a:chOff x="0" y="0"/>
          <a:chExt cx="0" cy="0"/>
        </a:xfrm>
      </p:grpSpPr>
      <p:sp>
        <p:nvSpPr>
          <p:cNvPr id="936" name="Google Shape;936;g23cfbbb9260_0_473:notes">
            <a:extLst>
              <a:ext uri="{FF2B5EF4-FFF2-40B4-BE49-F238E27FC236}">
                <a16:creationId xmlns:a16="http://schemas.microsoft.com/office/drawing/2014/main" id="{5502F784-CA93-E24B-0AE4-8F163E65667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a:extLst>
              <a:ext uri="{FF2B5EF4-FFF2-40B4-BE49-F238E27FC236}">
                <a16:creationId xmlns:a16="http://schemas.microsoft.com/office/drawing/2014/main" id="{8469263F-FC9C-8BA2-C352-3541FA0299B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450449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a:extLst>
            <a:ext uri="{FF2B5EF4-FFF2-40B4-BE49-F238E27FC236}">
              <a16:creationId xmlns:a16="http://schemas.microsoft.com/office/drawing/2014/main" id="{409CD3CE-C6BD-C1D1-CE6F-EE5E2DAB7EBA}"/>
            </a:ext>
          </a:extLst>
        </p:cNvPr>
        <p:cNvGrpSpPr/>
        <p:nvPr/>
      </p:nvGrpSpPr>
      <p:grpSpPr>
        <a:xfrm>
          <a:off x="0" y="0"/>
          <a:ext cx="0" cy="0"/>
          <a:chOff x="0" y="0"/>
          <a:chExt cx="0" cy="0"/>
        </a:xfrm>
      </p:grpSpPr>
      <p:sp>
        <p:nvSpPr>
          <p:cNvPr id="936" name="Google Shape;936;g23cfbbb9260_0_473:notes">
            <a:extLst>
              <a:ext uri="{FF2B5EF4-FFF2-40B4-BE49-F238E27FC236}">
                <a16:creationId xmlns:a16="http://schemas.microsoft.com/office/drawing/2014/main" id="{264AE770-BFAC-AF29-0CBE-1CB2C6B5A64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a:extLst>
              <a:ext uri="{FF2B5EF4-FFF2-40B4-BE49-F238E27FC236}">
                <a16:creationId xmlns:a16="http://schemas.microsoft.com/office/drawing/2014/main" id="{8D2CDE0C-BEE3-44D3-F351-C17C57BA831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960670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
        <p:cNvGrpSpPr/>
        <p:nvPr/>
      </p:nvGrpSpPr>
      <p:grpSpPr>
        <a:xfrm>
          <a:off x="0" y="0"/>
          <a:ext cx="0" cy="0"/>
          <a:chOff x="0" y="0"/>
          <a:chExt cx="0" cy="0"/>
        </a:xfrm>
      </p:grpSpPr>
      <p:sp>
        <p:nvSpPr>
          <p:cNvPr id="429" name="Google Shape;429;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0" name="Google Shape;430;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
          <a:extLst>
            <a:ext uri="{FF2B5EF4-FFF2-40B4-BE49-F238E27FC236}">
              <a16:creationId xmlns:a16="http://schemas.microsoft.com/office/drawing/2014/main" id="{A17ECC01-F075-0255-9453-E59D0764DF33}"/>
            </a:ext>
          </a:extLst>
        </p:cNvPr>
        <p:cNvGrpSpPr/>
        <p:nvPr/>
      </p:nvGrpSpPr>
      <p:grpSpPr>
        <a:xfrm>
          <a:off x="0" y="0"/>
          <a:ext cx="0" cy="0"/>
          <a:chOff x="0" y="0"/>
          <a:chExt cx="0" cy="0"/>
        </a:xfrm>
      </p:grpSpPr>
      <p:sp>
        <p:nvSpPr>
          <p:cNvPr id="429" name="Google Shape;429;g14072739ea5_12_0:notes">
            <a:extLst>
              <a:ext uri="{FF2B5EF4-FFF2-40B4-BE49-F238E27FC236}">
                <a16:creationId xmlns:a16="http://schemas.microsoft.com/office/drawing/2014/main" id="{B783CDEA-80CB-2A4B-1BC4-E24D4965B08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0" name="Google Shape;430;g14072739ea5_12_0:notes">
            <a:extLst>
              <a:ext uri="{FF2B5EF4-FFF2-40B4-BE49-F238E27FC236}">
                <a16:creationId xmlns:a16="http://schemas.microsoft.com/office/drawing/2014/main" id="{D1E81338-3213-2A3A-75C1-621E5AF6934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243763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
          <a:extLst>
            <a:ext uri="{FF2B5EF4-FFF2-40B4-BE49-F238E27FC236}">
              <a16:creationId xmlns:a16="http://schemas.microsoft.com/office/drawing/2014/main" id="{DF6E417F-634C-64FC-BCD8-4C6F3514D421}"/>
            </a:ext>
          </a:extLst>
        </p:cNvPr>
        <p:cNvGrpSpPr/>
        <p:nvPr/>
      </p:nvGrpSpPr>
      <p:grpSpPr>
        <a:xfrm>
          <a:off x="0" y="0"/>
          <a:ext cx="0" cy="0"/>
          <a:chOff x="0" y="0"/>
          <a:chExt cx="0" cy="0"/>
        </a:xfrm>
      </p:grpSpPr>
      <p:sp>
        <p:nvSpPr>
          <p:cNvPr id="429" name="Google Shape;429;g14072739ea5_12_0:notes">
            <a:extLst>
              <a:ext uri="{FF2B5EF4-FFF2-40B4-BE49-F238E27FC236}">
                <a16:creationId xmlns:a16="http://schemas.microsoft.com/office/drawing/2014/main" id="{3EBD9206-7718-1BE1-1F4E-9275DAF8442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0" name="Google Shape;430;g14072739ea5_12_0:notes">
            <a:extLst>
              <a:ext uri="{FF2B5EF4-FFF2-40B4-BE49-F238E27FC236}">
                <a16:creationId xmlns:a16="http://schemas.microsoft.com/office/drawing/2014/main" id="{0DD43CE4-C96F-EDD9-88A4-2F9DC4F06D1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6541656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a:extLst>
            <a:ext uri="{FF2B5EF4-FFF2-40B4-BE49-F238E27FC236}">
              <a16:creationId xmlns:a16="http://schemas.microsoft.com/office/drawing/2014/main" id="{46BFCC64-4935-3FEB-5779-5F9385254A27}"/>
            </a:ext>
          </a:extLst>
        </p:cNvPr>
        <p:cNvGrpSpPr/>
        <p:nvPr/>
      </p:nvGrpSpPr>
      <p:grpSpPr>
        <a:xfrm>
          <a:off x="0" y="0"/>
          <a:ext cx="0" cy="0"/>
          <a:chOff x="0" y="0"/>
          <a:chExt cx="0" cy="0"/>
        </a:xfrm>
      </p:grpSpPr>
      <p:sp>
        <p:nvSpPr>
          <p:cNvPr id="936" name="Google Shape;936;g23cfbbb9260_0_473:notes">
            <a:extLst>
              <a:ext uri="{FF2B5EF4-FFF2-40B4-BE49-F238E27FC236}">
                <a16:creationId xmlns:a16="http://schemas.microsoft.com/office/drawing/2014/main" id="{FDE129B4-C170-ECFF-E93F-45A3DAA5D57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a:extLst>
              <a:ext uri="{FF2B5EF4-FFF2-40B4-BE49-F238E27FC236}">
                <a16:creationId xmlns:a16="http://schemas.microsoft.com/office/drawing/2014/main" id="{8F64F9F8-E8C9-0B4A-04EC-1AF7C803512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2964707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a:extLst>
            <a:ext uri="{FF2B5EF4-FFF2-40B4-BE49-F238E27FC236}">
              <a16:creationId xmlns:a16="http://schemas.microsoft.com/office/drawing/2014/main" id="{02A84312-848C-5D65-9925-F542B2BCA774}"/>
            </a:ext>
          </a:extLst>
        </p:cNvPr>
        <p:cNvGrpSpPr/>
        <p:nvPr/>
      </p:nvGrpSpPr>
      <p:grpSpPr>
        <a:xfrm>
          <a:off x="0" y="0"/>
          <a:ext cx="0" cy="0"/>
          <a:chOff x="0" y="0"/>
          <a:chExt cx="0" cy="0"/>
        </a:xfrm>
      </p:grpSpPr>
      <p:sp>
        <p:nvSpPr>
          <p:cNvPr id="936" name="Google Shape;936;g23cfbbb9260_0_473:notes">
            <a:extLst>
              <a:ext uri="{FF2B5EF4-FFF2-40B4-BE49-F238E27FC236}">
                <a16:creationId xmlns:a16="http://schemas.microsoft.com/office/drawing/2014/main" id="{759061BA-D453-AD21-C885-4C07A473DFF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a:extLst>
              <a:ext uri="{FF2B5EF4-FFF2-40B4-BE49-F238E27FC236}">
                <a16:creationId xmlns:a16="http://schemas.microsoft.com/office/drawing/2014/main" id="{893ECE9E-B155-D1CC-7899-2CE655B2B87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927273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7"/>
        <p:cNvGrpSpPr/>
        <p:nvPr/>
      </p:nvGrpSpPr>
      <p:grpSpPr>
        <a:xfrm>
          <a:off x="0" y="0"/>
          <a:ext cx="0" cy="0"/>
          <a:chOff x="0" y="0"/>
          <a:chExt cx="0" cy="0"/>
        </a:xfrm>
      </p:grpSpPr>
      <p:sp>
        <p:nvSpPr>
          <p:cNvPr id="448" name="Google Shape;448;g23cfbbb9260_0_4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9" name="Google Shape;449;g23cfbbb9260_0_4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
        <p:cNvGrpSpPr/>
        <p:nvPr/>
      </p:nvGrpSpPr>
      <p:grpSpPr>
        <a:xfrm>
          <a:off x="0" y="0"/>
          <a:ext cx="0" cy="0"/>
          <a:chOff x="0" y="0"/>
          <a:chExt cx="0" cy="0"/>
        </a:xfrm>
      </p:grpSpPr>
      <p:sp>
        <p:nvSpPr>
          <p:cNvPr id="466" name="Google Shape;466;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 name="Google Shape;467;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
          <a:extLst>
            <a:ext uri="{FF2B5EF4-FFF2-40B4-BE49-F238E27FC236}">
              <a16:creationId xmlns:a16="http://schemas.microsoft.com/office/drawing/2014/main" id="{A5112F00-3BC1-207C-408D-6FAE21093348}"/>
            </a:ext>
          </a:extLst>
        </p:cNvPr>
        <p:cNvGrpSpPr/>
        <p:nvPr/>
      </p:nvGrpSpPr>
      <p:grpSpPr>
        <a:xfrm>
          <a:off x="0" y="0"/>
          <a:ext cx="0" cy="0"/>
          <a:chOff x="0" y="0"/>
          <a:chExt cx="0" cy="0"/>
        </a:xfrm>
      </p:grpSpPr>
      <p:sp>
        <p:nvSpPr>
          <p:cNvPr id="466" name="Google Shape;466;g54dda1946d_6_332:notes">
            <a:extLst>
              <a:ext uri="{FF2B5EF4-FFF2-40B4-BE49-F238E27FC236}">
                <a16:creationId xmlns:a16="http://schemas.microsoft.com/office/drawing/2014/main" id="{5A1D1F12-C677-3200-D964-42448380055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 name="Google Shape;467;g54dda1946d_6_332:notes">
            <a:extLst>
              <a:ext uri="{FF2B5EF4-FFF2-40B4-BE49-F238E27FC236}">
                <a16:creationId xmlns:a16="http://schemas.microsoft.com/office/drawing/2014/main" id="{B0D86461-564D-CBC8-EDC4-E284266AD5E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958316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6"/>
        <p:cNvGrpSpPr/>
        <p:nvPr/>
      </p:nvGrpSpPr>
      <p:grpSpPr>
        <a:xfrm>
          <a:off x="0" y="0"/>
          <a:ext cx="0" cy="0"/>
          <a:chOff x="0" y="0"/>
          <a:chExt cx="0" cy="0"/>
        </a:xfrm>
      </p:grpSpPr>
      <p:sp>
        <p:nvSpPr>
          <p:cNvPr id="417" name="Google Shape;417;g23d9f8ba33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8" name="Google Shape;418;g23d9f8ba33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5"/>
        <p:cNvGrpSpPr/>
        <p:nvPr/>
      </p:nvGrpSpPr>
      <p:grpSpPr>
        <a:xfrm>
          <a:off x="0" y="0"/>
          <a:ext cx="0" cy="0"/>
          <a:chOff x="0" y="0"/>
          <a:chExt cx="0" cy="0"/>
        </a:xfrm>
      </p:grpSpPr>
      <p:sp>
        <p:nvSpPr>
          <p:cNvPr id="396" name="Google Shape;396;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7" name="Google Shape;39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
        <p:cNvGrpSpPr/>
        <p:nvPr/>
      </p:nvGrpSpPr>
      <p:grpSpPr>
        <a:xfrm>
          <a:off x="0" y="0"/>
          <a:ext cx="0" cy="0"/>
          <a:chOff x="0" y="0"/>
          <a:chExt cx="0" cy="0"/>
        </a:xfrm>
      </p:grpSpPr>
      <p:sp>
        <p:nvSpPr>
          <p:cNvPr id="437" name="Google Shape;437;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 name="Google Shape;438;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
        <p:cNvGrpSpPr/>
        <p:nvPr/>
      </p:nvGrpSpPr>
      <p:grpSpPr>
        <a:xfrm>
          <a:off x="0" y="0"/>
          <a:ext cx="0" cy="0"/>
          <a:chOff x="0" y="0"/>
          <a:chExt cx="0" cy="0"/>
        </a:xfrm>
      </p:grpSpPr>
      <p:sp>
        <p:nvSpPr>
          <p:cNvPr id="459" name="Google Shape;459;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 name="Google Shape;460;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
        <p:cNvGrpSpPr/>
        <p:nvPr/>
      </p:nvGrpSpPr>
      <p:grpSpPr>
        <a:xfrm>
          <a:off x="0" y="0"/>
          <a:ext cx="0" cy="0"/>
          <a:chOff x="0" y="0"/>
          <a:chExt cx="0" cy="0"/>
        </a:xfrm>
      </p:grpSpPr>
      <p:sp>
        <p:nvSpPr>
          <p:cNvPr id="511" name="Google Shape;511;gd5260bdd85_0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2" name="Google Shape;512;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
        <p:cNvGrpSpPr/>
        <p:nvPr/>
      </p:nvGrpSpPr>
      <p:grpSpPr>
        <a:xfrm>
          <a:off x="0" y="0"/>
          <a:ext cx="0" cy="0"/>
          <a:chOff x="0" y="0"/>
          <a:chExt cx="0" cy="0"/>
        </a:xfrm>
      </p:grpSpPr>
      <p:sp>
        <p:nvSpPr>
          <p:cNvPr id="546" name="Google Shape;546;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 name="Google Shape;547;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6"/>
        <p:cNvGrpSpPr/>
        <p:nvPr/>
      </p:nvGrpSpPr>
      <p:grpSpPr>
        <a:xfrm>
          <a:off x="0" y="0"/>
          <a:ext cx="0" cy="0"/>
          <a:chOff x="0" y="0"/>
          <a:chExt cx="0" cy="0"/>
        </a:xfrm>
      </p:grpSpPr>
      <p:sp>
        <p:nvSpPr>
          <p:cNvPr id="617" name="Google Shape;617;g54ff9c4cb4_3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8" name="Google Shape;618;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
        <p:cNvGrpSpPr/>
        <p:nvPr/>
      </p:nvGrpSpPr>
      <p:grpSpPr>
        <a:xfrm>
          <a:off x="0" y="0"/>
          <a:ext cx="0" cy="0"/>
          <a:chOff x="0" y="0"/>
          <a:chExt cx="0" cy="0"/>
        </a:xfrm>
      </p:grpSpPr>
      <p:sp>
        <p:nvSpPr>
          <p:cNvPr id="623" name="Google Shape;623;g54dda1946d_6_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4" name="Google Shape;624;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5"/>
        <p:cNvGrpSpPr/>
        <p:nvPr/>
      </p:nvGrpSpPr>
      <p:grpSpPr>
        <a:xfrm>
          <a:off x="0" y="0"/>
          <a:ext cx="0" cy="0"/>
          <a:chOff x="0" y="0"/>
          <a:chExt cx="0" cy="0"/>
        </a:xfrm>
      </p:grpSpPr>
      <p:sp>
        <p:nvSpPr>
          <p:cNvPr id="636" name="Google Shape;636;g54dda1946d_6_3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7" name="Google Shape;637;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
        <p:cNvGrpSpPr/>
        <p:nvPr/>
      </p:nvGrpSpPr>
      <p:grpSpPr>
        <a:xfrm>
          <a:off x="0" y="0"/>
          <a:ext cx="0" cy="0"/>
          <a:chOff x="0" y="0"/>
          <a:chExt cx="0" cy="0"/>
        </a:xfrm>
      </p:grpSpPr>
      <p:sp>
        <p:nvSpPr>
          <p:cNvPr id="643" name="Google Shape;643;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4" name="Google Shape;644;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
        <p:cNvGrpSpPr/>
        <p:nvPr/>
      </p:nvGrpSpPr>
      <p:grpSpPr>
        <a:xfrm>
          <a:off x="0" y="0"/>
          <a:ext cx="0" cy="0"/>
          <a:chOff x="0" y="0"/>
          <a:chExt cx="0" cy="0"/>
        </a:xfrm>
      </p:grpSpPr>
      <p:sp>
        <p:nvSpPr>
          <p:cNvPr id="650" name="Google Shape;650;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1" name="Google Shape;651;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d5260bdd85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4"/>
        <p:cNvGrpSpPr/>
        <p:nvPr/>
      </p:nvGrpSpPr>
      <p:grpSpPr>
        <a:xfrm>
          <a:off x="0" y="0"/>
          <a:ext cx="0" cy="0"/>
          <a:chOff x="0" y="0"/>
          <a:chExt cx="0" cy="0"/>
        </a:xfrm>
      </p:grpSpPr>
      <p:sp>
        <p:nvSpPr>
          <p:cNvPr id="785" name="Google Shape;785;g54dda194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6" name="Google Shape;786;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6"/>
        <p:cNvGrpSpPr/>
        <p:nvPr/>
      </p:nvGrpSpPr>
      <p:grpSpPr>
        <a:xfrm>
          <a:off x="0" y="0"/>
          <a:ext cx="0" cy="0"/>
          <a:chOff x="0" y="0"/>
          <a:chExt cx="0" cy="0"/>
        </a:xfrm>
      </p:grpSpPr>
      <p:sp>
        <p:nvSpPr>
          <p:cNvPr id="797" name="Google Shape;797;g54dda1946d_4_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8" name="Google Shape;798;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7"/>
        <p:cNvGrpSpPr/>
        <p:nvPr/>
      </p:nvGrpSpPr>
      <p:grpSpPr>
        <a:xfrm>
          <a:off x="0" y="0"/>
          <a:ext cx="0" cy="0"/>
          <a:chOff x="0" y="0"/>
          <a:chExt cx="0" cy="0"/>
        </a:xfrm>
      </p:grpSpPr>
      <p:sp>
        <p:nvSpPr>
          <p:cNvPr id="808" name="Google Shape;808;g54dda1946d_4_27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9" name="Google Shape;809;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
        <p:cNvGrpSpPr/>
        <p:nvPr/>
      </p:nvGrpSpPr>
      <p:grpSpPr>
        <a:xfrm>
          <a:off x="0" y="0"/>
          <a:ext cx="0" cy="0"/>
          <a:chOff x="0" y="0"/>
          <a:chExt cx="0" cy="0"/>
        </a:xfrm>
      </p:grpSpPr>
      <p:sp>
        <p:nvSpPr>
          <p:cNvPr id="820" name="Google Shape;820;g54dda1946d_4_2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1" name="Google Shape;821;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1"/>
        <p:cNvGrpSpPr/>
        <p:nvPr/>
      </p:nvGrpSpPr>
      <p:grpSpPr>
        <a:xfrm>
          <a:off x="0" y="0"/>
          <a:ext cx="0" cy="0"/>
          <a:chOff x="0" y="0"/>
          <a:chExt cx="0" cy="0"/>
        </a:xfrm>
      </p:grpSpPr>
      <p:sp>
        <p:nvSpPr>
          <p:cNvPr id="882" name="Google Shape;882;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 name="Google Shape;883;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8"/>
        <p:cNvGrpSpPr/>
        <p:nvPr/>
      </p:nvGrpSpPr>
      <p:grpSpPr>
        <a:xfrm>
          <a:off x="0" y="0"/>
          <a:ext cx="0" cy="0"/>
          <a:chOff x="0" y="0"/>
          <a:chExt cx="0" cy="0"/>
        </a:xfrm>
      </p:grpSpPr>
      <p:sp>
        <p:nvSpPr>
          <p:cNvPr id="909" name="Google Shape;909;g23cfbbb9260_0_4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0" name="Google Shape;910;g23cfbbb9260_0_4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6"/>
        <p:cNvGrpSpPr/>
        <p:nvPr/>
      </p:nvGrpSpPr>
      <p:grpSpPr>
        <a:xfrm>
          <a:off x="0" y="0"/>
          <a:ext cx="0" cy="0"/>
          <a:chOff x="0" y="0"/>
          <a:chExt cx="0" cy="0"/>
        </a:xfrm>
      </p:grpSpPr>
      <p:sp>
        <p:nvSpPr>
          <p:cNvPr id="917" name="Google Shape;917;g54dda1946d_4_2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8" name="Google Shape;918;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
          <a:extLst>
            <a:ext uri="{FF2B5EF4-FFF2-40B4-BE49-F238E27FC236}">
              <a16:creationId xmlns:a16="http://schemas.microsoft.com/office/drawing/2014/main" id="{2119900D-4AFD-C67D-F5FD-7850859F71C4}"/>
            </a:ext>
          </a:extLst>
        </p:cNvPr>
        <p:cNvGrpSpPr/>
        <p:nvPr/>
      </p:nvGrpSpPr>
      <p:grpSpPr>
        <a:xfrm>
          <a:off x="0" y="0"/>
          <a:ext cx="0" cy="0"/>
          <a:chOff x="0" y="0"/>
          <a:chExt cx="0" cy="0"/>
        </a:xfrm>
      </p:grpSpPr>
      <p:sp>
        <p:nvSpPr>
          <p:cNvPr id="936" name="Google Shape;936;g23cfbbb9260_0_473:notes">
            <a:extLst>
              <a:ext uri="{FF2B5EF4-FFF2-40B4-BE49-F238E27FC236}">
                <a16:creationId xmlns:a16="http://schemas.microsoft.com/office/drawing/2014/main" id="{C5E2EB54-D1A4-FF1D-A66D-D603C7256DC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7" name="Google Shape;937;g23cfbbb9260_0_473:notes">
            <a:extLst>
              <a:ext uri="{FF2B5EF4-FFF2-40B4-BE49-F238E27FC236}">
                <a16:creationId xmlns:a16="http://schemas.microsoft.com/office/drawing/2014/main" id="{2D71A7CB-90C6-E8CF-2D79-B9B3155FCE9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437241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8"/>
        <p:cNvGrpSpPr/>
        <p:nvPr/>
      </p:nvGrpSpPr>
      <p:grpSpPr>
        <a:xfrm>
          <a:off x="0" y="0"/>
          <a:ext cx="0" cy="0"/>
          <a:chOff x="0" y="0"/>
          <a:chExt cx="0" cy="0"/>
        </a:xfrm>
      </p:grpSpPr>
      <p:sp>
        <p:nvSpPr>
          <p:cNvPr id="959" name="Google Shape;959;g23cfbbb9260_0_4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0" name="Google Shape;960;g23cfbbb9260_0_4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7"/>
        <p:cNvGrpSpPr/>
        <p:nvPr/>
      </p:nvGrpSpPr>
      <p:grpSpPr>
        <a:xfrm>
          <a:off x="0" y="0"/>
          <a:ext cx="0" cy="0"/>
          <a:chOff x="0" y="0"/>
          <a:chExt cx="0" cy="0"/>
        </a:xfrm>
      </p:grpSpPr>
      <p:sp>
        <p:nvSpPr>
          <p:cNvPr id="968" name="Google Shape;968;g1e2336377bb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 name="Google Shape;969;g1e2336377bb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
        <p:cNvGrpSpPr/>
        <p:nvPr/>
      </p:nvGrpSpPr>
      <p:grpSpPr>
        <a:xfrm>
          <a:off x="0" y="0"/>
          <a:ext cx="0" cy="0"/>
          <a:chOff x="0" y="0"/>
          <a:chExt cx="0" cy="0"/>
        </a:xfrm>
      </p:grpSpPr>
      <p:sp>
        <p:nvSpPr>
          <p:cNvPr id="988" name="Google Shape;988;g1e2336377bb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 name="Google Shape;989;g1e2336377bb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
        <p:cNvGrpSpPr/>
        <p:nvPr/>
      </p:nvGrpSpPr>
      <p:grpSpPr>
        <a:xfrm>
          <a:off x="0" y="0"/>
          <a:ext cx="0" cy="0"/>
          <a:chOff x="0" y="0"/>
          <a:chExt cx="0" cy="0"/>
        </a:xfrm>
      </p:grpSpPr>
      <p:sp>
        <p:nvSpPr>
          <p:cNvPr id="1008" name="Google Shape;1008;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9" name="Google Shape;1009;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4"/>
        <p:cNvGrpSpPr/>
        <p:nvPr/>
      </p:nvGrpSpPr>
      <p:grpSpPr>
        <a:xfrm>
          <a:off x="0" y="0"/>
          <a:ext cx="0" cy="0"/>
          <a:chOff x="0" y="0"/>
          <a:chExt cx="0" cy="0"/>
        </a:xfrm>
      </p:grpSpPr>
      <p:sp>
        <p:nvSpPr>
          <p:cNvPr id="1015" name="Google Shape;1015;g54dda1946d_4_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6" name="Google Shape;1016;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
        <p:cNvGrpSpPr/>
        <p:nvPr/>
      </p:nvGrpSpPr>
      <p:grpSpPr>
        <a:xfrm>
          <a:off x="0" y="0"/>
          <a:ext cx="0" cy="0"/>
          <a:chOff x="0" y="0"/>
          <a:chExt cx="0" cy="0"/>
        </a:xfrm>
      </p:grpSpPr>
      <p:sp>
        <p:nvSpPr>
          <p:cNvPr id="1035" name="Google Shape;1035;g1e2336377bb_1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6" name="Google Shape;1036;g1e2336377bb_1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9"/>
        <p:cNvGrpSpPr/>
        <p:nvPr/>
      </p:nvGrpSpPr>
      <p:grpSpPr>
        <a:xfrm>
          <a:off x="0" y="0"/>
          <a:ext cx="0" cy="0"/>
          <a:chOff x="0" y="0"/>
          <a:chExt cx="0" cy="0"/>
        </a:xfrm>
      </p:grpSpPr>
      <p:sp>
        <p:nvSpPr>
          <p:cNvPr id="1060" name="Google Shape;1060;gd5260bdd85_0_3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1" name="Google Shape;1061;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3"/>
        <p:cNvGrpSpPr/>
        <p:nvPr/>
      </p:nvGrpSpPr>
      <p:grpSpPr>
        <a:xfrm>
          <a:off x="0" y="0"/>
          <a:ext cx="0" cy="0"/>
          <a:chOff x="0" y="0"/>
          <a:chExt cx="0" cy="0"/>
        </a:xfrm>
      </p:grpSpPr>
      <p:sp>
        <p:nvSpPr>
          <p:cNvPr id="1074" name="Google Shape;1074;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 name="Google Shape;1075;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8"/>
        <p:cNvGrpSpPr/>
        <p:nvPr/>
      </p:nvGrpSpPr>
      <p:grpSpPr>
        <a:xfrm>
          <a:off x="0" y="0"/>
          <a:ext cx="0" cy="0"/>
          <a:chOff x="0" y="0"/>
          <a:chExt cx="0" cy="0"/>
        </a:xfrm>
      </p:grpSpPr>
      <p:sp>
        <p:nvSpPr>
          <p:cNvPr id="1099" name="Google Shape;1099;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0" name="Google Shape;1100;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1"/>
        <p:cNvGrpSpPr/>
        <p:nvPr/>
      </p:nvGrpSpPr>
      <p:grpSpPr>
        <a:xfrm>
          <a:off x="0" y="0"/>
          <a:ext cx="0" cy="0"/>
          <a:chOff x="0" y="0"/>
          <a:chExt cx="0" cy="0"/>
        </a:xfrm>
      </p:grpSpPr>
      <p:sp>
        <p:nvSpPr>
          <p:cNvPr id="1112" name="Google Shape;1112;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3" name="Google Shape;1113;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7"/>
        <p:cNvGrpSpPr/>
        <p:nvPr/>
      </p:nvGrpSpPr>
      <p:grpSpPr>
        <a:xfrm>
          <a:off x="0" y="0"/>
          <a:ext cx="0" cy="0"/>
          <a:chOff x="0" y="0"/>
          <a:chExt cx="0" cy="0"/>
        </a:xfrm>
      </p:grpSpPr>
      <p:sp>
        <p:nvSpPr>
          <p:cNvPr id="1118" name="Google Shape;1118;g1e2336377bb_1_93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9" name="Google Shape;1119;g1e2336377bb_1_93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3"/>
        <p:cNvGrpSpPr/>
        <p:nvPr/>
      </p:nvGrpSpPr>
      <p:grpSpPr>
        <a:xfrm>
          <a:off x="0" y="0"/>
          <a:ext cx="0" cy="0"/>
          <a:chOff x="0" y="0"/>
          <a:chExt cx="0" cy="0"/>
        </a:xfrm>
      </p:grpSpPr>
      <p:sp>
        <p:nvSpPr>
          <p:cNvPr id="1124" name="Google Shape;1124;g1e2336377bb_1_93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5" name="Google Shape;1125;g1e2336377bb_1_93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9"/>
        <p:cNvGrpSpPr/>
        <p:nvPr/>
      </p:nvGrpSpPr>
      <p:grpSpPr>
        <a:xfrm>
          <a:off x="0" y="0"/>
          <a:ext cx="0" cy="0"/>
          <a:chOff x="0" y="0"/>
          <a:chExt cx="0" cy="0"/>
        </a:xfrm>
      </p:grpSpPr>
      <p:sp>
        <p:nvSpPr>
          <p:cNvPr id="1130" name="Google Shape;1130;g1e2336377bb_1_93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1" name="Google Shape;1131;g1e2336377bb_1_9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5"/>
        <p:cNvGrpSpPr/>
        <p:nvPr/>
      </p:nvGrpSpPr>
      <p:grpSpPr>
        <a:xfrm>
          <a:off x="0" y="0"/>
          <a:ext cx="0" cy="0"/>
          <a:chOff x="0" y="0"/>
          <a:chExt cx="0" cy="0"/>
        </a:xfrm>
      </p:grpSpPr>
      <p:sp>
        <p:nvSpPr>
          <p:cNvPr id="1156" name="Google Shape;1156;g1e2336377bb_1_93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7" name="Google Shape;1157;g1e2336377bb_1_9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1"/>
        <p:cNvGrpSpPr/>
        <p:nvPr/>
      </p:nvGrpSpPr>
      <p:grpSpPr>
        <a:xfrm>
          <a:off x="0" y="0"/>
          <a:ext cx="0" cy="0"/>
          <a:chOff x="0" y="0"/>
          <a:chExt cx="0" cy="0"/>
        </a:xfrm>
      </p:grpSpPr>
      <p:sp>
        <p:nvSpPr>
          <p:cNvPr id="1172" name="Google Shape;1172;g1e2336377bb_1_93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3" name="Google Shape;1173;g1e2336377bb_1_9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0"/>
        <p:cNvGrpSpPr/>
        <p:nvPr/>
      </p:nvGrpSpPr>
      <p:grpSpPr>
        <a:xfrm>
          <a:off x="0" y="0"/>
          <a:ext cx="0" cy="0"/>
          <a:chOff x="0" y="0"/>
          <a:chExt cx="0" cy="0"/>
        </a:xfrm>
      </p:grpSpPr>
      <p:sp>
        <p:nvSpPr>
          <p:cNvPr id="1511" name="Google Shape;1511;g1e2336377bb_1_97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2" name="Google Shape;1512;g1e2336377bb_1_97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11"/>
        <p:cNvGrpSpPr/>
        <p:nvPr/>
      </p:nvGrpSpPr>
      <p:grpSpPr>
        <a:xfrm>
          <a:off x="0" y="0"/>
          <a:ext cx="0" cy="0"/>
          <a:chOff x="0" y="0"/>
          <a:chExt cx="0" cy="0"/>
        </a:xfrm>
      </p:grpSpPr>
      <p:sp>
        <p:nvSpPr>
          <p:cNvPr id="3712" name="Google Shape;3712;g1e2336377bb_1_119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13" name="Google Shape;3713;g1e2336377bb_1_119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30"/>
        <p:cNvGrpSpPr/>
        <p:nvPr/>
      </p:nvGrpSpPr>
      <p:grpSpPr>
        <a:xfrm>
          <a:off x="0" y="0"/>
          <a:ext cx="0" cy="0"/>
          <a:chOff x="0" y="0"/>
          <a:chExt cx="0" cy="0"/>
        </a:xfrm>
      </p:grpSpPr>
      <p:sp>
        <p:nvSpPr>
          <p:cNvPr id="4131" name="Google Shape;4131;g1e2336377bb_1_123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32" name="Google Shape;4132;g1e2336377bb_1_123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00"/>
        <p:cNvGrpSpPr/>
        <p:nvPr/>
      </p:nvGrpSpPr>
      <p:grpSpPr>
        <a:xfrm>
          <a:off x="0" y="0"/>
          <a:ext cx="0" cy="0"/>
          <a:chOff x="0" y="0"/>
          <a:chExt cx="0" cy="0"/>
        </a:xfrm>
      </p:grpSpPr>
      <p:sp>
        <p:nvSpPr>
          <p:cNvPr id="4301" name="Google Shape;4301;g1e2336377bb_1_125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02" name="Google Shape;4302;g1e2336377bb_1_125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05"/>
        <p:cNvGrpSpPr/>
        <p:nvPr/>
      </p:nvGrpSpPr>
      <p:grpSpPr>
        <a:xfrm>
          <a:off x="0" y="0"/>
          <a:ext cx="0" cy="0"/>
          <a:chOff x="0" y="0"/>
          <a:chExt cx="0" cy="0"/>
        </a:xfrm>
      </p:grpSpPr>
      <p:sp>
        <p:nvSpPr>
          <p:cNvPr id="4706" name="Google Shape;4706;g1e2336377bb_1_129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07" name="Google Shape;4707;g1e2336377bb_1_129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5"/>
        <p:cNvGrpSpPr/>
        <p:nvPr/>
      </p:nvGrpSpPr>
      <p:grpSpPr>
        <a:xfrm>
          <a:off x="0" y="0"/>
          <a:ext cx="0" cy="0"/>
          <a:chOff x="0" y="0"/>
          <a:chExt cx="0" cy="0"/>
        </a:xfrm>
      </p:grpSpPr>
      <p:sp>
        <p:nvSpPr>
          <p:cNvPr id="5086" name="Google Shape;5086;g1e2336377bb_1_132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87" name="Google Shape;5087;g1e2336377bb_1_13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1"/>
        <p:cNvGrpSpPr/>
        <p:nvPr/>
      </p:nvGrpSpPr>
      <p:grpSpPr>
        <a:xfrm>
          <a:off x="0" y="0"/>
          <a:ext cx="0" cy="0"/>
          <a:chOff x="0" y="0"/>
          <a:chExt cx="0" cy="0"/>
        </a:xfrm>
      </p:grpSpPr>
      <p:sp>
        <p:nvSpPr>
          <p:cNvPr id="5512" name="Google Shape;5512;g1e2336377bb_1_137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13" name="Google Shape;5513;g1e2336377bb_1_13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72"/>
        <p:cNvGrpSpPr/>
        <p:nvPr/>
      </p:nvGrpSpPr>
      <p:grpSpPr>
        <a:xfrm>
          <a:off x="0" y="0"/>
          <a:ext cx="0" cy="0"/>
          <a:chOff x="0" y="0"/>
          <a:chExt cx="0" cy="0"/>
        </a:xfrm>
      </p:grpSpPr>
      <p:sp>
        <p:nvSpPr>
          <p:cNvPr id="5873" name="Google Shape;5873;g1e2336377bb_1_140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4" name="Google Shape;5874;g1e2336377bb_1_14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2"/>
        <p:cNvGrpSpPr/>
        <p:nvPr/>
      </p:nvGrpSpPr>
      <p:grpSpPr>
        <a:xfrm>
          <a:off x="0" y="0"/>
          <a:ext cx="0" cy="0"/>
          <a:chOff x="0" y="0"/>
          <a:chExt cx="0" cy="0"/>
        </a:xfrm>
      </p:grpSpPr>
      <p:sp>
        <p:nvSpPr>
          <p:cNvPr id="6383" name="Google Shape;6383;g1e2336377bb_1_145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84" name="Google Shape;6384;g1e2336377bb_1_145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2"/>
        <p:cNvGrpSpPr/>
        <p:nvPr/>
      </p:nvGrpSpPr>
      <p:grpSpPr>
        <a:xfrm>
          <a:off x="0" y="0"/>
          <a:ext cx="0" cy="0"/>
          <a:chOff x="0" y="0"/>
          <a:chExt cx="0" cy="0"/>
        </a:xfrm>
      </p:grpSpPr>
      <p:sp>
        <p:nvSpPr>
          <p:cNvPr id="7003" name="Google Shape;7003;g1e2336377bb_1_152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4" name="Google Shape;7004;g1e2336377bb_1_152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96"/>
        <p:cNvGrpSpPr/>
        <p:nvPr/>
      </p:nvGrpSpPr>
      <p:grpSpPr>
        <a:xfrm>
          <a:off x="0" y="0"/>
          <a:ext cx="0" cy="0"/>
          <a:chOff x="0" y="0"/>
          <a:chExt cx="0" cy="0"/>
        </a:xfrm>
      </p:grpSpPr>
      <p:sp>
        <p:nvSpPr>
          <p:cNvPr id="7597" name="Google Shape;7597;g1e2336377bb_1_158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8" name="Google Shape;7598;g1e2336377bb_1_158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17"/>
        <p:cNvGrpSpPr/>
        <p:nvPr/>
      </p:nvGrpSpPr>
      <p:grpSpPr>
        <a:xfrm>
          <a:off x="0" y="0"/>
          <a:ext cx="0" cy="0"/>
          <a:chOff x="0" y="0"/>
          <a:chExt cx="0" cy="0"/>
        </a:xfrm>
      </p:grpSpPr>
      <p:sp>
        <p:nvSpPr>
          <p:cNvPr id="7918" name="Google Shape;7918;g1e2336377bb_1_161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19" name="Google Shape;7919;g1e2336377bb_1_16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25"/>
        <p:cNvGrpSpPr/>
        <p:nvPr/>
      </p:nvGrpSpPr>
      <p:grpSpPr>
        <a:xfrm>
          <a:off x="0" y="0"/>
          <a:ext cx="0" cy="0"/>
          <a:chOff x="0" y="0"/>
          <a:chExt cx="0" cy="0"/>
        </a:xfrm>
      </p:grpSpPr>
      <p:sp>
        <p:nvSpPr>
          <p:cNvPr id="8226" name="Google Shape;8226;g1e2336377bb_1_180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27" name="Google Shape;8227;g1e2336377bb_1_180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12.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0.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9.png"/><Relationship Id="rId5" Type="http://schemas.openxmlformats.org/officeDocument/2006/relationships/image" Target="../media/image13.png"/><Relationship Id="rId4"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4.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3.png"/><Relationship Id="rId4"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1.png"/><Relationship Id="rId7" Type="http://schemas.openxmlformats.org/officeDocument/2006/relationships/image" Target="../media/image7.png"/><Relationship Id="rId2" Type="http://schemas.openxmlformats.org/officeDocument/2006/relationships/image" Target="../media/image15.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6.png"/><Relationship Id="rId4" Type="http://schemas.openxmlformats.org/officeDocument/2006/relationships/image" Target="../media/image8.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1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6.png"/><Relationship Id="rId4" Type="http://schemas.openxmlformats.org/officeDocument/2006/relationships/image" Target="../media/image2.png"/><Relationship Id="rId9"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4.png"/><Relationship Id="rId7"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2.png"/><Relationship Id="rId5" Type="http://schemas.openxmlformats.org/officeDocument/2006/relationships/image" Target="../media/image3.png"/><Relationship Id="rId4" Type="http://schemas.openxmlformats.org/officeDocument/2006/relationships/image" Target="../media/image10.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11.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3.png"/><Relationship Id="rId4" Type="http://schemas.openxmlformats.org/officeDocument/2006/relationships/image" Target="../media/image9.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2.png"/><Relationship Id="rId5" Type="http://schemas.openxmlformats.org/officeDocument/2006/relationships/image" Target="../media/image3.png"/><Relationship Id="rId4" Type="http://schemas.openxmlformats.org/officeDocument/2006/relationships/image" Target="../media/image9.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6.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9.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6" Type="http://schemas.openxmlformats.org/officeDocument/2006/relationships/image" Target="../media/image16.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16.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9.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11.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3.png"/><Relationship Id="rId4" Type="http://schemas.openxmlformats.org/officeDocument/2006/relationships/image" Target="../media/image9.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5.png"/><Relationship Id="rId4" Type="http://schemas.openxmlformats.org/officeDocument/2006/relationships/image" Target="../media/image9.png"/></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2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hyperlink" Target="http://bit.ly/2TyoMsr" TargetMode="External"/><Relationship Id="rId7" Type="http://schemas.openxmlformats.org/officeDocument/2006/relationships/image" Target="../media/image4.png"/><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6" Type="http://schemas.openxmlformats.org/officeDocument/2006/relationships/image" Target="../media/image1.png"/><Relationship Id="rId5" Type="http://schemas.openxmlformats.org/officeDocument/2006/relationships/image" Target="../media/image15.png"/><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11.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3.png"/><Relationship Id="rId4" Type="http://schemas.openxmlformats.org/officeDocument/2006/relationships/image" Target="../media/image9.pn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1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2234164" y="1623893"/>
            <a:ext cx="4675800" cy="25050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2234164" y="4128790"/>
            <a:ext cx="4675800" cy="475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1" name="Google Shape;11;p2"/>
          <p:cNvSpPr/>
          <p:nvPr/>
        </p:nvSpPr>
        <p:spPr>
          <a:xfrm>
            <a:off x="-2766597" y="-1212865"/>
            <a:ext cx="5104500" cy="7569227"/>
          </a:xfrm>
          <a:custGeom>
            <a:avLst/>
            <a:gdLst/>
            <a:ahLst/>
            <a:cxnLst/>
            <a:rect l="l" t="t" r="r" b="b"/>
            <a:pathLst>
              <a:path w="131019" h="194282" extrusionOk="0">
                <a:moveTo>
                  <a:pt x="55074" y="0"/>
                </a:moveTo>
                <a:cubicBezTo>
                  <a:pt x="27771" y="0"/>
                  <a:pt x="0" y="23822"/>
                  <a:pt x="3784" y="58539"/>
                </a:cubicBezTo>
                <a:cubicBezTo>
                  <a:pt x="5481" y="75201"/>
                  <a:pt x="14150" y="90215"/>
                  <a:pt x="16260" y="106812"/>
                </a:cubicBezTo>
                <a:cubicBezTo>
                  <a:pt x="18666" y="124380"/>
                  <a:pt x="9799" y="141043"/>
                  <a:pt x="10739" y="158562"/>
                </a:cubicBezTo>
                <a:cubicBezTo>
                  <a:pt x="10871" y="175191"/>
                  <a:pt x="23314" y="186118"/>
                  <a:pt x="38444" y="190420"/>
                </a:cubicBezTo>
                <a:cubicBezTo>
                  <a:pt x="46126" y="192918"/>
                  <a:pt x="54268" y="194282"/>
                  <a:pt x="62382" y="194282"/>
                </a:cubicBezTo>
                <a:cubicBezTo>
                  <a:pt x="71188" y="194282"/>
                  <a:pt x="79962" y="192675"/>
                  <a:pt x="88085" y="189167"/>
                </a:cubicBezTo>
                <a:cubicBezTo>
                  <a:pt x="115493" y="178603"/>
                  <a:pt x="131018" y="142889"/>
                  <a:pt x="113334" y="117623"/>
                </a:cubicBezTo>
                <a:cubicBezTo>
                  <a:pt x="107796" y="109350"/>
                  <a:pt x="98122" y="104488"/>
                  <a:pt x="93853" y="95308"/>
                </a:cubicBezTo>
                <a:cubicBezTo>
                  <a:pt x="84937" y="73322"/>
                  <a:pt x="110252" y="50891"/>
                  <a:pt x="97133" y="29268"/>
                </a:cubicBezTo>
                <a:cubicBezTo>
                  <a:pt x="88071" y="8790"/>
                  <a:pt x="71659" y="0"/>
                  <a:pt x="55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6824323" y="-263272"/>
            <a:ext cx="5062423" cy="6177965"/>
          </a:xfrm>
          <a:custGeom>
            <a:avLst/>
            <a:gdLst/>
            <a:ahLst/>
            <a:cxnLst/>
            <a:rect l="l" t="t" r="r" b="b"/>
            <a:pathLst>
              <a:path w="129939" h="158572" extrusionOk="0">
                <a:moveTo>
                  <a:pt x="92723" y="0"/>
                </a:moveTo>
                <a:cubicBezTo>
                  <a:pt x="82524" y="0"/>
                  <a:pt x="72194" y="2810"/>
                  <a:pt x="66469" y="7591"/>
                </a:cubicBezTo>
                <a:cubicBezTo>
                  <a:pt x="49345" y="24088"/>
                  <a:pt x="65909" y="51068"/>
                  <a:pt x="52905" y="69345"/>
                </a:cubicBezTo>
                <a:cubicBezTo>
                  <a:pt x="36309" y="90078"/>
                  <a:pt x="1" y="91858"/>
                  <a:pt x="10565" y="128199"/>
                </a:cubicBezTo>
                <a:cubicBezTo>
                  <a:pt x="18668" y="149286"/>
                  <a:pt x="42257" y="158571"/>
                  <a:pt x="65582" y="158571"/>
                </a:cubicBezTo>
                <a:cubicBezTo>
                  <a:pt x="79830" y="158571"/>
                  <a:pt x="93980" y="155107"/>
                  <a:pt x="104442" y="148751"/>
                </a:cubicBezTo>
                <a:cubicBezTo>
                  <a:pt x="128801" y="130902"/>
                  <a:pt x="125966" y="96193"/>
                  <a:pt x="129147" y="69213"/>
                </a:cubicBezTo>
                <a:cubicBezTo>
                  <a:pt x="129938" y="48744"/>
                  <a:pt x="129180" y="19984"/>
                  <a:pt x="116852" y="7788"/>
                </a:cubicBezTo>
                <a:cubicBezTo>
                  <a:pt x="111379" y="2379"/>
                  <a:pt x="102106" y="0"/>
                  <a:pt x="927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 name="Google Shape;13;p2"/>
          <p:cNvPicPr preferRelativeResize="0"/>
          <p:nvPr/>
        </p:nvPicPr>
        <p:blipFill>
          <a:blip r:embed="rId2">
            <a:alphaModFix/>
          </a:blip>
          <a:stretch>
            <a:fillRect/>
          </a:stretch>
        </p:blipFill>
        <p:spPr>
          <a:xfrm rot="-1136944">
            <a:off x="7701923" y="3829984"/>
            <a:ext cx="1539502" cy="1911829"/>
          </a:xfrm>
          <a:prstGeom prst="rect">
            <a:avLst/>
          </a:prstGeom>
          <a:noFill/>
          <a:ln>
            <a:noFill/>
          </a:ln>
        </p:spPr>
      </p:pic>
      <p:pic>
        <p:nvPicPr>
          <p:cNvPr id="14" name="Google Shape;14;p2"/>
          <p:cNvPicPr preferRelativeResize="0"/>
          <p:nvPr/>
        </p:nvPicPr>
        <p:blipFill>
          <a:blip r:embed="rId3">
            <a:alphaModFix/>
          </a:blip>
          <a:stretch>
            <a:fillRect/>
          </a:stretch>
        </p:blipFill>
        <p:spPr>
          <a:xfrm>
            <a:off x="-260092" y="3530642"/>
            <a:ext cx="1433000" cy="2260451"/>
          </a:xfrm>
          <a:prstGeom prst="rect">
            <a:avLst/>
          </a:prstGeom>
          <a:noFill/>
          <a:ln>
            <a:noFill/>
          </a:ln>
        </p:spPr>
      </p:pic>
      <p:pic>
        <p:nvPicPr>
          <p:cNvPr id="15" name="Google Shape;15;p2"/>
          <p:cNvPicPr preferRelativeResize="0"/>
          <p:nvPr/>
        </p:nvPicPr>
        <p:blipFill>
          <a:blip r:embed="rId4">
            <a:alphaModFix/>
          </a:blip>
          <a:stretch>
            <a:fillRect/>
          </a:stretch>
        </p:blipFill>
        <p:spPr>
          <a:xfrm rot="2268241">
            <a:off x="331244" y="2116970"/>
            <a:ext cx="297661" cy="377035"/>
          </a:xfrm>
          <a:prstGeom prst="rect">
            <a:avLst/>
          </a:prstGeom>
          <a:noFill/>
          <a:ln>
            <a:noFill/>
          </a:ln>
        </p:spPr>
      </p:pic>
      <p:pic>
        <p:nvPicPr>
          <p:cNvPr id="16" name="Google Shape;16;p2"/>
          <p:cNvPicPr preferRelativeResize="0"/>
          <p:nvPr/>
        </p:nvPicPr>
        <p:blipFill>
          <a:blip r:embed="rId5">
            <a:alphaModFix/>
          </a:blip>
          <a:stretch>
            <a:fillRect/>
          </a:stretch>
        </p:blipFill>
        <p:spPr>
          <a:xfrm>
            <a:off x="149465" y="2594506"/>
            <a:ext cx="557000" cy="1347687"/>
          </a:xfrm>
          <a:prstGeom prst="rect">
            <a:avLst/>
          </a:prstGeom>
          <a:noFill/>
          <a:ln>
            <a:noFill/>
          </a:ln>
        </p:spPr>
      </p:pic>
      <p:pic>
        <p:nvPicPr>
          <p:cNvPr id="17" name="Google Shape;17;p2"/>
          <p:cNvPicPr preferRelativeResize="0"/>
          <p:nvPr/>
        </p:nvPicPr>
        <p:blipFill>
          <a:blip r:embed="rId6">
            <a:alphaModFix/>
          </a:blip>
          <a:stretch>
            <a:fillRect/>
          </a:stretch>
        </p:blipFill>
        <p:spPr>
          <a:xfrm>
            <a:off x="8193180" y="-671007"/>
            <a:ext cx="557000" cy="2586882"/>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8"/>
        <p:cNvGrpSpPr/>
        <p:nvPr/>
      </p:nvGrpSpPr>
      <p:grpSpPr>
        <a:xfrm>
          <a:off x="0" y="0"/>
          <a:ext cx="0" cy="0"/>
          <a:chOff x="0" y="0"/>
          <a:chExt cx="0" cy="0"/>
        </a:xfrm>
      </p:grpSpPr>
      <p:sp>
        <p:nvSpPr>
          <p:cNvPr id="19" name="Google Shape;19;p3"/>
          <p:cNvSpPr/>
          <p:nvPr/>
        </p:nvSpPr>
        <p:spPr>
          <a:xfrm flipH="1">
            <a:off x="-1964087" y="207591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txBox="1">
            <a:spLocks noGrp="1"/>
          </p:cNvSpPr>
          <p:nvPr>
            <p:ph type="title"/>
          </p:nvPr>
        </p:nvSpPr>
        <p:spPr>
          <a:xfrm>
            <a:off x="1720650" y="2540475"/>
            <a:ext cx="57027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1" name="Google Shape;21;p3"/>
          <p:cNvSpPr txBox="1">
            <a:spLocks noGrp="1"/>
          </p:cNvSpPr>
          <p:nvPr>
            <p:ph type="title" idx="2" hasCustomPrompt="1"/>
          </p:nvPr>
        </p:nvSpPr>
        <p:spPr>
          <a:xfrm>
            <a:off x="4038300" y="1827966"/>
            <a:ext cx="1067400" cy="630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dk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2" name="Google Shape;22;p3"/>
          <p:cNvSpPr txBox="1">
            <a:spLocks noGrp="1"/>
          </p:cNvSpPr>
          <p:nvPr>
            <p:ph type="subTitle" idx="1"/>
          </p:nvPr>
        </p:nvSpPr>
        <p:spPr>
          <a:xfrm>
            <a:off x="1720650" y="3293200"/>
            <a:ext cx="5702700" cy="37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3" name="Google Shape;23;p3"/>
          <p:cNvSpPr/>
          <p:nvPr/>
        </p:nvSpPr>
        <p:spPr>
          <a:xfrm flipH="1">
            <a:off x="5429010" y="-1590046"/>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 name="Google Shape;24;p3"/>
          <p:cNvPicPr preferRelativeResize="0"/>
          <p:nvPr/>
        </p:nvPicPr>
        <p:blipFill>
          <a:blip r:embed="rId2">
            <a:alphaModFix/>
          </a:blip>
          <a:stretch>
            <a:fillRect/>
          </a:stretch>
        </p:blipFill>
        <p:spPr>
          <a:xfrm rot="1136945" flipH="1">
            <a:off x="-240423" y="3592785"/>
            <a:ext cx="1712572" cy="2126756"/>
          </a:xfrm>
          <a:prstGeom prst="rect">
            <a:avLst/>
          </a:prstGeom>
          <a:noFill/>
          <a:ln>
            <a:noFill/>
          </a:ln>
        </p:spPr>
      </p:pic>
      <p:pic>
        <p:nvPicPr>
          <p:cNvPr id="25" name="Google Shape;25;p3"/>
          <p:cNvPicPr preferRelativeResize="0"/>
          <p:nvPr/>
        </p:nvPicPr>
        <p:blipFill>
          <a:blip r:embed="rId3">
            <a:alphaModFix/>
          </a:blip>
          <a:stretch>
            <a:fillRect/>
          </a:stretch>
        </p:blipFill>
        <p:spPr>
          <a:xfrm flipH="1">
            <a:off x="1180760" y="3631837"/>
            <a:ext cx="894600" cy="2552764"/>
          </a:xfrm>
          <a:prstGeom prst="rect">
            <a:avLst/>
          </a:prstGeom>
          <a:noFill/>
          <a:ln>
            <a:noFill/>
          </a:ln>
        </p:spPr>
      </p:pic>
      <p:pic>
        <p:nvPicPr>
          <p:cNvPr id="26" name="Google Shape;26;p3"/>
          <p:cNvPicPr preferRelativeResize="0"/>
          <p:nvPr/>
        </p:nvPicPr>
        <p:blipFill>
          <a:blip r:embed="rId4">
            <a:alphaModFix/>
          </a:blip>
          <a:stretch>
            <a:fillRect/>
          </a:stretch>
        </p:blipFill>
        <p:spPr>
          <a:xfrm flipH="1">
            <a:off x="2075350" y="4548000"/>
            <a:ext cx="375620" cy="475800"/>
          </a:xfrm>
          <a:prstGeom prst="rect">
            <a:avLst/>
          </a:prstGeom>
          <a:noFill/>
          <a:ln>
            <a:noFill/>
          </a:ln>
        </p:spPr>
      </p:pic>
      <p:pic>
        <p:nvPicPr>
          <p:cNvPr id="27" name="Google Shape;27;p3"/>
          <p:cNvPicPr preferRelativeResize="0"/>
          <p:nvPr/>
        </p:nvPicPr>
        <p:blipFill>
          <a:blip r:embed="rId5">
            <a:alphaModFix/>
          </a:blip>
          <a:stretch>
            <a:fillRect/>
          </a:stretch>
        </p:blipFill>
        <p:spPr>
          <a:xfrm>
            <a:off x="7423467" y="-465577"/>
            <a:ext cx="2014625" cy="2167358"/>
          </a:xfrm>
          <a:prstGeom prst="rect">
            <a:avLst/>
          </a:prstGeom>
          <a:noFill/>
          <a:ln>
            <a:noFill/>
          </a:ln>
        </p:spPr>
      </p:pic>
      <p:pic>
        <p:nvPicPr>
          <p:cNvPr id="28" name="Google Shape;28;p3"/>
          <p:cNvPicPr preferRelativeResize="0"/>
          <p:nvPr/>
        </p:nvPicPr>
        <p:blipFill>
          <a:blip r:embed="rId6">
            <a:alphaModFix/>
          </a:blip>
          <a:stretch>
            <a:fillRect/>
          </a:stretch>
        </p:blipFill>
        <p:spPr>
          <a:xfrm>
            <a:off x="8223455" y="1603734"/>
            <a:ext cx="894600" cy="1313058"/>
          </a:xfrm>
          <a:prstGeom prst="rect">
            <a:avLst/>
          </a:prstGeom>
          <a:noFill/>
          <a:ln>
            <a:noFill/>
          </a:ln>
        </p:spPr>
      </p:pic>
      <p:pic>
        <p:nvPicPr>
          <p:cNvPr id="29" name="Google Shape;29;p3"/>
          <p:cNvPicPr preferRelativeResize="0"/>
          <p:nvPr/>
        </p:nvPicPr>
        <p:blipFill>
          <a:blip r:embed="rId7">
            <a:alphaModFix/>
          </a:blip>
          <a:stretch>
            <a:fillRect/>
          </a:stretch>
        </p:blipFill>
        <p:spPr>
          <a:xfrm rot="2268235">
            <a:off x="472999" y="345879"/>
            <a:ext cx="480451" cy="608566"/>
          </a:xfrm>
          <a:prstGeom prst="rect">
            <a:avLst/>
          </a:prstGeom>
          <a:noFill/>
          <a:ln>
            <a:noFill/>
          </a:ln>
        </p:spPr>
      </p:pic>
      <p:pic>
        <p:nvPicPr>
          <p:cNvPr id="30" name="Google Shape;30;p3"/>
          <p:cNvPicPr preferRelativeResize="0"/>
          <p:nvPr/>
        </p:nvPicPr>
        <p:blipFill>
          <a:blip r:embed="rId4">
            <a:alphaModFix/>
          </a:blip>
          <a:stretch>
            <a:fillRect/>
          </a:stretch>
        </p:blipFill>
        <p:spPr>
          <a:xfrm>
            <a:off x="8181748" y="4224275"/>
            <a:ext cx="498059" cy="63090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1"/>
        <p:cNvGrpSpPr/>
        <p:nvPr/>
      </p:nvGrpSpPr>
      <p:grpSpPr>
        <a:xfrm>
          <a:off x="0" y="0"/>
          <a:ext cx="0" cy="0"/>
          <a:chOff x="0" y="0"/>
          <a:chExt cx="0" cy="0"/>
        </a:xfrm>
      </p:grpSpPr>
      <p:sp>
        <p:nvSpPr>
          <p:cNvPr id="32" name="Google Shape;32;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 name="Google Shape;33;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4"/>
        <p:cNvGrpSpPr/>
        <p:nvPr/>
      </p:nvGrpSpPr>
      <p:grpSpPr>
        <a:xfrm>
          <a:off x="0" y="0"/>
          <a:ext cx="0" cy="0"/>
          <a:chOff x="0" y="0"/>
          <a:chExt cx="0" cy="0"/>
        </a:xfrm>
      </p:grpSpPr>
      <p:sp>
        <p:nvSpPr>
          <p:cNvPr id="35" name="Google Shape;35;p5"/>
          <p:cNvSpPr txBox="1">
            <a:spLocks noGrp="1"/>
          </p:cNvSpPr>
          <p:nvPr>
            <p:ph type="title"/>
          </p:nvPr>
        </p:nvSpPr>
        <p:spPr>
          <a:xfrm>
            <a:off x="1421175" y="445025"/>
            <a:ext cx="6301800" cy="12453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 name="Google Shape;36;p5"/>
          <p:cNvSpPr txBox="1">
            <a:spLocks noGrp="1"/>
          </p:cNvSpPr>
          <p:nvPr>
            <p:ph type="subTitle" idx="1"/>
          </p:nvPr>
        </p:nvSpPr>
        <p:spPr>
          <a:xfrm>
            <a:off x="4923137" y="3167133"/>
            <a:ext cx="25056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 name="Google Shape;37;p5"/>
          <p:cNvSpPr txBox="1">
            <a:spLocks noGrp="1"/>
          </p:cNvSpPr>
          <p:nvPr>
            <p:ph type="subTitle" idx="2"/>
          </p:nvPr>
        </p:nvSpPr>
        <p:spPr>
          <a:xfrm>
            <a:off x="1715263" y="3167133"/>
            <a:ext cx="25056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 name="Google Shape;38;p5"/>
          <p:cNvSpPr txBox="1">
            <a:spLocks noGrp="1"/>
          </p:cNvSpPr>
          <p:nvPr>
            <p:ph type="subTitle" idx="3"/>
          </p:nvPr>
        </p:nvSpPr>
        <p:spPr>
          <a:xfrm>
            <a:off x="1715263" y="2686515"/>
            <a:ext cx="25056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39" name="Google Shape;39;p5"/>
          <p:cNvSpPr txBox="1">
            <a:spLocks noGrp="1"/>
          </p:cNvSpPr>
          <p:nvPr>
            <p:ph type="subTitle" idx="4"/>
          </p:nvPr>
        </p:nvSpPr>
        <p:spPr>
          <a:xfrm>
            <a:off x="4923137" y="2686515"/>
            <a:ext cx="25056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40" name="Google Shape;40;p5"/>
          <p:cNvSpPr/>
          <p:nvPr/>
        </p:nvSpPr>
        <p:spPr>
          <a:xfrm flipH="1">
            <a:off x="-1964087"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1" name="Google Shape;41;p5"/>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42" name="Google Shape;42;p5"/>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pic>
        <p:nvPicPr>
          <p:cNvPr id="43" name="Google Shape;43;p5"/>
          <p:cNvPicPr preferRelativeResize="0"/>
          <p:nvPr/>
        </p:nvPicPr>
        <p:blipFill>
          <a:blip r:embed="rId4">
            <a:alphaModFix/>
          </a:blip>
          <a:stretch>
            <a:fillRect/>
          </a:stretch>
        </p:blipFill>
        <p:spPr>
          <a:xfrm>
            <a:off x="-408125" y="1085777"/>
            <a:ext cx="1114601" cy="2506447"/>
          </a:xfrm>
          <a:prstGeom prst="rect">
            <a:avLst/>
          </a:prstGeom>
          <a:noFill/>
          <a:ln>
            <a:noFill/>
          </a:ln>
        </p:spPr>
      </p:pic>
      <p:sp>
        <p:nvSpPr>
          <p:cNvPr id="44" name="Google Shape;44;p5"/>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5" name="Google Shape;45;p5"/>
          <p:cNvPicPr preferRelativeResize="0"/>
          <p:nvPr/>
        </p:nvPicPr>
        <p:blipFill>
          <a:blip r:embed="rId5">
            <a:alphaModFix/>
          </a:blip>
          <a:stretch>
            <a:fillRect/>
          </a:stretch>
        </p:blipFill>
        <p:spPr>
          <a:xfrm rot="-4562926">
            <a:off x="8024748" y="-286126"/>
            <a:ext cx="812053" cy="1191891"/>
          </a:xfrm>
          <a:prstGeom prst="rect">
            <a:avLst/>
          </a:prstGeom>
          <a:noFill/>
          <a:ln>
            <a:noFill/>
          </a:ln>
        </p:spPr>
      </p:pic>
      <p:pic>
        <p:nvPicPr>
          <p:cNvPr id="46" name="Google Shape;46;p5"/>
          <p:cNvPicPr preferRelativeResize="0"/>
          <p:nvPr/>
        </p:nvPicPr>
        <p:blipFill>
          <a:blip r:embed="rId6">
            <a:alphaModFix/>
          </a:blip>
          <a:stretch>
            <a:fillRect/>
          </a:stretch>
        </p:blipFill>
        <p:spPr>
          <a:xfrm rot="2268240">
            <a:off x="8322104" y="4299089"/>
            <a:ext cx="481442" cy="609821"/>
          </a:xfrm>
          <a:prstGeom prst="rect">
            <a:avLst/>
          </a:prstGeom>
          <a:noFill/>
          <a:ln>
            <a:noFill/>
          </a:ln>
        </p:spPr>
      </p:pic>
      <p:pic>
        <p:nvPicPr>
          <p:cNvPr id="47" name="Google Shape;47;p5"/>
          <p:cNvPicPr preferRelativeResize="0"/>
          <p:nvPr/>
        </p:nvPicPr>
        <p:blipFill>
          <a:blip r:embed="rId7">
            <a:alphaModFix/>
          </a:blip>
          <a:stretch>
            <a:fillRect/>
          </a:stretch>
        </p:blipFill>
        <p:spPr>
          <a:xfrm rot="878763">
            <a:off x="8537324" y="204383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8"/>
        <p:cNvGrpSpPr/>
        <p:nvPr/>
      </p:nvGrpSpPr>
      <p:grpSpPr>
        <a:xfrm>
          <a:off x="0" y="0"/>
          <a:ext cx="0" cy="0"/>
          <a:chOff x="0" y="0"/>
          <a:chExt cx="0" cy="0"/>
        </a:xfrm>
      </p:grpSpPr>
      <p:sp>
        <p:nvSpPr>
          <p:cNvPr id="49" name="Google Shape;49;p6"/>
          <p:cNvSpPr/>
          <p:nvPr/>
        </p:nvSpPr>
        <p:spPr>
          <a:xfrm rot="-5400000">
            <a:off x="-1712742" y="4383908"/>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pic>
        <p:nvPicPr>
          <p:cNvPr id="51" name="Google Shape;51;p6"/>
          <p:cNvPicPr preferRelativeResize="0"/>
          <p:nvPr/>
        </p:nvPicPr>
        <p:blipFill>
          <a:blip r:embed="rId2">
            <a:alphaModFix/>
          </a:blip>
          <a:stretch>
            <a:fillRect/>
          </a:stretch>
        </p:blipFill>
        <p:spPr>
          <a:xfrm rot="2534561">
            <a:off x="-236417" y="3972142"/>
            <a:ext cx="1432999" cy="2260451"/>
          </a:xfrm>
          <a:prstGeom prst="rect">
            <a:avLst/>
          </a:prstGeom>
          <a:noFill/>
          <a:ln>
            <a:noFill/>
          </a:ln>
        </p:spPr>
      </p:pic>
      <p:sp>
        <p:nvSpPr>
          <p:cNvPr id="52" name="Google Shape;52;p6"/>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3" name="Google Shape;53;p6"/>
          <p:cNvPicPr preferRelativeResize="0"/>
          <p:nvPr/>
        </p:nvPicPr>
        <p:blipFill>
          <a:blip r:embed="rId3">
            <a:alphaModFix/>
          </a:blip>
          <a:stretch>
            <a:fillRect/>
          </a:stretch>
        </p:blipFill>
        <p:spPr>
          <a:xfrm rot="-4562926">
            <a:off x="8024748" y="-286126"/>
            <a:ext cx="812053" cy="1191891"/>
          </a:xfrm>
          <a:prstGeom prst="rect">
            <a:avLst/>
          </a:prstGeom>
          <a:noFill/>
          <a:ln>
            <a:noFill/>
          </a:ln>
        </p:spPr>
      </p:pic>
      <p:pic>
        <p:nvPicPr>
          <p:cNvPr id="54" name="Google Shape;54;p6"/>
          <p:cNvPicPr preferRelativeResize="0"/>
          <p:nvPr/>
        </p:nvPicPr>
        <p:blipFill>
          <a:blip r:embed="rId4">
            <a:alphaModFix/>
          </a:blip>
          <a:stretch>
            <a:fillRect/>
          </a:stretch>
        </p:blipFill>
        <p:spPr>
          <a:xfrm rot="2023080">
            <a:off x="8390050" y="969609"/>
            <a:ext cx="750251" cy="1024631"/>
          </a:xfrm>
          <a:prstGeom prst="rect">
            <a:avLst/>
          </a:prstGeom>
          <a:noFill/>
          <a:ln>
            <a:noFill/>
          </a:ln>
        </p:spPr>
      </p:pic>
      <p:pic>
        <p:nvPicPr>
          <p:cNvPr id="55" name="Google Shape;55;p6"/>
          <p:cNvPicPr preferRelativeResize="0"/>
          <p:nvPr/>
        </p:nvPicPr>
        <p:blipFill>
          <a:blip r:embed="rId5">
            <a:alphaModFix/>
          </a:blip>
          <a:stretch>
            <a:fillRect/>
          </a:stretch>
        </p:blipFill>
        <p:spPr>
          <a:xfrm rot="2268241">
            <a:off x="488194" y="4427912"/>
            <a:ext cx="297661" cy="377035"/>
          </a:xfrm>
          <a:prstGeom prst="rect">
            <a:avLst/>
          </a:prstGeom>
          <a:noFill/>
          <a:ln>
            <a:noFill/>
          </a:ln>
        </p:spPr>
      </p:pic>
      <p:pic>
        <p:nvPicPr>
          <p:cNvPr id="56" name="Google Shape;56;p6"/>
          <p:cNvPicPr preferRelativeResize="0"/>
          <p:nvPr/>
        </p:nvPicPr>
        <p:blipFill>
          <a:blip r:embed="rId6">
            <a:alphaModFix/>
          </a:blip>
          <a:stretch>
            <a:fillRect/>
          </a:stretch>
        </p:blipFill>
        <p:spPr>
          <a:xfrm rot="317342" flipH="1">
            <a:off x="58165" y="3422457"/>
            <a:ext cx="557000" cy="134768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7"/>
        <p:cNvGrpSpPr/>
        <p:nvPr/>
      </p:nvGrpSpPr>
      <p:grpSpPr>
        <a:xfrm>
          <a:off x="0" y="0"/>
          <a:ext cx="0" cy="0"/>
          <a:chOff x="0" y="0"/>
          <a:chExt cx="0" cy="0"/>
        </a:xfrm>
      </p:grpSpPr>
      <p:sp>
        <p:nvSpPr>
          <p:cNvPr id="58" name="Google Shape;58;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9" name="Google Shape;59;p7"/>
          <p:cNvSpPr txBox="1">
            <a:spLocks noGrp="1"/>
          </p:cNvSpPr>
          <p:nvPr>
            <p:ph type="subTitle" idx="1"/>
          </p:nvPr>
        </p:nvSpPr>
        <p:spPr>
          <a:xfrm>
            <a:off x="1128438" y="1919200"/>
            <a:ext cx="3630600" cy="192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2"/>
              </a:buClr>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sp>
        <p:nvSpPr>
          <p:cNvPr id="60" name="Google Shape;60;p7"/>
          <p:cNvSpPr>
            <a:spLocks noGrp="1"/>
          </p:cNvSpPr>
          <p:nvPr>
            <p:ph type="pic" idx="2"/>
          </p:nvPr>
        </p:nvSpPr>
        <p:spPr>
          <a:xfrm>
            <a:off x="4759038" y="1253900"/>
            <a:ext cx="3256500" cy="3256500"/>
          </a:xfrm>
          <a:prstGeom prst="ellipse">
            <a:avLst/>
          </a:prstGeom>
          <a:noFill/>
          <a:ln>
            <a:noFill/>
          </a:ln>
        </p:spPr>
        <p:txBody>
          <a:bodyPr/>
          <a:lstStyle/>
          <a:p>
            <a:endParaRPr lang="en-US"/>
          </a:p>
        </p:txBody>
      </p:sp>
      <p:sp>
        <p:nvSpPr>
          <p:cNvPr id="61" name="Google Shape;61;p7"/>
          <p:cNvSpPr/>
          <p:nvPr/>
        </p:nvSpPr>
        <p:spPr>
          <a:xfrm rot="5400000" flipH="1">
            <a:off x="7351940" y="4171533"/>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2" name="Google Shape;62;p7"/>
          <p:cNvPicPr preferRelativeResize="0"/>
          <p:nvPr/>
        </p:nvPicPr>
        <p:blipFill>
          <a:blip r:embed="rId2">
            <a:alphaModFix/>
          </a:blip>
          <a:stretch>
            <a:fillRect/>
          </a:stretch>
        </p:blipFill>
        <p:spPr>
          <a:xfrm rot="-2534561" flipH="1">
            <a:off x="7931991" y="3972142"/>
            <a:ext cx="1432999" cy="2260451"/>
          </a:xfrm>
          <a:prstGeom prst="rect">
            <a:avLst/>
          </a:prstGeom>
          <a:noFill/>
          <a:ln>
            <a:noFill/>
          </a:ln>
        </p:spPr>
      </p:pic>
      <p:pic>
        <p:nvPicPr>
          <p:cNvPr id="63" name="Google Shape;63;p7"/>
          <p:cNvPicPr preferRelativeResize="0"/>
          <p:nvPr/>
        </p:nvPicPr>
        <p:blipFill>
          <a:blip r:embed="rId3">
            <a:alphaModFix/>
          </a:blip>
          <a:stretch>
            <a:fillRect/>
          </a:stretch>
        </p:blipFill>
        <p:spPr>
          <a:xfrm rot="-2268241" flipH="1">
            <a:off x="8266517" y="4364245"/>
            <a:ext cx="297661" cy="377035"/>
          </a:xfrm>
          <a:prstGeom prst="rect">
            <a:avLst/>
          </a:prstGeom>
          <a:noFill/>
          <a:ln>
            <a:noFill/>
          </a:ln>
        </p:spPr>
      </p:pic>
      <p:pic>
        <p:nvPicPr>
          <p:cNvPr id="64" name="Google Shape;64;p7"/>
          <p:cNvPicPr preferRelativeResize="0"/>
          <p:nvPr/>
        </p:nvPicPr>
        <p:blipFill>
          <a:blip r:embed="rId4">
            <a:alphaModFix/>
          </a:blip>
          <a:stretch>
            <a:fillRect/>
          </a:stretch>
        </p:blipFill>
        <p:spPr>
          <a:xfrm rot="-317342">
            <a:off x="8513408" y="3422457"/>
            <a:ext cx="557000" cy="1347687"/>
          </a:xfrm>
          <a:prstGeom prst="rect">
            <a:avLst/>
          </a:prstGeom>
          <a:noFill/>
          <a:ln>
            <a:noFill/>
          </a:ln>
        </p:spPr>
      </p:pic>
      <p:pic>
        <p:nvPicPr>
          <p:cNvPr id="65" name="Google Shape;65;p7"/>
          <p:cNvPicPr preferRelativeResize="0"/>
          <p:nvPr/>
        </p:nvPicPr>
        <p:blipFill>
          <a:blip r:embed="rId5">
            <a:alphaModFix/>
          </a:blip>
          <a:stretch>
            <a:fillRect/>
          </a:stretch>
        </p:blipFill>
        <p:spPr>
          <a:xfrm rot="6744442">
            <a:off x="-511278" y="3779293"/>
            <a:ext cx="2250104" cy="1872312"/>
          </a:xfrm>
          <a:prstGeom prst="rect">
            <a:avLst/>
          </a:prstGeom>
          <a:noFill/>
          <a:ln>
            <a:noFill/>
          </a:ln>
        </p:spPr>
      </p:pic>
      <p:sp>
        <p:nvSpPr>
          <p:cNvPr id="66" name="Google Shape;66;p7"/>
          <p:cNvSpPr/>
          <p:nvPr/>
        </p:nvSpPr>
        <p:spPr>
          <a:xfrm rot="6342186" flipH="1">
            <a:off x="-1433179" y="-259266"/>
            <a:ext cx="3577039" cy="2377184"/>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7" name="Google Shape;67;p7"/>
          <p:cNvPicPr preferRelativeResize="0"/>
          <p:nvPr/>
        </p:nvPicPr>
        <p:blipFill>
          <a:blip r:embed="rId6">
            <a:alphaModFix/>
          </a:blip>
          <a:stretch>
            <a:fillRect/>
          </a:stretch>
        </p:blipFill>
        <p:spPr>
          <a:xfrm rot="8835713" flipH="1">
            <a:off x="-50666" y="61161"/>
            <a:ext cx="812052" cy="1191892"/>
          </a:xfrm>
          <a:prstGeom prst="rect">
            <a:avLst/>
          </a:prstGeom>
          <a:noFill/>
          <a:ln>
            <a:noFill/>
          </a:ln>
        </p:spPr>
      </p:pic>
      <p:pic>
        <p:nvPicPr>
          <p:cNvPr id="68" name="Google Shape;68;p7"/>
          <p:cNvPicPr preferRelativeResize="0"/>
          <p:nvPr/>
        </p:nvPicPr>
        <p:blipFill>
          <a:blip r:embed="rId7">
            <a:alphaModFix/>
          </a:blip>
          <a:stretch>
            <a:fillRect/>
          </a:stretch>
        </p:blipFill>
        <p:spPr>
          <a:xfrm rot="-2700148" flipH="1">
            <a:off x="829728" y="17120"/>
            <a:ext cx="364095" cy="46118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8"/>
        <p:cNvGrpSpPr/>
        <p:nvPr/>
      </p:nvGrpSpPr>
      <p:grpSpPr>
        <a:xfrm>
          <a:off x="0" y="0"/>
          <a:ext cx="0" cy="0"/>
          <a:chOff x="0" y="0"/>
          <a:chExt cx="0" cy="0"/>
        </a:xfrm>
      </p:grpSpPr>
      <p:sp>
        <p:nvSpPr>
          <p:cNvPr id="79" name="Google Shape;79;p9"/>
          <p:cNvSpPr txBox="1">
            <a:spLocks noGrp="1"/>
          </p:cNvSpPr>
          <p:nvPr>
            <p:ph type="title"/>
          </p:nvPr>
        </p:nvSpPr>
        <p:spPr>
          <a:xfrm>
            <a:off x="2419675" y="1477888"/>
            <a:ext cx="4304700" cy="1270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9500">
                <a:solidFill>
                  <a:schemeClr val="accent1"/>
                </a:solidFill>
                <a:latin typeface="Averia Serif Libre"/>
                <a:ea typeface="Averia Serif Libre"/>
                <a:cs typeface="Averia Serif Libre"/>
                <a:sym typeface="Averia Serif Libr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80" name="Google Shape;80;p9"/>
          <p:cNvSpPr txBox="1">
            <a:spLocks noGrp="1"/>
          </p:cNvSpPr>
          <p:nvPr>
            <p:ph type="subTitle" idx="1"/>
          </p:nvPr>
        </p:nvSpPr>
        <p:spPr>
          <a:xfrm>
            <a:off x="2419675" y="2671888"/>
            <a:ext cx="43047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atin typeface="Baloo 2"/>
                <a:ea typeface="Baloo 2"/>
                <a:cs typeface="Baloo 2"/>
                <a:sym typeface="Baloo 2"/>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81" name="Google Shape;81;p9"/>
          <p:cNvSpPr/>
          <p:nvPr/>
        </p:nvSpPr>
        <p:spPr>
          <a:xfrm>
            <a:off x="-1939749" y="-1270171"/>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9"/>
          <p:cNvSpPr/>
          <p:nvPr/>
        </p:nvSpPr>
        <p:spPr>
          <a:xfrm>
            <a:off x="5145079" y="216851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3" name="Google Shape;83;p9"/>
          <p:cNvPicPr preferRelativeResize="0"/>
          <p:nvPr/>
        </p:nvPicPr>
        <p:blipFill>
          <a:blip r:embed="rId2">
            <a:alphaModFix/>
          </a:blip>
          <a:stretch>
            <a:fillRect/>
          </a:stretch>
        </p:blipFill>
        <p:spPr>
          <a:xfrm>
            <a:off x="6568850" y="3004050"/>
            <a:ext cx="3418375" cy="2960750"/>
          </a:xfrm>
          <a:prstGeom prst="rect">
            <a:avLst/>
          </a:prstGeom>
          <a:noFill/>
          <a:ln>
            <a:noFill/>
          </a:ln>
        </p:spPr>
      </p:pic>
      <p:pic>
        <p:nvPicPr>
          <p:cNvPr id="84" name="Google Shape;84;p9"/>
          <p:cNvPicPr preferRelativeResize="0"/>
          <p:nvPr/>
        </p:nvPicPr>
        <p:blipFill>
          <a:blip r:embed="rId3">
            <a:alphaModFix/>
          </a:blip>
          <a:stretch>
            <a:fillRect/>
          </a:stretch>
        </p:blipFill>
        <p:spPr>
          <a:xfrm rot="-7892862">
            <a:off x="8886562" y="16939"/>
            <a:ext cx="642748" cy="2985122"/>
          </a:xfrm>
          <a:prstGeom prst="rect">
            <a:avLst/>
          </a:prstGeom>
          <a:noFill/>
          <a:ln>
            <a:noFill/>
          </a:ln>
        </p:spPr>
      </p:pic>
      <p:pic>
        <p:nvPicPr>
          <p:cNvPr id="85" name="Google Shape;85;p9"/>
          <p:cNvPicPr preferRelativeResize="0"/>
          <p:nvPr/>
        </p:nvPicPr>
        <p:blipFill>
          <a:blip r:embed="rId4">
            <a:alphaModFix/>
          </a:blip>
          <a:stretch>
            <a:fillRect/>
          </a:stretch>
        </p:blipFill>
        <p:spPr>
          <a:xfrm>
            <a:off x="86171" y="405094"/>
            <a:ext cx="557000" cy="1347687"/>
          </a:xfrm>
          <a:prstGeom prst="rect">
            <a:avLst/>
          </a:prstGeom>
          <a:noFill/>
          <a:ln>
            <a:noFill/>
          </a:ln>
        </p:spPr>
      </p:pic>
      <p:pic>
        <p:nvPicPr>
          <p:cNvPr id="86" name="Google Shape;86;p9"/>
          <p:cNvPicPr preferRelativeResize="0"/>
          <p:nvPr/>
        </p:nvPicPr>
        <p:blipFill>
          <a:blip r:embed="rId5">
            <a:alphaModFix/>
          </a:blip>
          <a:stretch>
            <a:fillRect/>
          </a:stretch>
        </p:blipFill>
        <p:spPr>
          <a:xfrm rot="8999989">
            <a:off x="5780022" y="4183716"/>
            <a:ext cx="474806" cy="601418"/>
          </a:xfrm>
          <a:prstGeom prst="rect">
            <a:avLst/>
          </a:prstGeom>
          <a:noFill/>
          <a:ln>
            <a:noFill/>
          </a:ln>
        </p:spPr>
      </p:pic>
      <p:pic>
        <p:nvPicPr>
          <p:cNvPr id="87" name="Google Shape;87;p9"/>
          <p:cNvPicPr preferRelativeResize="0"/>
          <p:nvPr/>
        </p:nvPicPr>
        <p:blipFill>
          <a:blip r:embed="rId6">
            <a:alphaModFix/>
          </a:blip>
          <a:stretch>
            <a:fillRect/>
          </a:stretch>
        </p:blipFill>
        <p:spPr>
          <a:xfrm rot="-8100334" flipH="1">
            <a:off x="8551403" y="452156"/>
            <a:ext cx="508392" cy="643962"/>
          </a:xfrm>
          <a:prstGeom prst="rect">
            <a:avLst/>
          </a:prstGeom>
          <a:noFill/>
          <a:ln>
            <a:noFill/>
          </a:ln>
        </p:spPr>
      </p:pic>
      <p:pic>
        <p:nvPicPr>
          <p:cNvPr id="88" name="Google Shape;88;p9"/>
          <p:cNvPicPr preferRelativeResize="0"/>
          <p:nvPr/>
        </p:nvPicPr>
        <p:blipFill>
          <a:blip r:embed="rId5">
            <a:alphaModFix/>
          </a:blip>
          <a:stretch>
            <a:fillRect/>
          </a:stretch>
        </p:blipFill>
        <p:spPr>
          <a:xfrm rot="4524976">
            <a:off x="201670" y="1795121"/>
            <a:ext cx="326011" cy="41295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9"/>
        <p:cNvGrpSpPr/>
        <p:nvPr/>
      </p:nvGrpSpPr>
      <p:grpSpPr>
        <a:xfrm>
          <a:off x="0" y="0"/>
          <a:ext cx="0" cy="0"/>
          <a:chOff x="0" y="0"/>
          <a:chExt cx="0" cy="0"/>
        </a:xfrm>
      </p:grpSpPr>
      <p:sp>
        <p:nvSpPr>
          <p:cNvPr id="90" name="Google Shape;90;p10"/>
          <p:cNvSpPr>
            <a:spLocks noGrp="1"/>
          </p:cNvSpPr>
          <p:nvPr>
            <p:ph type="pic" idx="2"/>
          </p:nvPr>
        </p:nvSpPr>
        <p:spPr>
          <a:xfrm>
            <a:off x="0" y="6800"/>
            <a:ext cx="9144000" cy="5143500"/>
          </a:xfrm>
          <a:prstGeom prst="rect">
            <a:avLst/>
          </a:prstGeom>
          <a:noFill/>
          <a:ln>
            <a:noFill/>
          </a:ln>
        </p:spPr>
        <p:txBody>
          <a:bodyPr/>
          <a:lstStyle/>
          <a:p>
            <a:endParaRPr lang="en-US"/>
          </a:p>
        </p:txBody>
      </p:sp>
      <p:sp>
        <p:nvSpPr>
          <p:cNvPr id="91" name="Google Shape;91;p10"/>
          <p:cNvSpPr txBox="1">
            <a:spLocks noGrp="1"/>
          </p:cNvSpPr>
          <p:nvPr>
            <p:ph type="title"/>
          </p:nvPr>
        </p:nvSpPr>
        <p:spPr>
          <a:xfrm>
            <a:off x="720000" y="4014450"/>
            <a:ext cx="7704000" cy="622800"/>
          </a:xfrm>
          <a:prstGeom prst="rect">
            <a:avLst/>
          </a:prstGeom>
          <a:solidFill>
            <a:schemeClr val="lt1"/>
          </a:solidFill>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2"/>
        <p:cNvGrpSpPr/>
        <p:nvPr/>
      </p:nvGrpSpPr>
      <p:grpSpPr>
        <a:xfrm>
          <a:off x="0" y="0"/>
          <a:ext cx="0" cy="0"/>
          <a:chOff x="0" y="0"/>
          <a:chExt cx="0" cy="0"/>
        </a:xfrm>
      </p:grpSpPr>
      <p:sp>
        <p:nvSpPr>
          <p:cNvPr id="93" name="Google Shape;93;p11"/>
          <p:cNvSpPr txBox="1">
            <a:spLocks noGrp="1"/>
          </p:cNvSpPr>
          <p:nvPr>
            <p:ph type="title" hasCustomPrompt="1"/>
          </p:nvPr>
        </p:nvSpPr>
        <p:spPr>
          <a:xfrm>
            <a:off x="2099750" y="1615325"/>
            <a:ext cx="4944600" cy="14157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4" name="Google Shape;94;p11"/>
          <p:cNvSpPr txBox="1">
            <a:spLocks noGrp="1"/>
          </p:cNvSpPr>
          <p:nvPr>
            <p:ph type="subTitle" idx="1"/>
          </p:nvPr>
        </p:nvSpPr>
        <p:spPr>
          <a:xfrm>
            <a:off x="2099750" y="3031075"/>
            <a:ext cx="49446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pic>
        <p:nvPicPr>
          <p:cNvPr id="95" name="Google Shape;95;p11"/>
          <p:cNvPicPr preferRelativeResize="0"/>
          <p:nvPr/>
        </p:nvPicPr>
        <p:blipFill>
          <a:blip r:embed="rId2">
            <a:alphaModFix/>
          </a:blip>
          <a:stretch>
            <a:fillRect/>
          </a:stretch>
        </p:blipFill>
        <p:spPr>
          <a:xfrm flipH="1">
            <a:off x="7196892" y="539500"/>
            <a:ext cx="3911360" cy="4064501"/>
          </a:xfrm>
          <a:prstGeom prst="rect">
            <a:avLst/>
          </a:prstGeom>
          <a:noFill/>
          <a:ln>
            <a:noFill/>
          </a:ln>
        </p:spPr>
      </p:pic>
      <p:sp>
        <p:nvSpPr>
          <p:cNvPr id="96" name="Google Shape;96;p11"/>
          <p:cNvSpPr/>
          <p:nvPr/>
        </p:nvSpPr>
        <p:spPr>
          <a:xfrm flipH="1">
            <a:off x="-2120145" y="1115328"/>
            <a:ext cx="5062423" cy="6177965"/>
          </a:xfrm>
          <a:custGeom>
            <a:avLst/>
            <a:gdLst/>
            <a:ahLst/>
            <a:cxnLst/>
            <a:rect l="l" t="t" r="r" b="b"/>
            <a:pathLst>
              <a:path w="129939" h="158572" extrusionOk="0">
                <a:moveTo>
                  <a:pt x="92723" y="0"/>
                </a:moveTo>
                <a:cubicBezTo>
                  <a:pt x="82524" y="0"/>
                  <a:pt x="72194" y="2810"/>
                  <a:pt x="66469" y="7591"/>
                </a:cubicBezTo>
                <a:cubicBezTo>
                  <a:pt x="49345" y="24088"/>
                  <a:pt x="65909" y="51068"/>
                  <a:pt x="52905" y="69345"/>
                </a:cubicBezTo>
                <a:cubicBezTo>
                  <a:pt x="36309" y="90078"/>
                  <a:pt x="1" y="91858"/>
                  <a:pt x="10565" y="128199"/>
                </a:cubicBezTo>
                <a:cubicBezTo>
                  <a:pt x="18668" y="149286"/>
                  <a:pt x="42257" y="158571"/>
                  <a:pt x="65582" y="158571"/>
                </a:cubicBezTo>
                <a:cubicBezTo>
                  <a:pt x="79830" y="158571"/>
                  <a:pt x="93980" y="155107"/>
                  <a:pt x="104442" y="148751"/>
                </a:cubicBezTo>
                <a:cubicBezTo>
                  <a:pt x="128801" y="130902"/>
                  <a:pt x="125966" y="96193"/>
                  <a:pt x="129147" y="69213"/>
                </a:cubicBezTo>
                <a:cubicBezTo>
                  <a:pt x="129938" y="48744"/>
                  <a:pt x="129180" y="19984"/>
                  <a:pt x="116852" y="7788"/>
                </a:cubicBezTo>
                <a:cubicBezTo>
                  <a:pt x="111379" y="2379"/>
                  <a:pt x="102106" y="0"/>
                  <a:pt x="927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Google Shape;97;p11"/>
          <p:cNvPicPr preferRelativeResize="0"/>
          <p:nvPr/>
        </p:nvPicPr>
        <p:blipFill>
          <a:blip r:embed="rId3">
            <a:alphaModFix/>
          </a:blip>
          <a:stretch>
            <a:fillRect/>
          </a:stretch>
        </p:blipFill>
        <p:spPr>
          <a:xfrm rot="1136944" flipH="1">
            <a:off x="-102923" y="3829984"/>
            <a:ext cx="1539502" cy="1911829"/>
          </a:xfrm>
          <a:prstGeom prst="rect">
            <a:avLst/>
          </a:prstGeom>
          <a:noFill/>
          <a:ln>
            <a:noFill/>
          </a:ln>
        </p:spPr>
      </p:pic>
      <p:pic>
        <p:nvPicPr>
          <p:cNvPr id="98" name="Google Shape;98;p11"/>
          <p:cNvPicPr preferRelativeResize="0"/>
          <p:nvPr/>
        </p:nvPicPr>
        <p:blipFill>
          <a:blip r:embed="rId4">
            <a:alphaModFix/>
          </a:blip>
          <a:stretch>
            <a:fillRect/>
          </a:stretch>
        </p:blipFill>
        <p:spPr>
          <a:xfrm flipH="1">
            <a:off x="-371628" y="-2"/>
            <a:ext cx="2014625" cy="2167358"/>
          </a:xfrm>
          <a:prstGeom prst="rect">
            <a:avLst/>
          </a:prstGeom>
          <a:noFill/>
          <a:ln>
            <a:noFill/>
          </a:ln>
        </p:spPr>
      </p:pic>
      <p:pic>
        <p:nvPicPr>
          <p:cNvPr id="99" name="Google Shape;99;p11"/>
          <p:cNvPicPr preferRelativeResize="0"/>
          <p:nvPr/>
        </p:nvPicPr>
        <p:blipFill>
          <a:blip r:embed="rId5">
            <a:alphaModFix/>
          </a:blip>
          <a:stretch>
            <a:fillRect/>
          </a:stretch>
        </p:blipFill>
        <p:spPr>
          <a:xfrm flipH="1">
            <a:off x="1228438" y="3607525"/>
            <a:ext cx="817389" cy="2332450"/>
          </a:xfrm>
          <a:prstGeom prst="rect">
            <a:avLst/>
          </a:prstGeom>
          <a:noFill/>
          <a:ln>
            <a:noFill/>
          </a:ln>
        </p:spPr>
      </p:pic>
      <p:pic>
        <p:nvPicPr>
          <p:cNvPr id="100" name="Google Shape;100;p11"/>
          <p:cNvPicPr preferRelativeResize="0"/>
          <p:nvPr/>
        </p:nvPicPr>
        <p:blipFill>
          <a:blip r:embed="rId6">
            <a:alphaModFix/>
          </a:blip>
          <a:stretch>
            <a:fillRect/>
          </a:stretch>
        </p:blipFill>
        <p:spPr>
          <a:xfrm rot="-8100075" flipH="1">
            <a:off x="815539" y="1590706"/>
            <a:ext cx="364095" cy="461187"/>
          </a:xfrm>
          <a:prstGeom prst="rect">
            <a:avLst/>
          </a:prstGeom>
          <a:noFill/>
          <a:ln>
            <a:noFill/>
          </a:ln>
        </p:spPr>
      </p:pic>
      <p:pic>
        <p:nvPicPr>
          <p:cNvPr id="101" name="Google Shape;101;p11"/>
          <p:cNvPicPr preferRelativeResize="0"/>
          <p:nvPr/>
        </p:nvPicPr>
        <p:blipFill>
          <a:blip r:embed="rId7">
            <a:alphaModFix/>
          </a:blip>
          <a:stretch>
            <a:fillRect/>
          </a:stretch>
        </p:blipFill>
        <p:spPr>
          <a:xfrm rot="-5051212" flipH="1">
            <a:off x="707717" y="2359775"/>
            <a:ext cx="375620" cy="475800"/>
          </a:xfrm>
          <a:prstGeom prst="rect">
            <a:avLst/>
          </a:prstGeom>
          <a:noFill/>
          <a:ln>
            <a:noFill/>
          </a:ln>
        </p:spPr>
      </p:pic>
      <p:pic>
        <p:nvPicPr>
          <p:cNvPr id="102" name="Google Shape;102;p11"/>
          <p:cNvPicPr preferRelativeResize="0"/>
          <p:nvPr/>
        </p:nvPicPr>
        <p:blipFill>
          <a:blip r:embed="rId8">
            <a:alphaModFix/>
          </a:blip>
          <a:stretch>
            <a:fillRect/>
          </a:stretch>
        </p:blipFill>
        <p:spPr>
          <a:xfrm rot="-1167304">
            <a:off x="719075" y="3082294"/>
            <a:ext cx="556999" cy="134768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03"/>
        <p:cNvGrpSpPr/>
        <p:nvPr/>
      </p:nvGrpSpPr>
      <p:grpSpPr>
        <a:xfrm>
          <a:off x="0" y="0"/>
          <a:ext cx="0" cy="0"/>
          <a:chOff x="0" y="0"/>
          <a:chExt cx="0" cy="0"/>
        </a:xfrm>
      </p:grpSpPr>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04"/>
        <p:cNvGrpSpPr/>
        <p:nvPr/>
      </p:nvGrpSpPr>
      <p:grpSpPr>
        <a:xfrm>
          <a:off x="0" y="0"/>
          <a:ext cx="0" cy="0"/>
          <a:chOff x="0" y="0"/>
          <a:chExt cx="0" cy="0"/>
        </a:xfrm>
      </p:grpSpPr>
      <p:sp>
        <p:nvSpPr>
          <p:cNvPr id="105" name="Google Shape;105;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6" name="Google Shape;106;p13"/>
          <p:cNvSpPr txBox="1">
            <a:spLocks noGrp="1"/>
          </p:cNvSpPr>
          <p:nvPr>
            <p:ph type="subTitle" idx="1"/>
          </p:nvPr>
        </p:nvSpPr>
        <p:spPr>
          <a:xfrm>
            <a:off x="2151268" y="2175711"/>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7" name="Google Shape;107;p13"/>
          <p:cNvSpPr txBox="1">
            <a:spLocks noGrp="1"/>
          </p:cNvSpPr>
          <p:nvPr>
            <p:ph type="subTitle" idx="2"/>
          </p:nvPr>
        </p:nvSpPr>
        <p:spPr>
          <a:xfrm>
            <a:off x="5810213" y="2175711"/>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8" name="Google Shape;108;p13"/>
          <p:cNvSpPr txBox="1">
            <a:spLocks noGrp="1"/>
          </p:cNvSpPr>
          <p:nvPr>
            <p:ph type="subTitle" idx="3"/>
          </p:nvPr>
        </p:nvSpPr>
        <p:spPr>
          <a:xfrm>
            <a:off x="2151268" y="3592401"/>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9" name="Google Shape;109;p13"/>
          <p:cNvSpPr txBox="1">
            <a:spLocks noGrp="1"/>
          </p:cNvSpPr>
          <p:nvPr>
            <p:ph type="subTitle" idx="4"/>
          </p:nvPr>
        </p:nvSpPr>
        <p:spPr>
          <a:xfrm>
            <a:off x="5810213" y="3592401"/>
            <a:ext cx="23055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0" name="Google Shape;110;p13"/>
          <p:cNvSpPr txBox="1">
            <a:spLocks noGrp="1"/>
          </p:cNvSpPr>
          <p:nvPr>
            <p:ph type="title" idx="5" hasCustomPrompt="1"/>
          </p:nvPr>
        </p:nvSpPr>
        <p:spPr>
          <a:xfrm>
            <a:off x="1218246" y="211520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a:spLocks noGrp="1"/>
          </p:cNvSpPr>
          <p:nvPr>
            <p:ph type="title" idx="6" hasCustomPrompt="1"/>
          </p:nvPr>
        </p:nvSpPr>
        <p:spPr>
          <a:xfrm>
            <a:off x="1218246" y="353459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a:spLocks noGrp="1"/>
          </p:cNvSpPr>
          <p:nvPr>
            <p:ph type="title" idx="7" hasCustomPrompt="1"/>
          </p:nvPr>
        </p:nvSpPr>
        <p:spPr>
          <a:xfrm>
            <a:off x="4878771" y="2115208"/>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3" name="Google Shape;113;p13"/>
          <p:cNvSpPr txBox="1">
            <a:spLocks noGrp="1"/>
          </p:cNvSpPr>
          <p:nvPr>
            <p:ph type="title" idx="8" hasCustomPrompt="1"/>
          </p:nvPr>
        </p:nvSpPr>
        <p:spPr>
          <a:xfrm>
            <a:off x="4878771" y="353459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4" name="Google Shape;114;p13"/>
          <p:cNvSpPr txBox="1">
            <a:spLocks noGrp="1"/>
          </p:cNvSpPr>
          <p:nvPr>
            <p:ph type="subTitle" idx="9"/>
          </p:nvPr>
        </p:nvSpPr>
        <p:spPr>
          <a:xfrm>
            <a:off x="2151268" y="1920886"/>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115" name="Google Shape;115;p13"/>
          <p:cNvSpPr txBox="1">
            <a:spLocks noGrp="1"/>
          </p:cNvSpPr>
          <p:nvPr>
            <p:ph type="subTitle" idx="13"/>
          </p:nvPr>
        </p:nvSpPr>
        <p:spPr>
          <a:xfrm>
            <a:off x="5810213" y="1920886"/>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116" name="Google Shape;116;p13"/>
          <p:cNvSpPr txBox="1">
            <a:spLocks noGrp="1"/>
          </p:cNvSpPr>
          <p:nvPr>
            <p:ph type="subTitle" idx="14"/>
          </p:nvPr>
        </p:nvSpPr>
        <p:spPr>
          <a:xfrm>
            <a:off x="2151268" y="3337650"/>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117" name="Google Shape;117;p13"/>
          <p:cNvSpPr txBox="1">
            <a:spLocks noGrp="1"/>
          </p:cNvSpPr>
          <p:nvPr>
            <p:ph type="subTitle" idx="15"/>
          </p:nvPr>
        </p:nvSpPr>
        <p:spPr>
          <a:xfrm>
            <a:off x="5810213" y="3337650"/>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118" name="Google Shape;118;p13"/>
          <p:cNvSpPr/>
          <p:nvPr/>
        </p:nvSpPr>
        <p:spPr>
          <a:xfrm flipH="1">
            <a:off x="-1964087"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9" name="Google Shape;119;p13"/>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120" name="Google Shape;120;p13"/>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pic>
        <p:nvPicPr>
          <p:cNvPr id="121" name="Google Shape;121;p13"/>
          <p:cNvPicPr preferRelativeResize="0"/>
          <p:nvPr/>
        </p:nvPicPr>
        <p:blipFill>
          <a:blip r:embed="rId4">
            <a:alphaModFix/>
          </a:blip>
          <a:stretch>
            <a:fillRect/>
          </a:stretch>
        </p:blipFill>
        <p:spPr>
          <a:xfrm>
            <a:off x="-408125" y="1085777"/>
            <a:ext cx="1114601" cy="2506447"/>
          </a:xfrm>
          <a:prstGeom prst="rect">
            <a:avLst/>
          </a:prstGeom>
          <a:noFill/>
          <a:ln>
            <a:noFill/>
          </a:ln>
        </p:spPr>
      </p:pic>
      <p:sp>
        <p:nvSpPr>
          <p:cNvPr id="122" name="Google Shape;122;p13"/>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3" name="Google Shape;123;p13"/>
          <p:cNvPicPr preferRelativeResize="0"/>
          <p:nvPr/>
        </p:nvPicPr>
        <p:blipFill>
          <a:blip r:embed="rId5">
            <a:alphaModFix/>
          </a:blip>
          <a:stretch>
            <a:fillRect/>
          </a:stretch>
        </p:blipFill>
        <p:spPr>
          <a:xfrm rot="-4562926">
            <a:off x="8024748" y="-286126"/>
            <a:ext cx="812053" cy="1191891"/>
          </a:xfrm>
          <a:prstGeom prst="rect">
            <a:avLst/>
          </a:prstGeom>
          <a:noFill/>
          <a:ln>
            <a:noFill/>
          </a:ln>
        </p:spPr>
      </p:pic>
      <p:pic>
        <p:nvPicPr>
          <p:cNvPr id="124" name="Google Shape;124;p13"/>
          <p:cNvPicPr preferRelativeResize="0"/>
          <p:nvPr/>
        </p:nvPicPr>
        <p:blipFill>
          <a:blip r:embed="rId6">
            <a:alphaModFix/>
          </a:blip>
          <a:stretch>
            <a:fillRect/>
          </a:stretch>
        </p:blipFill>
        <p:spPr>
          <a:xfrm rot="2268240">
            <a:off x="8322104" y="4299089"/>
            <a:ext cx="481442" cy="609821"/>
          </a:xfrm>
          <a:prstGeom prst="rect">
            <a:avLst/>
          </a:prstGeom>
          <a:noFill/>
          <a:ln>
            <a:noFill/>
          </a:ln>
        </p:spPr>
      </p:pic>
      <p:pic>
        <p:nvPicPr>
          <p:cNvPr id="125" name="Google Shape;125;p13"/>
          <p:cNvPicPr preferRelativeResize="0"/>
          <p:nvPr/>
        </p:nvPicPr>
        <p:blipFill>
          <a:blip r:embed="rId7">
            <a:alphaModFix/>
          </a:blip>
          <a:stretch>
            <a:fillRect/>
          </a:stretch>
        </p:blipFill>
        <p:spPr>
          <a:xfrm rot="878763">
            <a:off x="8537324" y="204383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1">
  <p:cSld name="CUSTOM_10">
    <p:spTree>
      <p:nvGrpSpPr>
        <p:cNvPr id="1" name="Shape 126"/>
        <p:cNvGrpSpPr/>
        <p:nvPr/>
      </p:nvGrpSpPr>
      <p:grpSpPr>
        <a:xfrm>
          <a:off x="0" y="0"/>
          <a:ext cx="0" cy="0"/>
          <a:chOff x="0" y="0"/>
          <a:chExt cx="0" cy="0"/>
        </a:xfrm>
      </p:grpSpPr>
      <p:sp>
        <p:nvSpPr>
          <p:cNvPr id="127" name="Google Shape;127;p14"/>
          <p:cNvSpPr txBox="1">
            <a:spLocks noGrp="1"/>
          </p:cNvSpPr>
          <p:nvPr>
            <p:ph type="title"/>
          </p:nvPr>
        </p:nvSpPr>
        <p:spPr>
          <a:xfrm>
            <a:off x="2963188" y="1993000"/>
            <a:ext cx="4805100" cy="8418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28" name="Google Shape;128;p14"/>
          <p:cNvSpPr txBox="1">
            <a:spLocks noGrp="1"/>
          </p:cNvSpPr>
          <p:nvPr>
            <p:ph type="title" idx="2" hasCustomPrompt="1"/>
          </p:nvPr>
        </p:nvSpPr>
        <p:spPr>
          <a:xfrm>
            <a:off x="1635763" y="2307200"/>
            <a:ext cx="1067400" cy="674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9" name="Google Shape;129;p14"/>
          <p:cNvSpPr txBox="1">
            <a:spLocks noGrp="1"/>
          </p:cNvSpPr>
          <p:nvPr>
            <p:ph type="subTitle" idx="1"/>
          </p:nvPr>
        </p:nvSpPr>
        <p:spPr>
          <a:xfrm>
            <a:off x="2963188" y="2745725"/>
            <a:ext cx="4805100" cy="37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0" name="Google Shape;130;p14"/>
          <p:cNvSpPr/>
          <p:nvPr/>
        </p:nvSpPr>
        <p:spPr>
          <a:xfrm>
            <a:off x="-1723645" y="-1590046"/>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4"/>
          <p:cNvSpPr/>
          <p:nvPr/>
        </p:nvSpPr>
        <p:spPr>
          <a:xfrm>
            <a:off x="4211283" y="207591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2" name="Google Shape;132;p14"/>
          <p:cNvPicPr preferRelativeResize="0"/>
          <p:nvPr/>
        </p:nvPicPr>
        <p:blipFill>
          <a:blip r:embed="rId2">
            <a:alphaModFix/>
          </a:blip>
          <a:stretch>
            <a:fillRect/>
          </a:stretch>
        </p:blipFill>
        <p:spPr>
          <a:xfrm rot="-2700000">
            <a:off x="8193180" y="-671008"/>
            <a:ext cx="557000" cy="2586883"/>
          </a:xfrm>
          <a:prstGeom prst="rect">
            <a:avLst/>
          </a:prstGeom>
          <a:noFill/>
          <a:ln>
            <a:noFill/>
          </a:ln>
        </p:spPr>
      </p:pic>
      <p:pic>
        <p:nvPicPr>
          <p:cNvPr id="133" name="Google Shape;133;p14"/>
          <p:cNvPicPr preferRelativeResize="0"/>
          <p:nvPr/>
        </p:nvPicPr>
        <p:blipFill>
          <a:blip r:embed="rId3">
            <a:alphaModFix/>
          </a:blip>
          <a:stretch>
            <a:fillRect/>
          </a:stretch>
        </p:blipFill>
        <p:spPr>
          <a:xfrm rot="-1136944">
            <a:off x="7701923" y="3829984"/>
            <a:ext cx="1539502" cy="1911829"/>
          </a:xfrm>
          <a:prstGeom prst="rect">
            <a:avLst/>
          </a:prstGeom>
          <a:noFill/>
          <a:ln>
            <a:noFill/>
          </a:ln>
        </p:spPr>
      </p:pic>
      <p:pic>
        <p:nvPicPr>
          <p:cNvPr id="134" name="Google Shape;134;p14"/>
          <p:cNvPicPr preferRelativeResize="0"/>
          <p:nvPr/>
        </p:nvPicPr>
        <p:blipFill>
          <a:blip r:embed="rId4">
            <a:alphaModFix/>
          </a:blip>
          <a:stretch>
            <a:fillRect/>
          </a:stretch>
        </p:blipFill>
        <p:spPr>
          <a:xfrm rot="5264636" flipH="1">
            <a:off x="-653479" y="-266850"/>
            <a:ext cx="1432999" cy="2260451"/>
          </a:xfrm>
          <a:prstGeom prst="rect">
            <a:avLst/>
          </a:prstGeom>
          <a:noFill/>
          <a:ln>
            <a:noFill/>
          </a:ln>
        </p:spPr>
      </p:pic>
      <p:pic>
        <p:nvPicPr>
          <p:cNvPr id="135" name="Google Shape;135;p14"/>
          <p:cNvPicPr preferRelativeResize="0"/>
          <p:nvPr/>
        </p:nvPicPr>
        <p:blipFill>
          <a:blip r:embed="rId5">
            <a:alphaModFix/>
          </a:blip>
          <a:stretch>
            <a:fillRect/>
          </a:stretch>
        </p:blipFill>
        <p:spPr>
          <a:xfrm>
            <a:off x="7059126" y="3327624"/>
            <a:ext cx="894600" cy="2552764"/>
          </a:xfrm>
          <a:prstGeom prst="rect">
            <a:avLst/>
          </a:prstGeom>
          <a:noFill/>
          <a:ln>
            <a:noFill/>
          </a:ln>
        </p:spPr>
      </p:pic>
      <p:pic>
        <p:nvPicPr>
          <p:cNvPr id="136" name="Google Shape;136;p14"/>
          <p:cNvPicPr preferRelativeResize="0"/>
          <p:nvPr/>
        </p:nvPicPr>
        <p:blipFill>
          <a:blip r:embed="rId6">
            <a:alphaModFix/>
          </a:blip>
          <a:stretch>
            <a:fillRect/>
          </a:stretch>
        </p:blipFill>
        <p:spPr>
          <a:xfrm rot="8100075">
            <a:off x="8540505" y="1470631"/>
            <a:ext cx="364095" cy="461187"/>
          </a:xfrm>
          <a:prstGeom prst="rect">
            <a:avLst/>
          </a:prstGeom>
          <a:noFill/>
          <a:ln>
            <a:noFill/>
          </a:ln>
        </p:spPr>
      </p:pic>
      <p:pic>
        <p:nvPicPr>
          <p:cNvPr id="137" name="Google Shape;137;p14"/>
          <p:cNvPicPr preferRelativeResize="0"/>
          <p:nvPr/>
        </p:nvPicPr>
        <p:blipFill>
          <a:blip r:embed="rId7">
            <a:alphaModFix/>
          </a:blip>
          <a:stretch>
            <a:fillRect/>
          </a:stretch>
        </p:blipFill>
        <p:spPr>
          <a:xfrm rot="8531766" flipH="1">
            <a:off x="301160" y="4272528"/>
            <a:ext cx="523380" cy="662942"/>
          </a:xfrm>
          <a:prstGeom prst="rect">
            <a:avLst/>
          </a:prstGeom>
          <a:noFill/>
          <a:ln>
            <a:noFill/>
          </a:ln>
        </p:spPr>
      </p:pic>
      <p:pic>
        <p:nvPicPr>
          <p:cNvPr id="138" name="Google Shape;138;p14"/>
          <p:cNvPicPr preferRelativeResize="0"/>
          <p:nvPr/>
        </p:nvPicPr>
        <p:blipFill>
          <a:blip r:embed="rId8">
            <a:alphaModFix/>
          </a:blip>
          <a:stretch>
            <a:fillRect/>
          </a:stretch>
        </p:blipFill>
        <p:spPr>
          <a:xfrm>
            <a:off x="6683515" y="4247663"/>
            <a:ext cx="375620" cy="475800"/>
          </a:xfrm>
          <a:prstGeom prst="rect">
            <a:avLst/>
          </a:prstGeom>
          <a:noFill/>
          <a:ln>
            <a:noFill/>
          </a:ln>
        </p:spPr>
      </p:pic>
      <p:pic>
        <p:nvPicPr>
          <p:cNvPr id="139" name="Google Shape;139;p14"/>
          <p:cNvPicPr preferRelativeResize="0"/>
          <p:nvPr/>
        </p:nvPicPr>
        <p:blipFill>
          <a:blip r:embed="rId9">
            <a:alphaModFix/>
          </a:blip>
          <a:stretch>
            <a:fillRect/>
          </a:stretch>
        </p:blipFill>
        <p:spPr>
          <a:xfrm rot="10800000" flipH="1">
            <a:off x="149465" y="1021249"/>
            <a:ext cx="557000" cy="1347687"/>
          </a:xfrm>
          <a:prstGeom prst="rect">
            <a:avLst/>
          </a:prstGeom>
          <a:noFill/>
          <a:ln>
            <a:noFill/>
          </a:ln>
        </p:spPr>
      </p:pic>
      <p:pic>
        <p:nvPicPr>
          <p:cNvPr id="140" name="Google Shape;140;p14"/>
          <p:cNvPicPr preferRelativeResize="0"/>
          <p:nvPr/>
        </p:nvPicPr>
        <p:blipFill>
          <a:blip r:embed="rId9">
            <a:alphaModFix/>
          </a:blip>
          <a:stretch>
            <a:fillRect/>
          </a:stretch>
        </p:blipFill>
        <p:spPr>
          <a:xfrm rot="1167304" flipH="1">
            <a:off x="7862428" y="3082294"/>
            <a:ext cx="556999" cy="1347687"/>
          </a:xfrm>
          <a:prstGeom prst="rect">
            <a:avLst/>
          </a:prstGeom>
          <a:noFill/>
          <a:ln>
            <a:noFill/>
          </a:ln>
        </p:spPr>
      </p:pic>
      <p:pic>
        <p:nvPicPr>
          <p:cNvPr id="141" name="Google Shape;141;p14"/>
          <p:cNvPicPr preferRelativeResize="0"/>
          <p:nvPr/>
        </p:nvPicPr>
        <p:blipFill>
          <a:blip r:embed="rId6">
            <a:alphaModFix/>
          </a:blip>
          <a:stretch>
            <a:fillRect/>
          </a:stretch>
        </p:blipFill>
        <p:spPr>
          <a:xfrm rot="-8099852">
            <a:off x="1394681" y="247286"/>
            <a:ext cx="364095" cy="461187"/>
          </a:xfrm>
          <a:prstGeom prst="rect">
            <a:avLst/>
          </a:prstGeom>
          <a:noFill/>
          <a:ln>
            <a:noFill/>
          </a:ln>
        </p:spPr>
      </p:pic>
      <p:pic>
        <p:nvPicPr>
          <p:cNvPr id="142" name="Google Shape;142;p14"/>
          <p:cNvPicPr preferRelativeResize="0"/>
          <p:nvPr/>
        </p:nvPicPr>
        <p:blipFill>
          <a:blip r:embed="rId8">
            <a:alphaModFix/>
          </a:blip>
          <a:stretch>
            <a:fillRect/>
          </a:stretch>
        </p:blipFill>
        <p:spPr>
          <a:xfrm>
            <a:off x="741515" y="933663"/>
            <a:ext cx="375620" cy="47580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2">
  <p:cSld name="CUSTOM_10_1">
    <p:spTree>
      <p:nvGrpSpPr>
        <p:cNvPr id="1" name="Shape 143"/>
        <p:cNvGrpSpPr/>
        <p:nvPr/>
      </p:nvGrpSpPr>
      <p:grpSpPr>
        <a:xfrm>
          <a:off x="0" y="0"/>
          <a:ext cx="0" cy="0"/>
          <a:chOff x="0" y="0"/>
          <a:chExt cx="0" cy="0"/>
        </a:xfrm>
      </p:grpSpPr>
      <p:sp>
        <p:nvSpPr>
          <p:cNvPr id="144" name="Google Shape;144;p15"/>
          <p:cNvSpPr txBox="1">
            <a:spLocks noGrp="1"/>
          </p:cNvSpPr>
          <p:nvPr>
            <p:ph type="title"/>
          </p:nvPr>
        </p:nvSpPr>
        <p:spPr>
          <a:xfrm>
            <a:off x="2509325" y="2335063"/>
            <a:ext cx="4125300" cy="14415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45" name="Google Shape;145;p15"/>
          <p:cNvSpPr txBox="1">
            <a:spLocks noGrp="1"/>
          </p:cNvSpPr>
          <p:nvPr>
            <p:ph type="title" idx="2" hasCustomPrompt="1"/>
          </p:nvPr>
        </p:nvSpPr>
        <p:spPr>
          <a:xfrm>
            <a:off x="4038325" y="1204229"/>
            <a:ext cx="1067400" cy="630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6" name="Google Shape;146;p15"/>
          <p:cNvSpPr txBox="1">
            <a:spLocks noGrp="1"/>
          </p:cNvSpPr>
          <p:nvPr>
            <p:ph type="subTitle" idx="1"/>
          </p:nvPr>
        </p:nvSpPr>
        <p:spPr>
          <a:xfrm>
            <a:off x="2509325" y="3776559"/>
            <a:ext cx="4125300" cy="37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7" name="Google Shape;147;p15"/>
          <p:cNvSpPr/>
          <p:nvPr/>
        </p:nvSpPr>
        <p:spPr>
          <a:xfrm>
            <a:off x="-1939749" y="-1270171"/>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 name="Google Shape;148;p15"/>
          <p:cNvPicPr preferRelativeResize="0"/>
          <p:nvPr/>
        </p:nvPicPr>
        <p:blipFill>
          <a:blip r:embed="rId2">
            <a:alphaModFix/>
          </a:blip>
          <a:stretch>
            <a:fillRect/>
          </a:stretch>
        </p:blipFill>
        <p:spPr>
          <a:xfrm rot="-7892862">
            <a:off x="571487" y="-953061"/>
            <a:ext cx="642748" cy="2985122"/>
          </a:xfrm>
          <a:prstGeom prst="rect">
            <a:avLst/>
          </a:prstGeom>
          <a:noFill/>
          <a:ln>
            <a:noFill/>
          </a:ln>
        </p:spPr>
      </p:pic>
      <p:pic>
        <p:nvPicPr>
          <p:cNvPr id="149" name="Google Shape;149;p15"/>
          <p:cNvPicPr preferRelativeResize="0"/>
          <p:nvPr/>
        </p:nvPicPr>
        <p:blipFill>
          <a:blip r:embed="rId3">
            <a:alphaModFix/>
          </a:blip>
          <a:stretch>
            <a:fillRect/>
          </a:stretch>
        </p:blipFill>
        <p:spPr>
          <a:xfrm rot="2914115">
            <a:off x="434721" y="1012844"/>
            <a:ext cx="557000" cy="1347687"/>
          </a:xfrm>
          <a:prstGeom prst="rect">
            <a:avLst/>
          </a:prstGeom>
          <a:noFill/>
          <a:ln>
            <a:noFill/>
          </a:ln>
        </p:spPr>
      </p:pic>
      <p:pic>
        <p:nvPicPr>
          <p:cNvPr id="150" name="Google Shape;150;p15"/>
          <p:cNvPicPr preferRelativeResize="0"/>
          <p:nvPr/>
        </p:nvPicPr>
        <p:blipFill>
          <a:blip r:embed="rId4">
            <a:alphaModFix/>
          </a:blip>
          <a:stretch>
            <a:fillRect/>
          </a:stretch>
        </p:blipFill>
        <p:spPr>
          <a:xfrm rot="-2700334" flipH="1">
            <a:off x="394678" y="4282019"/>
            <a:ext cx="508392" cy="643962"/>
          </a:xfrm>
          <a:prstGeom prst="rect">
            <a:avLst/>
          </a:prstGeom>
          <a:noFill/>
          <a:ln>
            <a:noFill/>
          </a:ln>
        </p:spPr>
      </p:pic>
      <p:pic>
        <p:nvPicPr>
          <p:cNvPr id="151" name="Google Shape;151;p15"/>
          <p:cNvPicPr preferRelativeResize="0"/>
          <p:nvPr/>
        </p:nvPicPr>
        <p:blipFill>
          <a:blip r:embed="rId5">
            <a:alphaModFix/>
          </a:blip>
          <a:stretch>
            <a:fillRect/>
          </a:stretch>
        </p:blipFill>
        <p:spPr>
          <a:xfrm rot="4524976">
            <a:off x="1690545" y="123296"/>
            <a:ext cx="326011" cy="412957"/>
          </a:xfrm>
          <a:prstGeom prst="rect">
            <a:avLst/>
          </a:prstGeom>
          <a:noFill/>
          <a:ln>
            <a:noFill/>
          </a:ln>
        </p:spPr>
      </p:pic>
      <p:sp>
        <p:nvSpPr>
          <p:cNvPr id="152" name="Google Shape;152;p15"/>
          <p:cNvSpPr/>
          <p:nvPr/>
        </p:nvSpPr>
        <p:spPr>
          <a:xfrm>
            <a:off x="5145079" y="216851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53" name="Google Shape;153;p15"/>
          <p:cNvPicPr preferRelativeResize="0"/>
          <p:nvPr/>
        </p:nvPicPr>
        <p:blipFill>
          <a:blip r:embed="rId6">
            <a:alphaModFix/>
          </a:blip>
          <a:stretch>
            <a:fillRect/>
          </a:stretch>
        </p:blipFill>
        <p:spPr>
          <a:xfrm rot="2700000">
            <a:off x="7965621" y="1174825"/>
            <a:ext cx="930290" cy="1270500"/>
          </a:xfrm>
          <a:prstGeom prst="rect">
            <a:avLst/>
          </a:prstGeom>
          <a:noFill/>
          <a:ln>
            <a:noFill/>
          </a:ln>
        </p:spPr>
      </p:pic>
      <p:pic>
        <p:nvPicPr>
          <p:cNvPr id="154" name="Google Shape;154;p15"/>
          <p:cNvPicPr preferRelativeResize="0"/>
          <p:nvPr/>
        </p:nvPicPr>
        <p:blipFill>
          <a:blip r:embed="rId7">
            <a:alphaModFix/>
          </a:blip>
          <a:stretch>
            <a:fillRect/>
          </a:stretch>
        </p:blipFill>
        <p:spPr>
          <a:xfrm rot="-1396901">
            <a:off x="7605874" y="-72496"/>
            <a:ext cx="1147479" cy="1684243"/>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55"/>
        <p:cNvGrpSpPr/>
        <p:nvPr/>
      </p:nvGrpSpPr>
      <p:grpSpPr>
        <a:xfrm>
          <a:off x="0" y="0"/>
          <a:ext cx="0" cy="0"/>
          <a:chOff x="0" y="0"/>
          <a:chExt cx="0" cy="0"/>
        </a:xfrm>
      </p:grpSpPr>
      <p:sp>
        <p:nvSpPr>
          <p:cNvPr id="156" name="Google Shape;156;p16"/>
          <p:cNvSpPr txBox="1">
            <a:spLocks noGrp="1"/>
          </p:cNvSpPr>
          <p:nvPr>
            <p:ph type="title"/>
          </p:nvPr>
        </p:nvSpPr>
        <p:spPr>
          <a:xfrm>
            <a:off x="1226400" y="2989725"/>
            <a:ext cx="6691200" cy="6426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57" name="Google Shape;157;p16"/>
          <p:cNvSpPr txBox="1">
            <a:spLocks noGrp="1"/>
          </p:cNvSpPr>
          <p:nvPr>
            <p:ph type="subTitle" idx="1"/>
          </p:nvPr>
        </p:nvSpPr>
        <p:spPr>
          <a:xfrm>
            <a:off x="1226400" y="1511313"/>
            <a:ext cx="6691200" cy="1478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sp>
        <p:nvSpPr>
          <p:cNvPr id="158" name="Google Shape;158;p16"/>
          <p:cNvSpPr/>
          <p:nvPr/>
        </p:nvSpPr>
        <p:spPr>
          <a:xfrm flipH="1">
            <a:off x="-1964087"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6"/>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0" name="Google Shape;160;p16"/>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161" name="Google Shape;161;p16"/>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pic>
        <p:nvPicPr>
          <p:cNvPr id="162" name="Google Shape;162;p16"/>
          <p:cNvPicPr preferRelativeResize="0"/>
          <p:nvPr/>
        </p:nvPicPr>
        <p:blipFill>
          <a:blip r:embed="rId4">
            <a:alphaModFix/>
          </a:blip>
          <a:stretch>
            <a:fillRect/>
          </a:stretch>
        </p:blipFill>
        <p:spPr>
          <a:xfrm rot="-4562926">
            <a:off x="8024748" y="-286126"/>
            <a:ext cx="812053" cy="1191891"/>
          </a:xfrm>
          <a:prstGeom prst="rect">
            <a:avLst/>
          </a:prstGeom>
          <a:noFill/>
          <a:ln>
            <a:noFill/>
          </a:ln>
        </p:spPr>
      </p:pic>
      <p:pic>
        <p:nvPicPr>
          <p:cNvPr id="163" name="Google Shape;163;p16"/>
          <p:cNvPicPr preferRelativeResize="0"/>
          <p:nvPr/>
        </p:nvPicPr>
        <p:blipFill>
          <a:blip r:embed="rId5">
            <a:alphaModFix/>
          </a:blip>
          <a:stretch>
            <a:fillRect/>
          </a:stretch>
        </p:blipFill>
        <p:spPr>
          <a:xfrm rot="2268240">
            <a:off x="8322104" y="4299089"/>
            <a:ext cx="481442" cy="609821"/>
          </a:xfrm>
          <a:prstGeom prst="rect">
            <a:avLst/>
          </a:prstGeom>
          <a:noFill/>
          <a:ln>
            <a:noFill/>
          </a:ln>
        </p:spPr>
      </p:pic>
      <p:pic>
        <p:nvPicPr>
          <p:cNvPr id="164" name="Google Shape;164;p16"/>
          <p:cNvPicPr preferRelativeResize="0"/>
          <p:nvPr/>
        </p:nvPicPr>
        <p:blipFill>
          <a:blip r:embed="rId6">
            <a:alphaModFix/>
          </a:blip>
          <a:stretch>
            <a:fillRect/>
          </a:stretch>
        </p:blipFill>
        <p:spPr>
          <a:xfrm rot="878763">
            <a:off x="8537324" y="2043837"/>
            <a:ext cx="408550" cy="1897425"/>
          </a:xfrm>
          <a:prstGeom prst="rect">
            <a:avLst/>
          </a:prstGeom>
          <a:noFill/>
          <a:ln>
            <a:noFill/>
          </a:ln>
        </p:spPr>
      </p:pic>
      <p:pic>
        <p:nvPicPr>
          <p:cNvPr id="165" name="Google Shape;165;p16"/>
          <p:cNvPicPr preferRelativeResize="0"/>
          <p:nvPr/>
        </p:nvPicPr>
        <p:blipFill>
          <a:blip r:embed="rId7">
            <a:alphaModFix/>
          </a:blip>
          <a:stretch>
            <a:fillRect/>
          </a:stretch>
        </p:blipFill>
        <p:spPr>
          <a:xfrm>
            <a:off x="-408125" y="1085777"/>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66"/>
        <p:cNvGrpSpPr/>
        <p:nvPr/>
      </p:nvGrpSpPr>
      <p:grpSpPr>
        <a:xfrm>
          <a:off x="0" y="0"/>
          <a:ext cx="0" cy="0"/>
          <a:chOff x="0" y="0"/>
          <a:chExt cx="0" cy="0"/>
        </a:xfrm>
      </p:grpSpPr>
      <p:sp>
        <p:nvSpPr>
          <p:cNvPr id="167" name="Google Shape;167;p17"/>
          <p:cNvSpPr txBox="1">
            <a:spLocks noGrp="1"/>
          </p:cNvSpPr>
          <p:nvPr>
            <p:ph type="title"/>
          </p:nvPr>
        </p:nvSpPr>
        <p:spPr>
          <a:xfrm>
            <a:off x="1096663" y="865575"/>
            <a:ext cx="2785500" cy="22962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8" name="Google Shape;168;p17"/>
          <p:cNvSpPr txBox="1">
            <a:spLocks noGrp="1"/>
          </p:cNvSpPr>
          <p:nvPr>
            <p:ph type="subTitle" idx="1"/>
          </p:nvPr>
        </p:nvSpPr>
        <p:spPr>
          <a:xfrm>
            <a:off x="1096663" y="3161625"/>
            <a:ext cx="2785500" cy="111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9" name="Google Shape;169;p17"/>
          <p:cNvSpPr>
            <a:spLocks noGrp="1"/>
          </p:cNvSpPr>
          <p:nvPr>
            <p:ph type="pic" idx="2"/>
          </p:nvPr>
        </p:nvSpPr>
        <p:spPr>
          <a:xfrm>
            <a:off x="4279938" y="690300"/>
            <a:ext cx="3767400" cy="3762900"/>
          </a:xfrm>
          <a:prstGeom prst="ellipse">
            <a:avLst/>
          </a:prstGeom>
          <a:noFill/>
          <a:ln>
            <a:noFill/>
          </a:ln>
        </p:spPr>
        <p:txBody>
          <a:bodyPr/>
          <a:lstStyle/>
          <a:p>
            <a:endParaRPr lang="en-US"/>
          </a:p>
        </p:txBody>
      </p:sp>
      <p:sp>
        <p:nvSpPr>
          <p:cNvPr id="170" name="Google Shape;170;p17"/>
          <p:cNvSpPr/>
          <p:nvPr/>
        </p:nvSpPr>
        <p:spPr>
          <a:xfrm flipH="1">
            <a:off x="-1964087"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1" name="Google Shape;171;p17"/>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172" name="Google Shape;172;p17"/>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pic>
        <p:nvPicPr>
          <p:cNvPr id="173" name="Google Shape;173;p17"/>
          <p:cNvPicPr preferRelativeResize="0"/>
          <p:nvPr/>
        </p:nvPicPr>
        <p:blipFill>
          <a:blip r:embed="rId4">
            <a:alphaModFix/>
          </a:blip>
          <a:stretch>
            <a:fillRect/>
          </a:stretch>
        </p:blipFill>
        <p:spPr>
          <a:xfrm>
            <a:off x="-408125" y="1085777"/>
            <a:ext cx="1114601" cy="2506447"/>
          </a:xfrm>
          <a:prstGeom prst="rect">
            <a:avLst/>
          </a:prstGeom>
          <a:noFill/>
          <a:ln>
            <a:noFill/>
          </a:ln>
        </p:spPr>
      </p:pic>
      <p:sp>
        <p:nvSpPr>
          <p:cNvPr id="174" name="Google Shape;174;p17"/>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5" name="Google Shape;175;p17"/>
          <p:cNvPicPr preferRelativeResize="0"/>
          <p:nvPr/>
        </p:nvPicPr>
        <p:blipFill>
          <a:blip r:embed="rId5">
            <a:alphaModFix/>
          </a:blip>
          <a:stretch>
            <a:fillRect/>
          </a:stretch>
        </p:blipFill>
        <p:spPr>
          <a:xfrm rot="-4562926">
            <a:off x="8024748" y="-286126"/>
            <a:ext cx="812053" cy="1191891"/>
          </a:xfrm>
          <a:prstGeom prst="rect">
            <a:avLst/>
          </a:prstGeom>
          <a:noFill/>
          <a:ln>
            <a:noFill/>
          </a:ln>
        </p:spPr>
      </p:pic>
      <p:pic>
        <p:nvPicPr>
          <p:cNvPr id="176" name="Google Shape;176;p17"/>
          <p:cNvPicPr preferRelativeResize="0"/>
          <p:nvPr/>
        </p:nvPicPr>
        <p:blipFill>
          <a:blip r:embed="rId6">
            <a:alphaModFix/>
          </a:blip>
          <a:stretch>
            <a:fillRect/>
          </a:stretch>
        </p:blipFill>
        <p:spPr>
          <a:xfrm rot="2268240">
            <a:off x="8322104" y="4299089"/>
            <a:ext cx="481442" cy="609821"/>
          </a:xfrm>
          <a:prstGeom prst="rect">
            <a:avLst/>
          </a:prstGeom>
          <a:noFill/>
          <a:ln>
            <a:noFill/>
          </a:ln>
        </p:spPr>
      </p:pic>
      <p:pic>
        <p:nvPicPr>
          <p:cNvPr id="177" name="Google Shape;177;p17"/>
          <p:cNvPicPr preferRelativeResize="0"/>
          <p:nvPr/>
        </p:nvPicPr>
        <p:blipFill>
          <a:blip r:embed="rId7">
            <a:alphaModFix/>
          </a:blip>
          <a:stretch>
            <a:fillRect/>
          </a:stretch>
        </p:blipFill>
        <p:spPr>
          <a:xfrm rot="878763">
            <a:off x="8537324" y="204383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78"/>
        <p:cNvGrpSpPr/>
        <p:nvPr/>
      </p:nvGrpSpPr>
      <p:grpSpPr>
        <a:xfrm>
          <a:off x="0" y="0"/>
          <a:ext cx="0" cy="0"/>
          <a:chOff x="0" y="0"/>
          <a:chExt cx="0" cy="0"/>
        </a:xfrm>
      </p:grpSpPr>
      <p:sp>
        <p:nvSpPr>
          <p:cNvPr id="179" name="Google Shape;179;p18"/>
          <p:cNvSpPr txBox="1">
            <a:spLocks noGrp="1"/>
          </p:cNvSpPr>
          <p:nvPr>
            <p:ph type="title"/>
          </p:nvPr>
        </p:nvSpPr>
        <p:spPr>
          <a:xfrm>
            <a:off x="864013" y="1815300"/>
            <a:ext cx="2780400" cy="572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0" name="Google Shape;180;p18"/>
          <p:cNvSpPr txBox="1">
            <a:spLocks noGrp="1"/>
          </p:cNvSpPr>
          <p:nvPr>
            <p:ph type="subTitle" idx="1"/>
          </p:nvPr>
        </p:nvSpPr>
        <p:spPr>
          <a:xfrm>
            <a:off x="864013" y="2311800"/>
            <a:ext cx="2780400" cy="10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1" name="Google Shape;181;p18"/>
          <p:cNvSpPr/>
          <p:nvPr/>
        </p:nvSpPr>
        <p:spPr>
          <a:xfrm>
            <a:off x="4340994"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8"/>
          <p:cNvSpPr/>
          <p:nvPr/>
        </p:nvSpPr>
        <p:spPr>
          <a:xfrm rot="5400000" flipH="1">
            <a:off x="-1012010"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83" name="Google Shape;183;p18"/>
          <p:cNvPicPr preferRelativeResize="0"/>
          <p:nvPr/>
        </p:nvPicPr>
        <p:blipFill>
          <a:blip r:embed="rId2">
            <a:alphaModFix/>
          </a:blip>
          <a:stretch>
            <a:fillRect/>
          </a:stretch>
        </p:blipFill>
        <p:spPr>
          <a:xfrm flipH="1">
            <a:off x="8434558" y="3534606"/>
            <a:ext cx="557000" cy="1347687"/>
          </a:xfrm>
          <a:prstGeom prst="rect">
            <a:avLst/>
          </a:prstGeom>
          <a:noFill/>
          <a:ln>
            <a:noFill/>
          </a:ln>
        </p:spPr>
      </p:pic>
      <p:pic>
        <p:nvPicPr>
          <p:cNvPr id="184" name="Google Shape;184;p18"/>
          <p:cNvPicPr preferRelativeResize="0"/>
          <p:nvPr/>
        </p:nvPicPr>
        <p:blipFill>
          <a:blip r:embed="rId3">
            <a:alphaModFix/>
          </a:blip>
          <a:stretch>
            <a:fillRect/>
          </a:stretch>
        </p:blipFill>
        <p:spPr>
          <a:xfrm rot="2700148">
            <a:off x="7947197" y="4621120"/>
            <a:ext cx="364095" cy="461187"/>
          </a:xfrm>
          <a:prstGeom prst="rect">
            <a:avLst/>
          </a:prstGeom>
          <a:noFill/>
          <a:ln>
            <a:noFill/>
          </a:ln>
        </p:spPr>
      </p:pic>
      <p:pic>
        <p:nvPicPr>
          <p:cNvPr id="185" name="Google Shape;185;p18"/>
          <p:cNvPicPr preferRelativeResize="0"/>
          <p:nvPr/>
        </p:nvPicPr>
        <p:blipFill>
          <a:blip r:embed="rId4">
            <a:alphaModFix/>
          </a:blip>
          <a:stretch>
            <a:fillRect/>
          </a:stretch>
        </p:blipFill>
        <p:spPr>
          <a:xfrm rot="4562926" flipH="1">
            <a:off x="304222" y="-286126"/>
            <a:ext cx="812053" cy="1191891"/>
          </a:xfrm>
          <a:prstGeom prst="rect">
            <a:avLst/>
          </a:prstGeom>
          <a:noFill/>
          <a:ln>
            <a:noFill/>
          </a:ln>
        </p:spPr>
      </p:pic>
      <p:pic>
        <p:nvPicPr>
          <p:cNvPr id="186" name="Google Shape;186;p18"/>
          <p:cNvPicPr preferRelativeResize="0"/>
          <p:nvPr/>
        </p:nvPicPr>
        <p:blipFill>
          <a:blip r:embed="rId5">
            <a:alphaModFix/>
          </a:blip>
          <a:stretch>
            <a:fillRect/>
          </a:stretch>
        </p:blipFill>
        <p:spPr>
          <a:xfrm rot="-2268240" flipH="1">
            <a:off x="158702" y="623064"/>
            <a:ext cx="481442" cy="609821"/>
          </a:xfrm>
          <a:prstGeom prst="rect">
            <a:avLst/>
          </a:prstGeom>
          <a:noFill/>
          <a:ln>
            <a:noFill/>
          </a:ln>
        </p:spPr>
      </p:pic>
      <p:pic>
        <p:nvPicPr>
          <p:cNvPr id="187" name="Google Shape;187;p18"/>
          <p:cNvPicPr preferRelativeResize="0"/>
          <p:nvPr/>
        </p:nvPicPr>
        <p:blipFill>
          <a:blip r:embed="rId6">
            <a:alphaModFix/>
          </a:blip>
          <a:stretch>
            <a:fillRect/>
          </a:stretch>
        </p:blipFill>
        <p:spPr>
          <a:xfrm rot="5534939">
            <a:off x="-487465" y="3164667"/>
            <a:ext cx="1432998" cy="2260449"/>
          </a:xfrm>
          <a:prstGeom prst="rect">
            <a:avLst/>
          </a:prstGeom>
          <a:noFill/>
          <a:ln>
            <a:noFill/>
          </a:ln>
        </p:spPr>
      </p:pic>
      <p:pic>
        <p:nvPicPr>
          <p:cNvPr id="188" name="Google Shape;188;p18"/>
          <p:cNvPicPr preferRelativeResize="0"/>
          <p:nvPr/>
        </p:nvPicPr>
        <p:blipFill>
          <a:blip r:embed="rId7">
            <a:alphaModFix/>
          </a:blip>
          <a:stretch>
            <a:fillRect/>
          </a:stretch>
        </p:blipFill>
        <p:spPr>
          <a:xfrm>
            <a:off x="8525240" y="1316438"/>
            <a:ext cx="375620" cy="47580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89"/>
        <p:cNvGrpSpPr/>
        <p:nvPr/>
      </p:nvGrpSpPr>
      <p:grpSpPr>
        <a:xfrm>
          <a:off x="0" y="0"/>
          <a:ext cx="0" cy="0"/>
          <a:chOff x="0" y="0"/>
          <a:chExt cx="0" cy="0"/>
        </a:xfrm>
      </p:grpSpPr>
      <p:sp>
        <p:nvSpPr>
          <p:cNvPr id="190" name="Google Shape;190;p19"/>
          <p:cNvSpPr/>
          <p:nvPr/>
        </p:nvSpPr>
        <p:spPr>
          <a:xfrm flipH="1">
            <a:off x="5816181" y="-1270171"/>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91" name="Google Shape;191;p19"/>
          <p:cNvPicPr preferRelativeResize="0"/>
          <p:nvPr/>
        </p:nvPicPr>
        <p:blipFill>
          <a:blip r:embed="rId2">
            <a:alphaModFix/>
          </a:blip>
          <a:stretch>
            <a:fillRect/>
          </a:stretch>
        </p:blipFill>
        <p:spPr>
          <a:xfrm rot="-2471259" flipH="1">
            <a:off x="7836028" y="-947519"/>
            <a:ext cx="1146700" cy="3272150"/>
          </a:xfrm>
          <a:prstGeom prst="rect">
            <a:avLst/>
          </a:prstGeom>
          <a:noFill/>
          <a:ln>
            <a:noFill/>
          </a:ln>
        </p:spPr>
      </p:pic>
      <p:sp>
        <p:nvSpPr>
          <p:cNvPr id="192" name="Google Shape;192;p19"/>
          <p:cNvSpPr txBox="1">
            <a:spLocks noGrp="1"/>
          </p:cNvSpPr>
          <p:nvPr>
            <p:ph type="title"/>
          </p:nvPr>
        </p:nvSpPr>
        <p:spPr>
          <a:xfrm>
            <a:off x="5643650" y="1821450"/>
            <a:ext cx="2787000" cy="572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3" name="Google Shape;193;p19"/>
          <p:cNvSpPr txBox="1">
            <a:spLocks noGrp="1"/>
          </p:cNvSpPr>
          <p:nvPr>
            <p:ph type="subTitle" idx="1"/>
          </p:nvPr>
        </p:nvSpPr>
        <p:spPr>
          <a:xfrm>
            <a:off x="5643782" y="2317950"/>
            <a:ext cx="2787000" cy="101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pic>
        <p:nvPicPr>
          <p:cNvPr id="194" name="Google Shape;194;p19"/>
          <p:cNvPicPr preferRelativeResize="0"/>
          <p:nvPr/>
        </p:nvPicPr>
        <p:blipFill>
          <a:blip r:embed="rId3">
            <a:alphaModFix/>
          </a:blip>
          <a:stretch>
            <a:fillRect/>
          </a:stretch>
        </p:blipFill>
        <p:spPr>
          <a:xfrm rot="8100334">
            <a:off x="360709" y="4194006"/>
            <a:ext cx="508392" cy="643962"/>
          </a:xfrm>
          <a:prstGeom prst="rect">
            <a:avLst/>
          </a:prstGeom>
          <a:noFill/>
          <a:ln>
            <a:noFill/>
          </a:ln>
        </p:spPr>
      </p:pic>
      <p:pic>
        <p:nvPicPr>
          <p:cNvPr id="195" name="Google Shape;195;p19"/>
          <p:cNvPicPr preferRelativeResize="0"/>
          <p:nvPr/>
        </p:nvPicPr>
        <p:blipFill>
          <a:blip r:embed="rId4">
            <a:alphaModFix/>
          </a:blip>
          <a:stretch>
            <a:fillRect/>
          </a:stretch>
        </p:blipFill>
        <p:spPr>
          <a:xfrm rot="4078026" flipH="1">
            <a:off x="7841132" y="3660583"/>
            <a:ext cx="779793" cy="1886834"/>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3">
  <p:cSld name="CUSTOM_4_1_1">
    <p:spTree>
      <p:nvGrpSpPr>
        <p:cNvPr id="1" name="Shape 196"/>
        <p:cNvGrpSpPr/>
        <p:nvPr/>
      </p:nvGrpSpPr>
      <p:grpSpPr>
        <a:xfrm>
          <a:off x="0" y="0"/>
          <a:ext cx="0" cy="0"/>
          <a:chOff x="0" y="0"/>
          <a:chExt cx="0" cy="0"/>
        </a:xfrm>
      </p:grpSpPr>
      <p:sp>
        <p:nvSpPr>
          <p:cNvPr id="197" name="Google Shape;197;p20"/>
          <p:cNvSpPr txBox="1">
            <a:spLocks noGrp="1"/>
          </p:cNvSpPr>
          <p:nvPr>
            <p:ph type="title"/>
          </p:nvPr>
        </p:nvSpPr>
        <p:spPr>
          <a:xfrm>
            <a:off x="2246300" y="1506125"/>
            <a:ext cx="4651200" cy="9402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endParaRPr/>
          </a:p>
        </p:txBody>
      </p:sp>
      <p:sp>
        <p:nvSpPr>
          <p:cNvPr id="198" name="Google Shape;198;p20"/>
          <p:cNvSpPr txBox="1">
            <a:spLocks noGrp="1"/>
          </p:cNvSpPr>
          <p:nvPr>
            <p:ph type="subTitle" idx="1"/>
          </p:nvPr>
        </p:nvSpPr>
        <p:spPr>
          <a:xfrm>
            <a:off x="2246509" y="2446388"/>
            <a:ext cx="4651200" cy="1016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9" name="Google Shape;199;p20"/>
          <p:cNvSpPr/>
          <p:nvPr/>
        </p:nvSpPr>
        <p:spPr>
          <a:xfrm flipH="1">
            <a:off x="5816181" y="-1270171"/>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00" name="Google Shape;200;p20"/>
          <p:cNvPicPr preferRelativeResize="0"/>
          <p:nvPr/>
        </p:nvPicPr>
        <p:blipFill>
          <a:blip r:embed="rId2">
            <a:alphaModFix/>
          </a:blip>
          <a:stretch>
            <a:fillRect/>
          </a:stretch>
        </p:blipFill>
        <p:spPr>
          <a:xfrm rot="1396901" flipH="1">
            <a:off x="679226" y="326079"/>
            <a:ext cx="1147479" cy="1684243"/>
          </a:xfrm>
          <a:prstGeom prst="rect">
            <a:avLst/>
          </a:prstGeom>
          <a:noFill/>
          <a:ln>
            <a:noFill/>
          </a:ln>
        </p:spPr>
      </p:pic>
      <p:pic>
        <p:nvPicPr>
          <p:cNvPr id="201" name="Google Shape;201;p20"/>
          <p:cNvPicPr preferRelativeResize="0"/>
          <p:nvPr/>
        </p:nvPicPr>
        <p:blipFill>
          <a:blip r:embed="rId3">
            <a:alphaModFix/>
          </a:blip>
          <a:stretch>
            <a:fillRect/>
          </a:stretch>
        </p:blipFill>
        <p:spPr>
          <a:xfrm rot="8100334">
            <a:off x="122584" y="452156"/>
            <a:ext cx="508392" cy="643962"/>
          </a:xfrm>
          <a:prstGeom prst="rect">
            <a:avLst/>
          </a:prstGeom>
          <a:noFill/>
          <a:ln>
            <a:noFill/>
          </a:ln>
        </p:spPr>
      </p:pic>
      <p:pic>
        <p:nvPicPr>
          <p:cNvPr id="202" name="Google Shape;202;p20"/>
          <p:cNvPicPr preferRelativeResize="0"/>
          <p:nvPr/>
        </p:nvPicPr>
        <p:blipFill>
          <a:blip r:embed="rId4">
            <a:alphaModFix/>
          </a:blip>
          <a:stretch>
            <a:fillRect/>
          </a:stretch>
        </p:blipFill>
        <p:spPr>
          <a:xfrm rot="-4524976" flipH="1">
            <a:off x="8306149" y="413209"/>
            <a:ext cx="326011" cy="412957"/>
          </a:xfrm>
          <a:prstGeom prst="rect">
            <a:avLst/>
          </a:prstGeom>
          <a:noFill/>
          <a:ln>
            <a:noFill/>
          </a:ln>
        </p:spPr>
      </p:pic>
      <p:pic>
        <p:nvPicPr>
          <p:cNvPr id="203" name="Google Shape;203;p20"/>
          <p:cNvPicPr preferRelativeResize="0"/>
          <p:nvPr/>
        </p:nvPicPr>
        <p:blipFill>
          <a:blip r:embed="rId5">
            <a:alphaModFix/>
          </a:blip>
          <a:stretch>
            <a:fillRect/>
          </a:stretch>
        </p:blipFill>
        <p:spPr>
          <a:xfrm rot="-4078026">
            <a:off x="7149795" y="3677133"/>
            <a:ext cx="779793" cy="1886834"/>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1">
  <p:cSld name="CUSTOM_11">
    <p:spTree>
      <p:nvGrpSpPr>
        <p:cNvPr id="1" name="Shape 204"/>
        <p:cNvGrpSpPr/>
        <p:nvPr/>
      </p:nvGrpSpPr>
      <p:grpSpPr>
        <a:xfrm>
          <a:off x="0" y="0"/>
          <a:ext cx="0" cy="0"/>
          <a:chOff x="0" y="0"/>
          <a:chExt cx="0" cy="0"/>
        </a:xfrm>
      </p:grpSpPr>
      <p:sp>
        <p:nvSpPr>
          <p:cNvPr id="205" name="Google Shape;205;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6" name="Google Shape;206;p21"/>
          <p:cNvSpPr/>
          <p:nvPr/>
        </p:nvSpPr>
        <p:spPr>
          <a:xfrm flipH="1">
            <a:off x="-2866462" y="219346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1"/>
          <p:cNvSpPr/>
          <p:nvPr/>
        </p:nvSpPr>
        <p:spPr>
          <a:xfrm rot="-5400000">
            <a:off x="6525783" y="-457242"/>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08" name="Google Shape;208;p21"/>
          <p:cNvPicPr preferRelativeResize="0"/>
          <p:nvPr/>
        </p:nvPicPr>
        <p:blipFill>
          <a:blip r:embed="rId2">
            <a:alphaModFix/>
          </a:blip>
          <a:stretch>
            <a:fillRect/>
          </a:stretch>
        </p:blipFill>
        <p:spPr>
          <a:xfrm rot="-5400000">
            <a:off x="8114947" y="-332954"/>
            <a:ext cx="486750" cy="1177725"/>
          </a:xfrm>
          <a:prstGeom prst="rect">
            <a:avLst/>
          </a:prstGeom>
          <a:noFill/>
          <a:ln>
            <a:noFill/>
          </a:ln>
        </p:spPr>
      </p:pic>
      <p:pic>
        <p:nvPicPr>
          <p:cNvPr id="209" name="Google Shape;209;p21"/>
          <p:cNvPicPr preferRelativeResize="0"/>
          <p:nvPr/>
        </p:nvPicPr>
        <p:blipFill>
          <a:blip r:embed="rId3">
            <a:alphaModFix/>
          </a:blip>
          <a:stretch>
            <a:fillRect/>
          </a:stretch>
        </p:blipFill>
        <p:spPr>
          <a:xfrm rot="-2700148" flipH="1">
            <a:off x="995331" y="4657320"/>
            <a:ext cx="364095" cy="461187"/>
          </a:xfrm>
          <a:prstGeom prst="rect">
            <a:avLst/>
          </a:prstGeom>
          <a:noFill/>
          <a:ln>
            <a:noFill/>
          </a:ln>
        </p:spPr>
      </p:pic>
      <p:pic>
        <p:nvPicPr>
          <p:cNvPr id="210" name="Google Shape;210;p21"/>
          <p:cNvPicPr preferRelativeResize="0"/>
          <p:nvPr/>
        </p:nvPicPr>
        <p:blipFill>
          <a:blip r:embed="rId4">
            <a:alphaModFix/>
          </a:blip>
          <a:stretch>
            <a:fillRect/>
          </a:stretch>
        </p:blipFill>
        <p:spPr>
          <a:xfrm rot="-216936">
            <a:off x="90028" y="4151678"/>
            <a:ext cx="660244" cy="969068"/>
          </a:xfrm>
          <a:prstGeom prst="rect">
            <a:avLst/>
          </a:prstGeom>
          <a:noFill/>
          <a:ln>
            <a:noFill/>
          </a:ln>
        </p:spPr>
      </p:pic>
      <p:pic>
        <p:nvPicPr>
          <p:cNvPr id="211" name="Google Shape;211;p21"/>
          <p:cNvPicPr preferRelativeResize="0"/>
          <p:nvPr/>
        </p:nvPicPr>
        <p:blipFill>
          <a:blip r:embed="rId5">
            <a:alphaModFix/>
          </a:blip>
          <a:stretch>
            <a:fillRect/>
          </a:stretch>
        </p:blipFill>
        <p:spPr>
          <a:xfrm rot="878763">
            <a:off x="8599982" y="2031287"/>
            <a:ext cx="408550" cy="1897425"/>
          </a:xfrm>
          <a:prstGeom prst="rect">
            <a:avLst/>
          </a:prstGeom>
          <a:noFill/>
          <a:ln>
            <a:noFill/>
          </a:ln>
        </p:spPr>
      </p:pic>
      <p:pic>
        <p:nvPicPr>
          <p:cNvPr id="212" name="Google Shape;212;p21"/>
          <p:cNvPicPr preferRelativeResize="0"/>
          <p:nvPr/>
        </p:nvPicPr>
        <p:blipFill>
          <a:blip r:embed="rId6">
            <a:alphaModFix/>
          </a:blip>
          <a:stretch>
            <a:fillRect/>
          </a:stretch>
        </p:blipFill>
        <p:spPr>
          <a:xfrm rot="2268240">
            <a:off x="8322104" y="4299089"/>
            <a:ext cx="481442" cy="609821"/>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_1">
    <p:spTree>
      <p:nvGrpSpPr>
        <p:cNvPr id="1" name="Shape 213"/>
        <p:cNvGrpSpPr/>
        <p:nvPr/>
      </p:nvGrpSpPr>
      <p:grpSpPr>
        <a:xfrm>
          <a:off x="0" y="0"/>
          <a:ext cx="0" cy="0"/>
          <a:chOff x="0" y="0"/>
          <a:chExt cx="0" cy="0"/>
        </a:xfrm>
      </p:grpSpPr>
      <p:sp>
        <p:nvSpPr>
          <p:cNvPr id="214" name="Google Shape;214;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5" name="Google Shape;215;p22"/>
          <p:cNvSpPr txBox="1">
            <a:spLocks noGrp="1"/>
          </p:cNvSpPr>
          <p:nvPr>
            <p:ph type="subTitle" idx="1"/>
          </p:nvPr>
        </p:nvSpPr>
        <p:spPr>
          <a:xfrm>
            <a:off x="4428153" y="1793700"/>
            <a:ext cx="3996000" cy="2107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2"/>
          <p:cNvSpPr txBox="1">
            <a:spLocks noGrp="1"/>
          </p:cNvSpPr>
          <p:nvPr>
            <p:ph type="subTitle" idx="2"/>
          </p:nvPr>
        </p:nvSpPr>
        <p:spPr>
          <a:xfrm>
            <a:off x="720050" y="1793700"/>
            <a:ext cx="3708000" cy="2107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7" name="Google Shape;217;p22"/>
          <p:cNvSpPr/>
          <p:nvPr/>
        </p:nvSpPr>
        <p:spPr>
          <a:xfrm rot="5400000" flipH="1">
            <a:off x="-1012010"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8" name="Google Shape;218;p22"/>
          <p:cNvPicPr preferRelativeResize="0"/>
          <p:nvPr/>
        </p:nvPicPr>
        <p:blipFill>
          <a:blip r:embed="rId2">
            <a:alphaModFix/>
          </a:blip>
          <a:stretch>
            <a:fillRect/>
          </a:stretch>
        </p:blipFill>
        <p:spPr>
          <a:xfrm rot="4562926" flipH="1">
            <a:off x="304222" y="-286126"/>
            <a:ext cx="812053" cy="1191891"/>
          </a:xfrm>
          <a:prstGeom prst="rect">
            <a:avLst/>
          </a:prstGeom>
          <a:noFill/>
          <a:ln>
            <a:noFill/>
          </a:ln>
        </p:spPr>
      </p:pic>
      <p:pic>
        <p:nvPicPr>
          <p:cNvPr id="219" name="Google Shape;219;p22"/>
          <p:cNvPicPr preferRelativeResize="0"/>
          <p:nvPr/>
        </p:nvPicPr>
        <p:blipFill>
          <a:blip r:embed="rId3">
            <a:alphaModFix/>
          </a:blip>
          <a:stretch>
            <a:fillRect/>
          </a:stretch>
        </p:blipFill>
        <p:spPr>
          <a:xfrm rot="9557823" flipH="1">
            <a:off x="280176" y="3259736"/>
            <a:ext cx="408550" cy="1897427"/>
          </a:xfrm>
          <a:prstGeom prst="rect">
            <a:avLst/>
          </a:prstGeom>
          <a:noFill/>
          <a:ln>
            <a:noFill/>
          </a:ln>
        </p:spPr>
      </p:pic>
      <p:pic>
        <p:nvPicPr>
          <p:cNvPr id="220" name="Google Shape;220;p22"/>
          <p:cNvPicPr preferRelativeResize="0"/>
          <p:nvPr/>
        </p:nvPicPr>
        <p:blipFill>
          <a:blip r:embed="rId4">
            <a:alphaModFix/>
          </a:blip>
          <a:stretch>
            <a:fillRect/>
          </a:stretch>
        </p:blipFill>
        <p:spPr>
          <a:xfrm rot="-2268240" flipH="1">
            <a:off x="158702" y="623064"/>
            <a:ext cx="481442" cy="609821"/>
          </a:xfrm>
          <a:prstGeom prst="rect">
            <a:avLst/>
          </a:prstGeom>
          <a:noFill/>
          <a:ln>
            <a:noFill/>
          </a:ln>
        </p:spPr>
      </p:pic>
      <p:sp>
        <p:nvSpPr>
          <p:cNvPr id="221" name="Google Shape;221;p22"/>
          <p:cNvSpPr/>
          <p:nvPr/>
        </p:nvSpPr>
        <p:spPr>
          <a:xfrm>
            <a:off x="4340994"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22" name="Google Shape;222;p22"/>
          <p:cNvPicPr preferRelativeResize="0"/>
          <p:nvPr/>
        </p:nvPicPr>
        <p:blipFill>
          <a:blip r:embed="rId5">
            <a:alphaModFix/>
          </a:blip>
          <a:stretch>
            <a:fillRect/>
          </a:stretch>
        </p:blipFill>
        <p:spPr>
          <a:xfrm flipH="1">
            <a:off x="8434558" y="3534606"/>
            <a:ext cx="557000" cy="1347687"/>
          </a:xfrm>
          <a:prstGeom prst="rect">
            <a:avLst/>
          </a:prstGeom>
          <a:noFill/>
          <a:ln>
            <a:noFill/>
          </a:ln>
        </p:spPr>
      </p:pic>
      <p:pic>
        <p:nvPicPr>
          <p:cNvPr id="223" name="Google Shape;223;p22"/>
          <p:cNvPicPr preferRelativeResize="0"/>
          <p:nvPr/>
        </p:nvPicPr>
        <p:blipFill>
          <a:blip r:embed="rId6">
            <a:alphaModFix/>
          </a:blip>
          <a:stretch>
            <a:fillRect/>
          </a:stretch>
        </p:blipFill>
        <p:spPr>
          <a:xfrm rot="731573">
            <a:off x="7998566" y="1032033"/>
            <a:ext cx="2014625" cy="2505032"/>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24"/>
        <p:cNvGrpSpPr/>
        <p:nvPr/>
      </p:nvGrpSpPr>
      <p:grpSpPr>
        <a:xfrm>
          <a:off x="0" y="0"/>
          <a:ext cx="0" cy="0"/>
          <a:chOff x="0" y="0"/>
          <a:chExt cx="0" cy="0"/>
        </a:xfrm>
      </p:grpSpPr>
      <p:sp>
        <p:nvSpPr>
          <p:cNvPr id="225" name="Google Shape;225;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6" name="Google Shape;226;p23"/>
          <p:cNvSpPr txBox="1">
            <a:spLocks noGrp="1"/>
          </p:cNvSpPr>
          <p:nvPr>
            <p:ph type="subTitle" idx="1"/>
          </p:nvPr>
        </p:nvSpPr>
        <p:spPr>
          <a:xfrm>
            <a:off x="937625" y="3167128"/>
            <a:ext cx="21753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27" name="Google Shape;227;p23"/>
          <p:cNvSpPr txBox="1">
            <a:spLocks noGrp="1"/>
          </p:cNvSpPr>
          <p:nvPr>
            <p:ph type="subTitle" idx="2"/>
          </p:nvPr>
        </p:nvSpPr>
        <p:spPr>
          <a:xfrm>
            <a:off x="3484350" y="3167128"/>
            <a:ext cx="21753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28" name="Google Shape;228;p23"/>
          <p:cNvSpPr txBox="1">
            <a:spLocks noGrp="1"/>
          </p:cNvSpPr>
          <p:nvPr>
            <p:ph type="subTitle" idx="3"/>
          </p:nvPr>
        </p:nvSpPr>
        <p:spPr>
          <a:xfrm>
            <a:off x="6031075" y="3167128"/>
            <a:ext cx="21753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29" name="Google Shape;229;p23"/>
          <p:cNvSpPr txBox="1">
            <a:spLocks noGrp="1"/>
          </p:cNvSpPr>
          <p:nvPr>
            <p:ph type="subTitle" idx="4"/>
          </p:nvPr>
        </p:nvSpPr>
        <p:spPr>
          <a:xfrm>
            <a:off x="937625" y="2686525"/>
            <a:ext cx="21753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30" name="Google Shape;230;p23"/>
          <p:cNvSpPr txBox="1">
            <a:spLocks noGrp="1"/>
          </p:cNvSpPr>
          <p:nvPr>
            <p:ph type="subTitle" idx="5"/>
          </p:nvPr>
        </p:nvSpPr>
        <p:spPr>
          <a:xfrm>
            <a:off x="3484350" y="2686525"/>
            <a:ext cx="21753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31" name="Google Shape;231;p23"/>
          <p:cNvSpPr txBox="1">
            <a:spLocks noGrp="1"/>
          </p:cNvSpPr>
          <p:nvPr>
            <p:ph type="subTitle" idx="6"/>
          </p:nvPr>
        </p:nvSpPr>
        <p:spPr>
          <a:xfrm>
            <a:off x="6031075" y="2686525"/>
            <a:ext cx="21753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32" name="Google Shape;232;p23"/>
          <p:cNvSpPr/>
          <p:nvPr/>
        </p:nvSpPr>
        <p:spPr>
          <a:xfrm flipH="1">
            <a:off x="-1964087"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3" name="Google Shape;233;p23"/>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234" name="Google Shape;234;p23"/>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pic>
        <p:nvPicPr>
          <p:cNvPr id="235" name="Google Shape;235;p23"/>
          <p:cNvPicPr preferRelativeResize="0"/>
          <p:nvPr/>
        </p:nvPicPr>
        <p:blipFill>
          <a:blip r:embed="rId4">
            <a:alphaModFix/>
          </a:blip>
          <a:stretch>
            <a:fillRect/>
          </a:stretch>
        </p:blipFill>
        <p:spPr>
          <a:xfrm>
            <a:off x="-408125" y="1085777"/>
            <a:ext cx="1114601" cy="2506447"/>
          </a:xfrm>
          <a:prstGeom prst="rect">
            <a:avLst/>
          </a:prstGeom>
          <a:noFill/>
          <a:ln>
            <a:noFill/>
          </a:ln>
        </p:spPr>
      </p:pic>
      <p:sp>
        <p:nvSpPr>
          <p:cNvPr id="236" name="Google Shape;236;p23"/>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7" name="Google Shape;237;p23"/>
          <p:cNvPicPr preferRelativeResize="0"/>
          <p:nvPr/>
        </p:nvPicPr>
        <p:blipFill>
          <a:blip r:embed="rId5">
            <a:alphaModFix/>
          </a:blip>
          <a:stretch>
            <a:fillRect/>
          </a:stretch>
        </p:blipFill>
        <p:spPr>
          <a:xfrm rot="-4562926">
            <a:off x="8024748" y="-286126"/>
            <a:ext cx="812053" cy="1191891"/>
          </a:xfrm>
          <a:prstGeom prst="rect">
            <a:avLst/>
          </a:prstGeom>
          <a:noFill/>
          <a:ln>
            <a:noFill/>
          </a:ln>
        </p:spPr>
      </p:pic>
      <p:pic>
        <p:nvPicPr>
          <p:cNvPr id="238" name="Google Shape;238;p23"/>
          <p:cNvPicPr preferRelativeResize="0"/>
          <p:nvPr/>
        </p:nvPicPr>
        <p:blipFill>
          <a:blip r:embed="rId6">
            <a:alphaModFix/>
          </a:blip>
          <a:stretch>
            <a:fillRect/>
          </a:stretch>
        </p:blipFill>
        <p:spPr>
          <a:xfrm rot="2268240">
            <a:off x="8322104" y="4299089"/>
            <a:ext cx="481442" cy="609821"/>
          </a:xfrm>
          <a:prstGeom prst="rect">
            <a:avLst/>
          </a:prstGeom>
          <a:noFill/>
          <a:ln>
            <a:noFill/>
          </a:ln>
        </p:spPr>
      </p:pic>
      <p:pic>
        <p:nvPicPr>
          <p:cNvPr id="239" name="Google Shape;239;p23"/>
          <p:cNvPicPr preferRelativeResize="0"/>
          <p:nvPr/>
        </p:nvPicPr>
        <p:blipFill>
          <a:blip r:embed="rId7">
            <a:alphaModFix/>
          </a:blip>
          <a:stretch>
            <a:fillRect/>
          </a:stretch>
        </p:blipFill>
        <p:spPr>
          <a:xfrm rot="878763">
            <a:off x="8537324" y="204383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240"/>
        <p:cNvGrpSpPr/>
        <p:nvPr/>
      </p:nvGrpSpPr>
      <p:grpSpPr>
        <a:xfrm>
          <a:off x="0" y="0"/>
          <a:ext cx="0" cy="0"/>
          <a:chOff x="0" y="0"/>
          <a:chExt cx="0" cy="0"/>
        </a:xfrm>
      </p:grpSpPr>
      <p:sp>
        <p:nvSpPr>
          <p:cNvPr id="241" name="Google Shape;241;p24"/>
          <p:cNvSpPr>
            <a:spLocks noGrp="1"/>
          </p:cNvSpPr>
          <p:nvPr>
            <p:ph type="pic" idx="2"/>
          </p:nvPr>
        </p:nvSpPr>
        <p:spPr>
          <a:xfrm>
            <a:off x="3768000" y="1473675"/>
            <a:ext cx="1608000" cy="1608000"/>
          </a:xfrm>
          <a:prstGeom prst="ellipse">
            <a:avLst/>
          </a:prstGeom>
          <a:noFill/>
          <a:ln w="19050" cap="flat" cmpd="sng">
            <a:solidFill>
              <a:schemeClr val="dk1"/>
            </a:solidFill>
            <a:prstDash val="solid"/>
            <a:round/>
            <a:headEnd type="none" w="sm" len="sm"/>
            <a:tailEnd type="none" w="sm" len="sm"/>
          </a:ln>
        </p:spPr>
        <p:txBody>
          <a:bodyPr/>
          <a:lstStyle/>
          <a:p>
            <a:endParaRPr lang="en-US"/>
          </a:p>
        </p:txBody>
      </p:sp>
      <p:sp>
        <p:nvSpPr>
          <p:cNvPr id="242" name="Google Shape;242;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3" name="Google Shape;243;p24"/>
          <p:cNvSpPr txBox="1">
            <a:spLocks noGrp="1"/>
          </p:cNvSpPr>
          <p:nvPr>
            <p:ph type="subTitle" idx="1"/>
          </p:nvPr>
        </p:nvSpPr>
        <p:spPr>
          <a:xfrm>
            <a:off x="937625" y="3551770"/>
            <a:ext cx="217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44" name="Google Shape;244;p24"/>
          <p:cNvSpPr txBox="1">
            <a:spLocks noGrp="1"/>
          </p:cNvSpPr>
          <p:nvPr>
            <p:ph type="subTitle" idx="3"/>
          </p:nvPr>
        </p:nvSpPr>
        <p:spPr>
          <a:xfrm>
            <a:off x="3484350" y="3551770"/>
            <a:ext cx="217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45" name="Google Shape;245;p24"/>
          <p:cNvSpPr txBox="1">
            <a:spLocks noGrp="1"/>
          </p:cNvSpPr>
          <p:nvPr>
            <p:ph type="subTitle" idx="4"/>
          </p:nvPr>
        </p:nvSpPr>
        <p:spPr>
          <a:xfrm>
            <a:off x="6031075" y="3551770"/>
            <a:ext cx="217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46" name="Google Shape;246;p24"/>
          <p:cNvSpPr txBox="1">
            <a:spLocks noGrp="1"/>
          </p:cNvSpPr>
          <p:nvPr>
            <p:ph type="subTitle" idx="5"/>
          </p:nvPr>
        </p:nvSpPr>
        <p:spPr>
          <a:xfrm>
            <a:off x="937625" y="3081675"/>
            <a:ext cx="21753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47" name="Google Shape;247;p24"/>
          <p:cNvSpPr txBox="1">
            <a:spLocks noGrp="1"/>
          </p:cNvSpPr>
          <p:nvPr>
            <p:ph type="subTitle" idx="6"/>
          </p:nvPr>
        </p:nvSpPr>
        <p:spPr>
          <a:xfrm>
            <a:off x="3484350" y="3081675"/>
            <a:ext cx="21753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48" name="Google Shape;248;p24"/>
          <p:cNvSpPr txBox="1">
            <a:spLocks noGrp="1"/>
          </p:cNvSpPr>
          <p:nvPr>
            <p:ph type="subTitle" idx="7"/>
          </p:nvPr>
        </p:nvSpPr>
        <p:spPr>
          <a:xfrm>
            <a:off x="6031075" y="3081675"/>
            <a:ext cx="21753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49" name="Google Shape;249;p24"/>
          <p:cNvSpPr>
            <a:spLocks noGrp="1"/>
          </p:cNvSpPr>
          <p:nvPr>
            <p:ph type="pic" idx="8"/>
          </p:nvPr>
        </p:nvSpPr>
        <p:spPr>
          <a:xfrm>
            <a:off x="1221275" y="1473675"/>
            <a:ext cx="1608000" cy="1608000"/>
          </a:xfrm>
          <a:prstGeom prst="ellipse">
            <a:avLst/>
          </a:prstGeom>
          <a:noFill/>
          <a:ln w="19050" cap="flat" cmpd="sng">
            <a:solidFill>
              <a:schemeClr val="dk1"/>
            </a:solidFill>
            <a:prstDash val="solid"/>
            <a:round/>
            <a:headEnd type="none" w="sm" len="sm"/>
            <a:tailEnd type="none" w="sm" len="sm"/>
          </a:ln>
        </p:spPr>
        <p:txBody>
          <a:bodyPr/>
          <a:lstStyle/>
          <a:p>
            <a:endParaRPr lang="en-US"/>
          </a:p>
        </p:txBody>
      </p:sp>
      <p:sp>
        <p:nvSpPr>
          <p:cNvPr id="250" name="Google Shape;250;p24"/>
          <p:cNvSpPr>
            <a:spLocks noGrp="1"/>
          </p:cNvSpPr>
          <p:nvPr>
            <p:ph type="pic" idx="9"/>
          </p:nvPr>
        </p:nvSpPr>
        <p:spPr>
          <a:xfrm>
            <a:off x="6314725" y="1473675"/>
            <a:ext cx="1608000" cy="1608000"/>
          </a:xfrm>
          <a:prstGeom prst="ellipse">
            <a:avLst/>
          </a:prstGeom>
          <a:noFill/>
          <a:ln w="19050" cap="flat" cmpd="sng">
            <a:solidFill>
              <a:schemeClr val="dk1"/>
            </a:solidFill>
            <a:prstDash val="solid"/>
            <a:round/>
            <a:headEnd type="none" w="sm" len="sm"/>
            <a:tailEnd type="none" w="sm" len="sm"/>
          </a:ln>
        </p:spPr>
        <p:txBody>
          <a:bodyPr/>
          <a:lstStyle/>
          <a:p>
            <a:endParaRPr lang="en-US"/>
          </a:p>
        </p:txBody>
      </p:sp>
      <p:sp>
        <p:nvSpPr>
          <p:cNvPr id="251" name="Google Shape;251;p24"/>
          <p:cNvSpPr/>
          <p:nvPr/>
        </p:nvSpPr>
        <p:spPr>
          <a:xfrm>
            <a:off x="4340994"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4"/>
          <p:cNvSpPr/>
          <p:nvPr/>
        </p:nvSpPr>
        <p:spPr>
          <a:xfrm rot="5400000" flipH="1">
            <a:off x="-1012010"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3" name="Google Shape;253;p24"/>
          <p:cNvPicPr preferRelativeResize="0"/>
          <p:nvPr/>
        </p:nvPicPr>
        <p:blipFill>
          <a:blip r:embed="rId2">
            <a:alphaModFix/>
          </a:blip>
          <a:stretch>
            <a:fillRect/>
          </a:stretch>
        </p:blipFill>
        <p:spPr>
          <a:xfrm flipH="1">
            <a:off x="8434558" y="3534606"/>
            <a:ext cx="557000" cy="1347687"/>
          </a:xfrm>
          <a:prstGeom prst="rect">
            <a:avLst/>
          </a:prstGeom>
          <a:noFill/>
          <a:ln>
            <a:noFill/>
          </a:ln>
        </p:spPr>
      </p:pic>
      <p:pic>
        <p:nvPicPr>
          <p:cNvPr id="254" name="Google Shape;254;p24"/>
          <p:cNvPicPr preferRelativeResize="0"/>
          <p:nvPr/>
        </p:nvPicPr>
        <p:blipFill>
          <a:blip r:embed="rId3">
            <a:alphaModFix/>
          </a:blip>
          <a:stretch>
            <a:fillRect/>
          </a:stretch>
        </p:blipFill>
        <p:spPr>
          <a:xfrm rot="2700148">
            <a:off x="7947197" y="4621120"/>
            <a:ext cx="364095" cy="461187"/>
          </a:xfrm>
          <a:prstGeom prst="rect">
            <a:avLst/>
          </a:prstGeom>
          <a:noFill/>
          <a:ln>
            <a:noFill/>
          </a:ln>
        </p:spPr>
      </p:pic>
      <p:pic>
        <p:nvPicPr>
          <p:cNvPr id="255" name="Google Shape;255;p24"/>
          <p:cNvPicPr preferRelativeResize="0"/>
          <p:nvPr/>
        </p:nvPicPr>
        <p:blipFill>
          <a:blip r:embed="rId4">
            <a:alphaModFix/>
          </a:blip>
          <a:stretch>
            <a:fillRect/>
          </a:stretch>
        </p:blipFill>
        <p:spPr>
          <a:xfrm rot="4562926" flipH="1">
            <a:off x="304222" y="-286126"/>
            <a:ext cx="812053" cy="1191891"/>
          </a:xfrm>
          <a:prstGeom prst="rect">
            <a:avLst/>
          </a:prstGeom>
          <a:noFill/>
          <a:ln>
            <a:noFill/>
          </a:ln>
        </p:spPr>
      </p:pic>
      <p:pic>
        <p:nvPicPr>
          <p:cNvPr id="256" name="Google Shape;256;p24"/>
          <p:cNvPicPr preferRelativeResize="0"/>
          <p:nvPr/>
        </p:nvPicPr>
        <p:blipFill>
          <a:blip r:embed="rId5">
            <a:alphaModFix/>
          </a:blip>
          <a:stretch>
            <a:fillRect/>
          </a:stretch>
        </p:blipFill>
        <p:spPr>
          <a:xfrm rot="9557823" flipH="1">
            <a:off x="280176" y="3259736"/>
            <a:ext cx="408550" cy="1897427"/>
          </a:xfrm>
          <a:prstGeom prst="rect">
            <a:avLst/>
          </a:prstGeom>
          <a:noFill/>
          <a:ln>
            <a:noFill/>
          </a:ln>
        </p:spPr>
      </p:pic>
      <p:pic>
        <p:nvPicPr>
          <p:cNvPr id="257" name="Google Shape;257;p24"/>
          <p:cNvPicPr preferRelativeResize="0"/>
          <p:nvPr/>
        </p:nvPicPr>
        <p:blipFill>
          <a:blip r:embed="rId6">
            <a:alphaModFix/>
          </a:blip>
          <a:stretch>
            <a:fillRect/>
          </a:stretch>
        </p:blipFill>
        <p:spPr>
          <a:xfrm rot="-2268240" flipH="1">
            <a:off x="158702" y="623064"/>
            <a:ext cx="481442" cy="609821"/>
          </a:xfrm>
          <a:prstGeom prst="rect">
            <a:avLst/>
          </a:prstGeom>
          <a:noFill/>
          <a:ln>
            <a:noFill/>
          </a:ln>
        </p:spPr>
      </p:pic>
      <p:pic>
        <p:nvPicPr>
          <p:cNvPr id="258" name="Google Shape;258;p24"/>
          <p:cNvPicPr preferRelativeResize="0"/>
          <p:nvPr/>
        </p:nvPicPr>
        <p:blipFill>
          <a:blip r:embed="rId7">
            <a:alphaModFix/>
          </a:blip>
          <a:stretch>
            <a:fillRect/>
          </a:stretch>
        </p:blipFill>
        <p:spPr>
          <a:xfrm rot="731573">
            <a:off x="7998566" y="1032033"/>
            <a:ext cx="2014625" cy="2505032"/>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9"/>
        <p:cNvGrpSpPr/>
        <p:nvPr/>
      </p:nvGrpSpPr>
      <p:grpSpPr>
        <a:xfrm>
          <a:off x="0" y="0"/>
          <a:ext cx="0" cy="0"/>
          <a:chOff x="0" y="0"/>
          <a:chExt cx="0" cy="0"/>
        </a:xfrm>
      </p:grpSpPr>
      <p:sp>
        <p:nvSpPr>
          <p:cNvPr id="260" name="Google Shape;260;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1" name="Google Shape;261;p25"/>
          <p:cNvSpPr txBox="1">
            <a:spLocks noGrp="1"/>
          </p:cNvSpPr>
          <p:nvPr>
            <p:ph type="subTitle" idx="1"/>
          </p:nvPr>
        </p:nvSpPr>
        <p:spPr>
          <a:xfrm>
            <a:off x="1439274" y="2350848"/>
            <a:ext cx="2924100" cy="52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62" name="Google Shape;262;p25"/>
          <p:cNvSpPr txBox="1">
            <a:spLocks noGrp="1"/>
          </p:cNvSpPr>
          <p:nvPr>
            <p:ph type="subTitle" idx="2"/>
          </p:nvPr>
        </p:nvSpPr>
        <p:spPr>
          <a:xfrm>
            <a:off x="4780626" y="2350848"/>
            <a:ext cx="2924100" cy="52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63" name="Google Shape;263;p25"/>
          <p:cNvSpPr txBox="1">
            <a:spLocks noGrp="1"/>
          </p:cNvSpPr>
          <p:nvPr>
            <p:ph type="subTitle" idx="3"/>
          </p:nvPr>
        </p:nvSpPr>
        <p:spPr>
          <a:xfrm>
            <a:off x="1439274" y="4079600"/>
            <a:ext cx="2924100" cy="52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64" name="Google Shape;264;p25"/>
          <p:cNvSpPr txBox="1">
            <a:spLocks noGrp="1"/>
          </p:cNvSpPr>
          <p:nvPr>
            <p:ph type="subTitle" idx="4"/>
          </p:nvPr>
        </p:nvSpPr>
        <p:spPr>
          <a:xfrm>
            <a:off x="4780626" y="4079600"/>
            <a:ext cx="2924100" cy="52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65" name="Google Shape;265;p25"/>
          <p:cNvSpPr txBox="1">
            <a:spLocks noGrp="1"/>
          </p:cNvSpPr>
          <p:nvPr>
            <p:ph type="subTitle" idx="5"/>
          </p:nvPr>
        </p:nvSpPr>
        <p:spPr>
          <a:xfrm>
            <a:off x="1439274" y="2046505"/>
            <a:ext cx="29241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66" name="Google Shape;266;p25"/>
          <p:cNvSpPr txBox="1">
            <a:spLocks noGrp="1"/>
          </p:cNvSpPr>
          <p:nvPr>
            <p:ph type="subTitle" idx="6"/>
          </p:nvPr>
        </p:nvSpPr>
        <p:spPr>
          <a:xfrm>
            <a:off x="1439274" y="3771900"/>
            <a:ext cx="29241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67" name="Google Shape;267;p25"/>
          <p:cNvSpPr txBox="1">
            <a:spLocks noGrp="1"/>
          </p:cNvSpPr>
          <p:nvPr>
            <p:ph type="subTitle" idx="7"/>
          </p:nvPr>
        </p:nvSpPr>
        <p:spPr>
          <a:xfrm>
            <a:off x="4780626" y="2046505"/>
            <a:ext cx="29241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68" name="Google Shape;268;p25"/>
          <p:cNvSpPr txBox="1">
            <a:spLocks noGrp="1"/>
          </p:cNvSpPr>
          <p:nvPr>
            <p:ph type="subTitle" idx="8"/>
          </p:nvPr>
        </p:nvSpPr>
        <p:spPr>
          <a:xfrm>
            <a:off x="4780626" y="3771900"/>
            <a:ext cx="29241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69" name="Google Shape;269;p25"/>
          <p:cNvSpPr/>
          <p:nvPr/>
        </p:nvSpPr>
        <p:spPr>
          <a:xfrm flipH="1">
            <a:off x="-2302487" y="228031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70" name="Google Shape;270;p25"/>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271" name="Google Shape;271;p25"/>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sp>
        <p:nvSpPr>
          <p:cNvPr id="272" name="Google Shape;272;p25"/>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73" name="Google Shape;273;p25"/>
          <p:cNvPicPr preferRelativeResize="0"/>
          <p:nvPr/>
        </p:nvPicPr>
        <p:blipFill>
          <a:blip r:embed="rId4">
            <a:alphaModFix/>
          </a:blip>
          <a:stretch>
            <a:fillRect/>
          </a:stretch>
        </p:blipFill>
        <p:spPr>
          <a:xfrm rot="-4562926">
            <a:off x="8024748" y="-286126"/>
            <a:ext cx="812053" cy="1191891"/>
          </a:xfrm>
          <a:prstGeom prst="rect">
            <a:avLst/>
          </a:prstGeom>
          <a:noFill/>
          <a:ln>
            <a:noFill/>
          </a:ln>
        </p:spPr>
      </p:pic>
      <p:pic>
        <p:nvPicPr>
          <p:cNvPr id="274" name="Google Shape;274;p25"/>
          <p:cNvPicPr preferRelativeResize="0"/>
          <p:nvPr/>
        </p:nvPicPr>
        <p:blipFill>
          <a:blip r:embed="rId5">
            <a:alphaModFix/>
          </a:blip>
          <a:stretch>
            <a:fillRect/>
          </a:stretch>
        </p:blipFill>
        <p:spPr>
          <a:xfrm rot="2268240">
            <a:off x="8322104" y="4299089"/>
            <a:ext cx="481442" cy="609821"/>
          </a:xfrm>
          <a:prstGeom prst="rect">
            <a:avLst/>
          </a:prstGeom>
          <a:noFill/>
          <a:ln>
            <a:noFill/>
          </a:ln>
        </p:spPr>
      </p:pic>
      <p:pic>
        <p:nvPicPr>
          <p:cNvPr id="275" name="Google Shape;275;p25"/>
          <p:cNvPicPr preferRelativeResize="0"/>
          <p:nvPr/>
        </p:nvPicPr>
        <p:blipFill>
          <a:blip r:embed="rId6">
            <a:alphaModFix/>
          </a:blip>
          <a:stretch>
            <a:fillRect/>
          </a:stretch>
        </p:blipFill>
        <p:spPr>
          <a:xfrm rot="878763">
            <a:off x="223699" y="1161012"/>
            <a:ext cx="408550" cy="1897425"/>
          </a:xfrm>
          <a:prstGeom prst="rect">
            <a:avLst/>
          </a:prstGeom>
          <a:noFill/>
          <a:ln>
            <a:noFill/>
          </a:ln>
        </p:spPr>
      </p:pic>
      <p:pic>
        <p:nvPicPr>
          <p:cNvPr id="276" name="Google Shape;276;p25"/>
          <p:cNvPicPr preferRelativeResize="0"/>
          <p:nvPr/>
        </p:nvPicPr>
        <p:blipFill>
          <a:blip r:embed="rId7">
            <a:alphaModFix/>
          </a:blip>
          <a:stretch>
            <a:fillRect/>
          </a:stretch>
        </p:blipFill>
        <p:spPr>
          <a:xfrm flipH="1">
            <a:off x="8424000" y="1524427"/>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77"/>
        <p:cNvGrpSpPr/>
        <p:nvPr/>
      </p:nvGrpSpPr>
      <p:grpSpPr>
        <a:xfrm>
          <a:off x="0" y="0"/>
          <a:ext cx="0" cy="0"/>
          <a:chOff x="0" y="0"/>
          <a:chExt cx="0" cy="0"/>
        </a:xfrm>
      </p:grpSpPr>
      <p:sp>
        <p:nvSpPr>
          <p:cNvPr id="278" name="Google Shape;278;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9" name="Google Shape;279;p26"/>
          <p:cNvSpPr txBox="1">
            <a:spLocks noGrp="1"/>
          </p:cNvSpPr>
          <p:nvPr>
            <p:ph type="subTitle" idx="1"/>
          </p:nvPr>
        </p:nvSpPr>
        <p:spPr>
          <a:xfrm>
            <a:off x="721911" y="2349741"/>
            <a:ext cx="2568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0" name="Google Shape;280;p26"/>
          <p:cNvSpPr txBox="1">
            <a:spLocks noGrp="1"/>
          </p:cNvSpPr>
          <p:nvPr>
            <p:ph type="subTitle" idx="2"/>
          </p:nvPr>
        </p:nvSpPr>
        <p:spPr>
          <a:xfrm>
            <a:off x="3291900" y="2349741"/>
            <a:ext cx="25602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1" name="Google Shape;281;p26"/>
          <p:cNvSpPr txBox="1">
            <a:spLocks noGrp="1"/>
          </p:cNvSpPr>
          <p:nvPr>
            <p:ph type="subTitle" idx="3"/>
          </p:nvPr>
        </p:nvSpPr>
        <p:spPr>
          <a:xfrm>
            <a:off x="722024" y="4079600"/>
            <a:ext cx="2568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2" name="Google Shape;282;p26"/>
          <p:cNvSpPr txBox="1">
            <a:spLocks noGrp="1"/>
          </p:cNvSpPr>
          <p:nvPr>
            <p:ph type="subTitle" idx="4"/>
          </p:nvPr>
        </p:nvSpPr>
        <p:spPr>
          <a:xfrm>
            <a:off x="3291900" y="4079600"/>
            <a:ext cx="25602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3" name="Google Shape;283;p26"/>
          <p:cNvSpPr txBox="1">
            <a:spLocks noGrp="1"/>
          </p:cNvSpPr>
          <p:nvPr>
            <p:ph type="subTitle" idx="5"/>
          </p:nvPr>
        </p:nvSpPr>
        <p:spPr>
          <a:xfrm>
            <a:off x="5854239" y="2349741"/>
            <a:ext cx="25677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4" name="Google Shape;284;p26"/>
          <p:cNvSpPr txBox="1">
            <a:spLocks noGrp="1"/>
          </p:cNvSpPr>
          <p:nvPr>
            <p:ph type="subTitle" idx="6"/>
          </p:nvPr>
        </p:nvSpPr>
        <p:spPr>
          <a:xfrm>
            <a:off x="5854239" y="4079599"/>
            <a:ext cx="25677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5" name="Google Shape;285;p26"/>
          <p:cNvSpPr txBox="1">
            <a:spLocks noGrp="1"/>
          </p:cNvSpPr>
          <p:nvPr>
            <p:ph type="subTitle" idx="7"/>
          </p:nvPr>
        </p:nvSpPr>
        <p:spPr>
          <a:xfrm>
            <a:off x="719961" y="2038150"/>
            <a:ext cx="25719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86" name="Google Shape;286;p26"/>
          <p:cNvSpPr txBox="1">
            <a:spLocks noGrp="1"/>
          </p:cNvSpPr>
          <p:nvPr>
            <p:ph type="subTitle" idx="8"/>
          </p:nvPr>
        </p:nvSpPr>
        <p:spPr>
          <a:xfrm>
            <a:off x="3289950" y="2038150"/>
            <a:ext cx="25641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87" name="Google Shape;287;p26"/>
          <p:cNvSpPr txBox="1">
            <a:spLocks noGrp="1"/>
          </p:cNvSpPr>
          <p:nvPr>
            <p:ph type="subTitle" idx="9"/>
          </p:nvPr>
        </p:nvSpPr>
        <p:spPr>
          <a:xfrm>
            <a:off x="5852139" y="2038150"/>
            <a:ext cx="25719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88" name="Google Shape;288;p26"/>
          <p:cNvSpPr txBox="1">
            <a:spLocks noGrp="1"/>
          </p:cNvSpPr>
          <p:nvPr>
            <p:ph type="subTitle" idx="13"/>
          </p:nvPr>
        </p:nvSpPr>
        <p:spPr>
          <a:xfrm>
            <a:off x="720073" y="3771901"/>
            <a:ext cx="25719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89" name="Google Shape;289;p26"/>
          <p:cNvSpPr txBox="1">
            <a:spLocks noGrp="1"/>
          </p:cNvSpPr>
          <p:nvPr>
            <p:ph type="subTitle" idx="14"/>
          </p:nvPr>
        </p:nvSpPr>
        <p:spPr>
          <a:xfrm>
            <a:off x="3289950" y="3771901"/>
            <a:ext cx="25641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90" name="Google Shape;290;p26"/>
          <p:cNvSpPr txBox="1">
            <a:spLocks noGrp="1"/>
          </p:cNvSpPr>
          <p:nvPr>
            <p:ph type="subTitle" idx="15"/>
          </p:nvPr>
        </p:nvSpPr>
        <p:spPr>
          <a:xfrm>
            <a:off x="5852139" y="3771901"/>
            <a:ext cx="2571900" cy="42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2pPr>
            <a:lvl3pPr lvl="2"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3pPr>
            <a:lvl4pPr lvl="3"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4pPr>
            <a:lvl5pPr lvl="4"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5pPr>
            <a:lvl6pPr lvl="5"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6pPr>
            <a:lvl7pPr lvl="6"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7pPr>
            <a:lvl8pPr lvl="7"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8pPr>
            <a:lvl9pPr lvl="8" algn="ctr" rtl="0">
              <a:lnSpc>
                <a:spcPct val="100000"/>
              </a:lnSpc>
              <a:spcBef>
                <a:spcPts val="0"/>
              </a:spcBef>
              <a:spcAft>
                <a:spcPts val="0"/>
              </a:spcAft>
              <a:buSzPts val="2400"/>
              <a:buFont typeface="Averia Serif Libre"/>
              <a:buNone/>
              <a:defRPr sz="2400">
                <a:latin typeface="Averia Serif Libre"/>
                <a:ea typeface="Averia Serif Libre"/>
                <a:cs typeface="Averia Serif Libre"/>
                <a:sym typeface="Averia Serif Libre"/>
              </a:defRPr>
            </a:lvl9pPr>
          </a:lstStyle>
          <a:p>
            <a:endParaRPr/>
          </a:p>
        </p:txBody>
      </p:sp>
      <p:sp>
        <p:nvSpPr>
          <p:cNvPr id="291" name="Google Shape;291;p26"/>
          <p:cNvSpPr/>
          <p:nvPr/>
        </p:nvSpPr>
        <p:spPr>
          <a:xfrm rot="1083288" flipH="1">
            <a:off x="-399459" y="3856831"/>
            <a:ext cx="2677097" cy="17791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2" name="Google Shape;292;p26"/>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293" name="Google Shape;293;p26"/>
          <p:cNvPicPr preferRelativeResize="0"/>
          <p:nvPr/>
        </p:nvPicPr>
        <p:blipFill>
          <a:blip r:embed="rId3">
            <a:alphaModFix/>
          </a:blip>
          <a:stretch>
            <a:fillRect/>
          </a:stretch>
        </p:blipFill>
        <p:spPr>
          <a:xfrm rot="-2700148" flipH="1">
            <a:off x="757043" y="4721370"/>
            <a:ext cx="364095" cy="461187"/>
          </a:xfrm>
          <a:prstGeom prst="rect">
            <a:avLst/>
          </a:prstGeom>
          <a:noFill/>
          <a:ln>
            <a:noFill/>
          </a:ln>
        </p:spPr>
      </p:pic>
      <p:pic>
        <p:nvPicPr>
          <p:cNvPr id="294" name="Google Shape;294;p26"/>
          <p:cNvPicPr preferRelativeResize="0"/>
          <p:nvPr/>
        </p:nvPicPr>
        <p:blipFill>
          <a:blip r:embed="rId4">
            <a:alphaModFix/>
          </a:blip>
          <a:stretch>
            <a:fillRect/>
          </a:stretch>
        </p:blipFill>
        <p:spPr>
          <a:xfrm>
            <a:off x="-408125" y="1085777"/>
            <a:ext cx="1114601" cy="2506447"/>
          </a:xfrm>
          <a:prstGeom prst="rect">
            <a:avLst/>
          </a:prstGeom>
          <a:noFill/>
          <a:ln>
            <a:noFill/>
          </a:ln>
        </p:spPr>
      </p:pic>
      <p:sp>
        <p:nvSpPr>
          <p:cNvPr id="295" name="Google Shape;295;p26"/>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6" name="Google Shape;296;p26"/>
          <p:cNvPicPr preferRelativeResize="0"/>
          <p:nvPr/>
        </p:nvPicPr>
        <p:blipFill>
          <a:blip r:embed="rId5">
            <a:alphaModFix/>
          </a:blip>
          <a:stretch>
            <a:fillRect/>
          </a:stretch>
        </p:blipFill>
        <p:spPr>
          <a:xfrm rot="-4562926">
            <a:off x="8024748" y="-286126"/>
            <a:ext cx="812053" cy="1191891"/>
          </a:xfrm>
          <a:prstGeom prst="rect">
            <a:avLst/>
          </a:prstGeom>
          <a:noFill/>
          <a:ln>
            <a:noFill/>
          </a:ln>
        </p:spPr>
      </p:pic>
      <p:pic>
        <p:nvPicPr>
          <p:cNvPr id="297" name="Google Shape;297;p26"/>
          <p:cNvPicPr preferRelativeResize="0"/>
          <p:nvPr/>
        </p:nvPicPr>
        <p:blipFill>
          <a:blip r:embed="rId6">
            <a:alphaModFix/>
          </a:blip>
          <a:stretch>
            <a:fillRect/>
          </a:stretch>
        </p:blipFill>
        <p:spPr>
          <a:xfrm rot="2268240">
            <a:off x="8322104" y="4299089"/>
            <a:ext cx="481442" cy="609821"/>
          </a:xfrm>
          <a:prstGeom prst="rect">
            <a:avLst/>
          </a:prstGeom>
          <a:noFill/>
          <a:ln>
            <a:noFill/>
          </a:ln>
        </p:spPr>
      </p:pic>
      <p:pic>
        <p:nvPicPr>
          <p:cNvPr id="298" name="Google Shape;298;p26"/>
          <p:cNvPicPr preferRelativeResize="0"/>
          <p:nvPr/>
        </p:nvPicPr>
        <p:blipFill>
          <a:blip r:embed="rId7">
            <a:alphaModFix/>
          </a:blip>
          <a:stretch>
            <a:fillRect/>
          </a:stretch>
        </p:blipFill>
        <p:spPr>
          <a:xfrm rot="878763">
            <a:off x="8537324" y="204383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299"/>
        <p:cNvGrpSpPr/>
        <p:nvPr/>
      </p:nvGrpSpPr>
      <p:grpSpPr>
        <a:xfrm>
          <a:off x="0" y="0"/>
          <a:ext cx="0" cy="0"/>
          <a:chOff x="0" y="0"/>
          <a:chExt cx="0" cy="0"/>
        </a:xfrm>
      </p:grpSpPr>
      <p:sp>
        <p:nvSpPr>
          <p:cNvPr id="300" name="Google Shape;300;p27"/>
          <p:cNvSpPr txBox="1">
            <a:spLocks noGrp="1"/>
          </p:cNvSpPr>
          <p:nvPr>
            <p:ph type="title" hasCustomPrompt="1"/>
          </p:nvPr>
        </p:nvSpPr>
        <p:spPr>
          <a:xfrm>
            <a:off x="2223600" y="746425"/>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1" name="Google Shape;301;p27"/>
          <p:cNvSpPr txBox="1">
            <a:spLocks noGrp="1"/>
          </p:cNvSpPr>
          <p:nvPr>
            <p:ph type="subTitle" idx="1"/>
          </p:nvPr>
        </p:nvSpPr>
        <p:spPr>
          <a:xfrm>
            <a:off x="2223600" y="1428226"/>
            <a:ext cx="46968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02" name="Google Shape;302;p27"/>
          <p:cNvSpPr txBox="1">
            <a:spLocks noGrp="1"/>
          </p:cNvSpPr>
          <p:nvPr>
            <p:ph type="title" idx="2" hasCustomPrompt="1"/>
          </p:nvPr>
        </p:nvSpPr>
        <p:spPr>
          <a:xfrm>
            <a:off x="2223600" y="2044131"/>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3" name="Google Shape;303;p27"/>
          <p:cNvSpPr txBox="1">
            <a:spLocks noGrp="1"/>
          </p:cNvSpPr>
          <p:nvPr>
            <p:ph type="subTitle" idx="3"/>
          </p:nvPr>
        </p:nvSpPr>
        <p:spPr>
          <a:xfrm>
            <a:off x="2223600" y="2728503"/>
            <a:ext cx="46968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04" name="Google Shape;304;p27"/>
          <p:cNvSpPr txBox="1">
            <a:spLocks noGrp="1"/>
          </p:cNvSpPr>
          <p:nvPr>
            <p:ph type="title" idx="4" hasCustomPrompt="1"/>
          </p:nvPr>
        </p:nvSpPr>
        <p:spPr>
          <a:xfrm>
            <a:off x="2223600" y="3341838"/>
            <a:ext cx="4696800" cy="7689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05" name="Google Shape;305;p27"/>
          <p:cNvSpPr txBox="1">
            <a:spLocks noGrp="1"/>
          </p:cNvSpPr>
          <p:nvPr>
            <p:ph type="subTitle" idx="5"/>
          </p:nvPr>
        </p:nvSpPr>
        <p:spPr>
          <a:xfrm>
            <a:off x="2223600" y="4028781"/>
            <a:ext cx="46968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306" name="Google Shape;306;p27"/>
          <p:cNvSpPr/>
          <p:nvPr/>
        </p:nvSpPr>
        <p:spPr>
          <a:xfrm>
            <a:off x="-1860978" y="-1270171"/>
            <a:ext cx="5305947" cy="3779721"/>
          </a:xfrm>
          <a:custGeom>
            <a:avLst/>
            <a:gdLst/>
            <a:ahLst/>
            <a:cxnLst/>
            <a:rect l="l" t="t" r="r" b="b"/>
            <a:pathLst>
              <a:path w="138772" h="98855" extrusionOk="0">
                <a:moveTo>
                  <a:pt x="105901" y="1"/>
                </a:moveTo>
                <a:cubicBezTo>
                  <a:pt x="91900" y="1"/>
                  <a:pt x="78421" y="9122"/>
                  <a:pt x="66980" y="16930"/>
                </a:cubicBezTo>
                <a:cubicBezTo>
                  <a:pt x="55739" y="25237"/>
                  <a:pt x="41253" y="23605"/>
                  <a:pt x="28793" y="28484"/>
                </a:cubicBezTo>
                <a:cubicBezTo>
                  <a:pt x="3725" y="39279"/>
                  <a:pt x="0" y="79459"/>
                  <a:pt x="21030" y="95743"/>
                </a:cubicBezTo>
                <a:cubicBezTo>
                  <a:pt x="24237" y="98016"/>
                  <a:pt x="29214" y="98855"/>
                  <a:pt x="34544" y="98855"/>
                </a:cubicBezTo>
                <a:cubicBezTo>
                  <a:pt x="41814" y="98855"/>
                  <a:pt x="49742" y="97293"/>
                  <a:pt x="54734" y="95677"/>
                </a:cubicBezTo>
                <a:cubicBezTo>
                  <a:pt x="85290" y="87123"/>
                  <a:pt x="86658" y="51194"/>
                  <a:pt x="114198" y="42278"/>
                </a:cubicBezTo>
                <a:cubicBezTo>
                  <a:pt x="136777" y="38290"/>
                  <a:pt x="138771" y="12266"/>
                  <a:pt x="118879" y="2872"/>
                </a:cubicBezTo>
                <a:cubicBezTo>
                  <a:pt x="114533" y="858"/>
                  <a:pt x="110192" y="1"/>
                  <a:pt x="105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07" name="Google Shape;307;p27"/>
          <p:cNvPicPr preferRelativeResize="0"/>
          <p:nvPr/>
        </p:nvPicPr>
        <p:blipFill>
          <a:blip r:embed="rId2">
            <a:alphaModFix/>
          </a:blip>
          <a:stretch>
            <a:fillRect/>
          </a:stretch>
        </p:blipFill>
        <p:spPr>
          <a:xfrm>
            <a:off x="164942" y="405094"/>
            <a:ext cx="557000" cy="1347687"/>
          </a:xfrm>
          <a:prstGeom prst="rect">
            <a:avLst/>
          </a:prstGeom>
          <a:noFill/>
          <a:ln>
            <a:noFill/>
          </a:ln>
        </p:spPr>
      </p:pic>
      <p:pic>
        <p:nvPicPr>
          <p:cNvPr id="308" name="Google Shape;308;p27"/>
          <p:cNvPicPr preferRelativeResize="0"/>
          <p:nvPr/>
        </p:nvPicPr>
        <p:blipFill>
          <a:blip r:embed="rId2">
            <a:alphaModFix/>
          </a:blip>
          <a:stretch>
            <a:fillRect/>
          </a:stretch>
        </p:blipFill>
        <p:spPr>
          <a:xfrm rot="4078026" flipH="1">
            <a:off x="1331563" y="3677133"/>
            <a:ext cx="779793" cy="1886834"/>
          </a:xfrm>
          <a:prstGeom prst="rect">
            <a:avLst/>
          </a:prstGeom>
          <a:noFill/>
          <a:ln>
            <a:noFill/>
          </a:ln>
        </p:spPr>
      </p:pic>
      <p:pic>
        <p:nvPicPr>
          <p:cNvPr id="309" name="Google Shape;309;p27"/>
          <p:cNvPicPr preferRelativeResize="0"/>
          <p:nvPr/>
        </p:nvPicPr>
        <p:blipFill>
          <a:blip r:embed="rId3">
            <a:alphaModFix/>
          </a:blip>
          <a:stretch>
            <a:fillRect/>
          </a:stretch>
        </p:blipFill>
        <p:spPr>
          <a:xfrm rot="4524976">
            <a:off x="280441" y="1795121"/>
            <a:ext cx="326011" cy="412957"/>
          </a:xfrm>
          <a:prstGeom prst="rect">
            <a:avLst/>
          </a:prstGeom>
          <a:noFill/>
          <a:ln>
            <a:noFill/>
          </a:ln>
        </p:spPr>
      </p:pic>
      <p:pic>
        <p:nvPicPr>
          <p:cNvPr id="310" name="Google Shape;310;p27"/>
          <p:cNvPicPr preferRelativeResize="0"/>
          <p:nvPr/>
        </p:nvPicPr>
        <p:blipFill>
          <a:blip r:embed="rId4">
            <a:alphaModFix/>
          </a:blip>
          <a:stretch>
            <a:fillRect/>
          </a:stretch>
        </p:blipFill>
        <p:spPr>
          <a:xfrm rot="-1396901">
            <a:off x="7772995" y="-302621"/>
            <a:ext cx="1147479" cy="1684243"/>
          </a:xfrm>
          <a:prstGeom prst="rect">
            <a:avLst/>
          </a:prstGeom>
          <a:noFill/>
          <a:ln>
            <a:noFill/>
          </a:ln>
        </p:spPr>
      </p:pic>
      <p:pic>
        <p:nvPicPr>
          <p:cNvPr id="311" name="Google Shape;311;p27"/>
          <p:cNvPicPr preferRelativeResize="0"/>
          <p:nvPr/>
        </p:nvPicPr>
        <p:blipFill>
          <a:blip r:embed="rId5">
            <a:alphaModFix/>
          </a:blip>
          <a:stretch>
            <a:fillRect/>
          </a:stretch>
        </p:blipFill>
        <p:spPr>
          <a:xfrm rot="-7892862">
            <a:off x="7917309" y="2752989"/>
            <a:ext cx="642748" cy="2985122"/>
          </a:xfrm>
          <a:prstGeom prst="rect">
            <a:avLst/>
          </a:prstGeom>
          <a:noFill/>
          <a:ln>
            <a:noFill/>
          </a:ln>
        </p:spPr>
      </p:pic>
      <p:pic>
        <p:nvPicPr>
          <p:cNvPr id="312" name="Google Shape;312;p27"/>
          <p:cNvPicPr preferRelativeResize="0"/>
          <p:nvPr/>
        </p:nvPicPr>
        <p:blipFill>
          <a:blip r:embed="rId6">
            <a:alphaModFix/>
          </a:blip>
          <a:stretch>
            <a:fillRect/>
          </a:stretch>
        </p:blipFill>
        <p:spPr>
          <a:xfrm rot="-8100334" flipH="1">
            <a:off x="8482375" y="1175456"/>
            <a:ext cx="508392" cy="643962"/>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313"/>
        <p:cNvGrpSpPr/>
        <p:nvPr/>
      </p:nvGrpSpPr>
      <p:grpSpPr>
        <a:xfrm>
          <a:off x="0" y="0"/>
          <a:ext cx="0" cy="0"/>
          <a:chOff x="0" y="0"/>
          <a:chExt cx="0" cy="0"/>
        </a:xfrm>
      </p:grpSpPr>
      <p:sp>
        <p:nvSpPr>
          <p:cNvPr id="314" name="Google Shape;314;p28"/>
          <p:cNvSpPr txBox="1">
            <a:spLocks noGrp="1"/>
          </p:cNvSpPr>
          <p:nvPr>
            <p:ph type="title" hasCustomPrompt="1"/>
          </p:nvPr>
        </p:nvSpPr>
        <p:spPr>
          <a:xfrm>
            <a:off x="1429644" y="2158250"/>
            <a:ext cx="1190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15" name="Google Shape;315;p28"/>
          <p:cNvSpPr txBox="1">
            <a:spLocks noGrp="1"/>
          </p:cNvSpPr>
          <p:nvPr>
            <p:ph type="subTitle" idx="1"/>
          </p:nvPr>
        </p:nvSpPr>
        <p:spPr>
          <a:xfrm>
            <a:off x="938394" y="3707053"/>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16" name="Google Shape;316;p28"/>
          <p:cNvSpPr txBox="1">
            <a:spLocks noGrp="1"/>
          </p:cNvSpPr>
          <p:nvPr>
            <p:ph type="subTitle" idx="2"/>
          </p:nvPr>
        </p:nvSpPr>
        <p:spPr>
          <a:xfrm>
            <a:off x="938394" y="3351178"/>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2pPr>
            <a:lvl3pPr lvl="2"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3pPr>
            <a:lvl4pPr lvl="3"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4pPr>
            <a:lvl5pPr lvl="4"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5pPr>
            <a:lvl6pPr lvl="5"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6pPr>
            <a:lvl7pPr lvl="6"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7pPr>
            <a:lvl8pPr lvl="7"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8pPr>
            <a:lvl9pPr lvl="8"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9pPr>
          </a:lstStyle>
          <a:p>
            <a:endParaRPr/>
          </a:p>
        </p:txBody>
      </p:sp>
      <p:sp>
        <p:nvSpPr>
          <p:cNvPr id="317" name="Google Shape;317;p28"/>
          <p:cNvSpPr txBox="1">
            <a:spLocks noGrp="1"/>
          </p:cNvSpPr>
          <p:nvPr>
            <p:ph type="title" idx="3" hasCustomPrompt="1"/>
          </p:nvPr>
        </p:nvSpPr>
        <p:spPr>
          <a:xfrm>
            <a:off x="3976650" y="2158250"/>
            <a:ext cx="1190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18" name="Google Shape;318;p28"/>
          <p:cNvSpPr txBox="1">
            <a:spLocks noGrp="1"/>
          </p:cNvSpPr>
          <p:nvPr>
            <p:ph type="subTitle" idx="4"/>
          </p:nvPr>
        </p:nvSpPr>
        <p:spPr>
          <a:xfrm>
            <a:off x="3485400" y="3707053"/>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19" name="Google Shape;319;p28"/>
          <p:cNvSpPr txBox="1">
            <a:spLocks noGrp="1"/>
          </p:cNvSpPr>
          <p:nvPr>
            <p:ph type="subTitle" idx="5"/>
          </p:nvPr>
        </p:nvSpPr>
        <p:spPr>
          <a:xfrm>
            <a:off x="3485400" y="3351178"/>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2pPr>
            <a:lvl3pPr lvl="2"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3pPr>
            <a:lvl4pPr lvl="3"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4pPr>
            <a:lvl5pPr lvl="4"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5pPr>
            <a:lvl6pPr lvl="5"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6pPr>
            <a:lvl7pPr lvl="6"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7pPr>
            <a:lvl8pPr lvl="7"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8pPr>
            <a:lvl9pPr lvl="8"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9pPr>
          </a:lstStyle>
          <a:p>
            <a:endParaRPr/>
          </a:p>
        </p:txBody>
      </p:sp>
      <p:sp>
        <p:nvSpPr>
          <p:cNvPr id="320" name="Google Shape;320;p28"/>
          <p:cNvSpPr txBox="1">
            <a:spLocks noGrp="1"/>
          </p:cNvSpPr>
          <p:nvPr>
            <p:ph type="title" idx="6" hasCustomPrompt="1"/>
          </p:nvPr>
        </p:nvSpPr>
        <p:spPr>
          <a:xfrm>
            <a:off x="6523656" y="2158250"/>
            <a:ext cx="1190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a:solidFill>
                  <a:schemeClr val="dk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21" name="Google Shape;321;p28"/>
          <p:cNvSpPr txBox="1">
            <a:spLocks noGrp="1"/>
          </p:cNvSpPr>
          <p:nvPr>
            <p:ph type="subTitle" idx="7"/>
          </p:nvPr>
        </p:nvSpPr>
        <p:spPr>
          <a:xfrm>
            <a:off x="6032406" y="3707053"/>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22" name="Google Shape;322;p28"/>
          <p:cNvSpPr txBox="1">
            <a:spLocks noGrp="1"/>
          </p:cNvSpPr>
          <p:nvPr>
            <p:ph type="subTitle" idx="8"/>
          </p:nvPr>
        </p:nvSpPr>
        <p:spPr>
          <a:xfrm>
            <a:off x="6032406" y="3351178"/>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Averia Serif Libre"/>
              <a:buNone/>
              <a:defRPr sz="2400">
                <a:solidFill>
                  <a:schemeClr val="accent3"/>
                </a:solidFill>
                <a:latin typeface="Averia Serif Libre"/>
                <a:ea typeface="Averia Serif Libre"/>
                <a:cs typeface="Averia Serif Libre"/>
                <a:sym typeface="Averia Serif Libre"/>
              </a:defRPr>
            </a:lvl1pPr>
            <a:lvl2pPr lvl="1"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2pPr>
            <a:lvl3pPr lvl="2"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3pPr>
            <a:lvl4pPr lvl="3"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4pPr>
            <a:lvl5pPr lvl="4"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5pPr>
            <a:lvl6pPr lvl="5"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6pPr>
            <a:lvl7pPr lvl="6"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7pPr>
            <a:lvl8pPr lvl="7"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8pPr>
            <a:lvl9pPr lvl="8" algn="ctr" rtl="0">
              <a:lnSpc>
                <a:spcPct val="100000"/>
              </a:lnSpc>
              <a:spcBef>
                <a:spcPts val="0"/>
              </a:spcBef>
              <a:spcAft>
                <a:spcPts val="0"/>
              </a:spcAft>
              <a:buClr>
                <a:schemeClr val="dk1"/>
              </a:buClr>
              <a:buSzPts val="2400"/>
              <a:buFont typeface="Averia Serif Libre"/>
              <a:buNone/>
              <a:defRPr sz="2400">
                <a:solidFill>
                  <a:schemeClr val="dk1"/>
                </a:solidFill>
                <a:latin typeface="Averia Serif Libre"/>
                <a:ea typeface="Averia Serif Libre"/>
                <a:cs typeface="Averia Serif Libre"/>
                <a:sym typeface="Averia Serif Libre"/>
              </a:defRPr>
            </a:lvl9pPr>
          </a:lstStyle>
          <a:p>
            <a:endParaRPr/>
          </a:p>
        </p:txBody>
      </p:sp>
      <p:sp>
        <p:nvSpPr>
          <p:cNvPr id="323" name="Google Shape;323;p28"/>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4" name="Google Shape;324;p28"/>
          <p:cNvSpPr/>
          <p:nvPr/>
        </p:nvSpPr>
        <p:spPr>
          <a:xfrm flipH="1">
            <a:off x="-1964087" y="2172991"/>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25" name="Google Shape;325;p28"/>
          <p:cNvPicPr preferRelativeResize="0"/>
          <p:nvPr/>
        </p:nvPicPr>
        <p:blipFill>
          <a:blip r:embed="rId2">
            <a:alphaModFix/>
          </a:blip>
          <a:stretch>
            <a:fillRect/>
          </a:stretch>
        </p:blipFill>
        <p:spPr>
          <a:xfrm>
            <a:off x="149465" y="3534606"/>
            <a:ext cx="557000" cy="1347687"/>
          </a:xfrm>
          <a:prstGeom prst="rect">
            <a:avLst/>
          </a:prstGeom>
          <a:noFill/>
          <a:ln>
            <a:noFill/>
          </a:ln>
        </p:spPr>
      </p:pic>
      <p:pic>
        <p:nvPicPr>
          <p:cNvPr id="326" name="Google Shape;326;p28"/>
          <p:cNvPicPr preferRelativeResize="0"/>
          <p:nvPr/>
        </p:nvPicPr>
        <p:blipFill>
          <a:blip r:embed="rId3">
            <a:alphaModFix/>
          </a:blip>
          <a:stretch>
            <a:fillRect/>
          </a:stretch>
        </p:blipFill>
        <p:spPr>
          <a:xfrm rot="-2700148" flipH="1">
            <a:off x="829731" y="4621120"/>
            <a:ext cx="364095" cy="461187"/>
          </a:xfrm>
          <a:prstGeom prst="rect">
            <a:avLst/>
          </a:prstGeom>
          <a:noFill/>
          <a:ln>
            <a:noFill/>
          </a:ln>
        </p:spPr>
      </p:pic>
      <p:pic>
        <p:nvPicPr>
          <p:cNvPr id="327" name="Google Shape;327;p28"/>
          <p:cNvPicPr preferRelativeResize="0"/>
          <p:nvPr/>
        </p:nvPicPr>
        <p:blipFill>
          <a:blip r:embed="rId4">
            <a:alphaModFix/>
          </a:blip>
          <a:stretch>
            <a:fillRect/>
          </a:stretch>
        </p:blipFill>
        <p:spPr>
          <a:xfrm>
            <a:off x="-408125" y="1085777"/>
            <a:ext cx="1114601" cy="2506447"/>
          </a:xfrm>
          <a:prstGeom prst="rect">
            <a:avLst/>
          </a:prstGeom>
          <a:noFill/>
          <a:ln>
            <a:noFill/>
          </a:ln>
        </p:spPr>
      </p:pic>
      <p:sp>
        <p:nvSpPr>
          <p:cNvPr id="328" name="Google Shape;328;p28"/>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29" name="Google Shape;329;p28"/>
          <p:cNvPicPr preferRelativeResize="0"/>
          <p:nvPr/>
        </p:nvPicPr>
        <p:blipFill>
          <a:blip r:embed="rId5">
            <a:alphaModFix/>
          </a:blip>
          <a:stretch>
            <a:fillRect/>
          </a:stretch>
        </p:blipFill>
        <p:spPr>
          <a:xfrm rot="-4562926">
            <a:off x="8024748" y="-286126"/>
            <a:ext cx="812053" cy="1191891"/>
          </a:xfrm>
          <a:prstGeom prst="rect">
            <a:avLst/>
          </a:prstGeom>
          <a:noFill/>
          <a:ln>
            <a:noFill/>
          </a:ln>
        </p:spPr>
      </p:pic>
      <p:pic>
        <p:nvPicPr>
          <p:cNvPr id="330" name="Google Shape;330;p28"/>
          <p:cNvPicPr preferRelativeResize="0"/>
          <p:nvPr/>
        </p:nvPicPr>
        <p:blipFill>
          <a:blip r:embed="rId6">
            <a:alphaModFix/>
          </a:blip>
          <a:stretch>
            <a:fillRect/>
          </a:stretch>
        </p:blipFill>
        <p:spPr>
          <a:xfrm rot="2268240">
            <a:off x="8322104" y="4299089"/>
            <a:ext cx="481442" cy="609821"/>
          </a:xfrm>
          <a:prstGeom prst="rect">
            <a:avLst/>
          </a:prstGeom>
          <a:noFill/>
          <a:ln>
            <a:noFill/>
          </a:ln>
        </p:spPr>
      </p:pic>
      <p:pic>
        <p:nvPicPr>
          <p:cNvPr id="331" name="Google Shape;331;p28"/>
          <p:cNvPicPr preferRelativeResize="0"/>
          <p:nvPr/>
        </p:nvPicPr>
        <p:blipFill>
          <a:blip r:embed="rId7">
            <a:alphaModFix/>
          </a:blip>
          <a:stretch>
            <a:fillRect/>
          </a:stretch>
        </p:blipFill>
        <p:spPr>
          <a:xfrm rot="878763">
            <a:off x="8537324" y="204383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32"/>
        <p:cNvGrpSpPr/>
        <p:nvPr/>
      </p:nvGrpSpPr>
      <p:grpSpPr>
        <a:xfrm>
          <a:off x="0" y="0"/>
          <a:ext cx="0" cy="0"/>
          <a:chOff x="0" y="0"/>
          <a:chExt cx="0" cy="0"/>
        </a:xfrm>
      </p:grpSpPr>
      <p:sp>
        <p:nvSpPr>
          <p:cNvPr id="333" name="Google Shape;333;p29"/>
          <p:cNvSpPr txBox="1">
            <a:spLocks noGrp="1"/>
          </p:cNvSpPr>
          <p:nvPr>
            <p:ph type="title"/>
          </p:nvPr>
        </p:nvSpPr>
        <p:spPr>
          <a:xfrm>
            <a:off x="2347950" y="431325"/>
            <a:ext cx="4448100" cy="1265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4" name="Google Shape;334;p29"/>
          <p:cNvSpPr txBox="1">
            <a:spLocks noGrp="1"/>
          </p:cNvSpPr>
          <p:nvPr>
            <p:ph type="subTitle" idx="1"/>
          </p:nvPr>
        </p:nvSpPr>
        <p:spPr>
          <a:xfrm>
            <a:off x="2347900" y="2548825"/>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35" name="Google Shape;335;p29"/>
          <p:cNvSpPr txBox="1"/>
          <p:nvPr/>
        </p:nvSpPr>
        <p:spPr>
          <a:xfrm>
            <a:off x="2302150" y="4081200"/>
            <a:ext cx="45396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dk1"/>
                </a:solidFill>
                <a:latin typeface="Baloo 2"/>
                <a:ea typeface="Baloo 2"/>
                <a:cs typeface="Baloo 2"/>
                <a:sym typeface="Baloo 2"/>
              </a:rPr>
              <a:t>CREDITS:</a:t>
            </a:r>
            <a:r>
              <a:rPr lang="en" sz="1200">
                <a:solidFill>
                  <a:schemeClr val="dk1"/>
                </a:solidFill>
                <a:latin typeface="Baloo 2"/>
                <a:ea typeface="Baloo 2"/>
                <a:cs typeface="Baloo 2"/>
                <a:sym typeface="Baloo 2"/>
              </a:rPr>
              <a:t> This presentation template was created by </a:t>
            </a:r>
            <a:r>
              <a:rPr lang="en" sz="1200" b="1">
                <a:solidFill>
                  <a:schemeClr val="dk1"/>
                </a:solidFill>
                <a:uFill>
                  <a:noFill/>
                </a:uFill>
                <a:latin typeface="Baloo 2"/>
                <a:ea typeface="Baloo 2"/>
                <a:cs typeface="Baloo 2"/>
                <a:sym typeface="Baloo 2"/>
                <a:hlinkClick r:id="rId2">
                  <a:extLst>
                    <a:ext uri="{A12FA001-AC4F-418D-AE19-62706E023703}">
                      <ahyp:hlinkClr xmlns:ahyp="http://schemas.microsoft.com/office/drawing/2018/hyperlinkcolor" val="tx"/>
                    </a:ext>
                  </a:extLst>
                </a:hlinkClick>
              </a:rPr>
              <a:t>Slidesgo</a:t>
            </a:r>
            <a:r>
              <a:rPr lang="en" sz="1200">
                <a:solidFill>
                  <a:schemeClr val="dk1"/>
                </a:solidFill>
                <a:latin typeface="Baloo 2"/>
                <a:ea typeface="Baloo 2"/>
                <a:cs typeface="Baloo 2"/>
                <a:sym typeface="Baloo 2"/>
              </a:rPr>
              <a:t>, and includes icons by </a:t>
            </a:r>
            <a:r>
              <a:rPr lang="en" sz="1200" b="1">
                <a:solidFill>
                  <a:schemeClr val="dk1"/>
                </a:solidFill>
                <a:uFill>
                  <a:noFill/>
                </a:uFill>
                <a:latin typeface="Baloo 2"/>
                <a:ea typeface="Baloo 2"/>
                <a:cs typeface="Baloo 2"/>
                <a:sym typeface="Baloo 2"/>
                <a:hlinkClick r:id="rId3">
                  <a:extLst>
                    <a:ext uri="{A12FA001-AC4F-418D-AE19-62706E023703}">
                      <ahyp:hlinkClr xmlns:ahyp="http://schemas.microsoft.com/office/drawing/2018/hyperlinkcolor" val="tx"/>
                    </a:ext>
                  </a:extLst>
                </a:hlinkClick>
              </a:rPr>
              <a:t>Flaticon</a:t>
            </a:r>
            <a:r>
              <a:rPr lang="en" sz="1200">
                <a:solidFill>
                  <a:schemeClr val="dk1"/>
                </a:solidFill>
                <a:latin typeface="Baloo 2"/>
                <a:ea typeface="Baloo 2"/>
                <a:cs typeface="Baloo 2"/>
                <a:sym typeface="Baloo 2"/>
              </a:rPr>
              <a:t>, and infographics &amp; images by </a:t>
            </a:r>
            <a:r>
              <a:rPr lang="en" sz="1200" b="1">
                <a:solidFill>
                  <a:schemeClr val="dk1"/>
                </a:solidFill>
                <a:uFill>
                  <a:noFill/>
                </a:uFill>
                <a:latin typeface="Baloo 2"/>
                <a:ea typeface="Baloo 2"/>
                <a:cs typeface="Baloo 2"/>
                <a:sym typeface="Baloo 2"/>
                <a:hlinkClick r:id="rId4">
                  <a:extLst>
                    <a:ext uri="{A12FA001-AC4F-418D-AE19-62706E023703}">
                      <ahyp:hlinkClr xmlns:ahyp="http://schemas.microsoft.com/office/drawing/2018/hyperlinkcolor" val="tx"/>
                    </a:ext>
                  </a:extLst>
                </a:hlinkClick>
              </a:rPr>
              <a:t>Freepik</a:t>
            </a:r>
            <a:r>
              <a:rPr lang="en" sz="1200">
                <a:solidFill>
                  <a:schemeClr val="dk1"/>
                </a:solidFill>
                <a:latin typeface="Baloo 2"/>
                <a:ea typeface="Baloo 2"/>
                <a:cs typeface="Baloo 2"/>
                <a:sym typeface="Baloo 2"/>
              </a:rPr>
              <a:t> </a:t>
            </a:r>
            <a:endParaRPr sz="1200" b="1">
              <a:solidFill>
                <a:schemeClr val="dk1"/>
              </a:solidFill>
              <a:latin typeface="Baloo 2"/>
              <a:ea typeface="Baloo 2"/>
              <a:cs typeface="Baloo 2"/>
              <a:sym typeface="Baloo 2"/>
            </a:endParaRPr>
          </a:p>
        </p:txBody>
      </p:sp>
      <p:pic>
        <p:nvPicPr>
          <p:cNvPr id="336" name="Google Shape;336;p29"/>
          <p:cNvPicPr preferRelativeResize="0"/>
          <p:nvPr/>
        </p:nvPicPr>
        <p:blipFill>
          <a:blip r:embed="rId5">
            <a:alphaModFix/>
          </a:blip>
          <a:stretch>
            <a:fillRect/>
          </a:stretch>
        </p:blipFill>
        <p:spPr>
          <a:xfrm>
            <a:off x="-1969750" y="539500"/>
            <a:ext cx="3911360" cy="4064501"/>
          </a:xfrm>
          <a:prstGeom prst="rect">
            <a:avLst/>
          </a:prstGeom>
          <a:noFill/>
          <a:ln>
            <a:noFill/>
          </a:ln>
        </p:spPr>
      </p:pic>
      <p:sp>
        <p:nvSpPr>
          <p:cNvPr id="337" name="Google Shape;337;p29"/>
          <p:cNvSpPr/>
          <p:nvPr/>
        </p:nvSpPr>
        <p:spPr>
          <a:xfrm>
            <a:off x="6196223" y="1115328"/>
            <a:ext cx="5062423" cy="6177965"/>
          </a:xfrm>
          <a:custGeom>
            <a:avLst/>
            <a:gdLst/>
            <a:ahLst/>
            <a:cxnLst/>
            <a:rect l="l" t="t" r="r" b="b"/>
            <a:pathLst>
              <a:path w="129939" h="158572" extrusionOk="0">
                <a:moveTo>
                  <a:pt x="92723" y="0"/>
                </a:moveTo>
                <a:cubicBezTo>
                  <a:pt x="82524" y="0"/>
                  <a:pt x="72194" y="2810"/>
                  <a:pt x="66469" y="7591"/>
                </a:cubicBezTo>
                <a:cubicBezTo>
                  <a:pt x="49345" y="24088"/>
                  <a:pt x="65909" y="51068"/>
                  <a:pt x="52905" y="69345"/>
                </a:cubicBezTo>
                <a:cubicBezTo>
                  <a:pt x="36309" y="90078"/>
                  <a:pt x="1" y="91858"/>
                  <a:pt x="10565" y="128199"/>
                </a:cubicBezTo>
                <a:cubicBezTo>
                  <a:pt x="18668" y="149286"/>
                  <a:pt x="42257" y="158571"/>
                  <a:pt x="65582" y="158571"/>
                </a:cubicBezTo>
                <a:cubicBezTo>
                  <a:pt x="79830" y="158571"/>
                  <a:pt x="93980" y="155107"/>
                  <a:pt x="104442" y="148751"/>
                </a:cubicBezTo>
                <a:cubicBezTo>
                  <a:pt x="128801" y="130902"/>
                  <a:pt x="125966" y="96193"/>
                  <a:pt x="129147" y="69213"/>
                </a:cubicBezTo>
                <a:cubicBezTo>
                  <a:pt x="129938" y="48744"/>
                  <a:pt x="129180" y="19984"/>
                  <a:pt x="116852" y="7788"/>
                </a:cubicBezTo>
                <a:cubicBezTo>
                  <a:pt x="111379" y="2379"/>
                  <a:pt x="102106" y="0"/>
                  <a:pt x="927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38" name="Google Shape;338;p29"/>
          <p:cNvPicPr preferRelativeResize="0"/>
          <p:nvPr/>
        </p:nvPicPr>
        <p:blipFill>
          <a:blip r:embed="rId6">
            <a:alphaModFix/>
          </a:blip>
          <a:stretch>
            <a:fillRect/>
          </a:stretch>
        </p:blipFill>
        <p:spPr>
          <a:xfrm rot="-1136944">
            <a:off x="7701923" y="3829984"/>
            <a:ext cx="1539502" cy="1911829"/>
          </a:xfrm>
          <a:prstGeom prst="rect">
            <a:avLst/>
          </a:prstGeom>
          <a:noFill/>
          <a:ln>
            <a:noFill/>
          </a:ln>
        </p:spPr>
      </p:pic>
      <p:pic>
        <p:nvPicPr>
          <p:cNvPr id="339" name="Google Shape;339;p29"/>
          <p:cNvPicPr preferRelativeResize="0"/>
          <p:nvPr/>
        </p:nvPicPr>
        <p:blipFill>
          <a:blip r:embed="rId7">
            <a:alphaModFix/>
          </a:blip>
          <a:stretch>
            <a:fillRect/>
          </a:stretch>
        </p:blipFill>
        <p:spPr>
          <a:xfrm rot="1167304" flipH="1">
            <a:off x="7862428" y="3082294"/>
            <a:ext cx="556999" cy="1347687"/>
          </a:xfrm>
          <a:prstGeom prst="rect">
            <a:avLst/>
          </a:prstGeom>
          <a:noFill/>
          <a:ln>
            <a:noFill/>
          </a:ln>
        </p:spPr>
      </p:pic>
      <p:pic>
        <p:nvPicPr>
          <p:cNvPr id="340" name="Google Shape;340;p29"/>
          <p:cNvPicPr preferRelativeResize="0"/>
          <p:nvPr/>
        </p:nvPicPr>
        <p:blipFill>
          <a:blip r:embed="rId8">
            <a:alphaModFix/>
          </a:blip>
          <a:stretch>
            <a:fillRect/>
          </a:stretch>
        </p:blipFill>
        <p:spPr>
          <a:xfrm rot="5051212">
            <a:off x="8263765" y="2333850"/>
            <a:ext cx="375620" cy="47580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41"/>
        <p:cNvGrpSpPr/>
        <p:nvPr/>
      </p:nvGrpSpPr>
      <p:grpSpPr>
        <a:xfrm>
          <a:off x="0" y="0"/>
          <a:ext cx="0" cy="0"/>
          <a:chOff x="0" y="0"/>
          <a:chExt cx="0" cy="0"/>
        </a:xfrm>
      </p:grpSpPr>
      <p:sp>
        <p:nvSpPr>
          <p:cNvPr id="342" name="Google Shape;342;p30"/>
          <p:cNvSpPr/>
          <p:nvPr/>
        </p:nvSpPr>
        <p:spPr>
          <a:xfrm rot="10800000">
            <a:off x="-1964087" y="-1517005"/>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0"/>
          <p:cNvSpPr/>
          <p:nvPr/>
        </p:nvSpPr>
        <p:spPr>
          <a:xfrm rot="-5400000" flipH="1">
            <a:off x="6575933" y="2776641"/>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44" name="Google Shape;344;p30"/>
          <p:cNvPicPr preferRelativeResize="0"/>
          <p:nvPr/>
        </p:nvPicPr>
        <p:blipFill>
          <a:blip r:embed="rId2">
            <a:alphaModFix/>
          </a:blip>
          <a:stretch>
            <a:fillRect/>
          </a:stretch>
        </p:blipFill>
        <p:spPr>
          <a:xfrm rot="10800000" flipH="1">
            <a:off x="149465" y="268905"/>
            <a:ext cx="557000" cy="1347687"/>
          </a:xfrm>
          <a:prstGeom prst="rect">
            <a:avLst/>
          </a:prstGeom>
          <a:noFill/>
          <a:ln>
            <a:noFill/>
          </a:ln>
        </p:spPr>
      </p:pic>
      <p:pic>
        <p:nvPicPr>
          <p:cNvPr id="345" name="Google Shape;345;p30"/>
          <p:cNvPicPr preferRelativeResize="0"/>
          <p:nvPr/>
        </p:nvPicPr>
        <p:blipFill>
          <a:blip r:embed="rId3">
            <a:alphaModFix/>
          </a:blip>
          <a:stretch>
            <a:fillRect/>
          </a:stretch>
        </p:blipFill>
        <p:spPr>
          <a:xfrm rot="-8099852">
            <a:off x="829731" y="68892"/>
            <a:ext cx="364095" cy="461187"/>
          </a:xfrm>
          <a:prstGeom prst="rect">
            <a:avLst/>
          </a:prstGeom>
          <a:noFill/>
          <a:ln>
            <a:noFill/>
          </a:ln>
        </p:spPr>
      </p:pic>
      <p:pic>
        <p:nvPicPr>
          <p:cNvPr id="346" name="Google Shape;346;p30"/>
          <p:cNvPicPr preferRelativeResize="0"/>
          <p:nvPr/>
        </p:nvPicPr>
        <p:blipFill>
          <a:blip r:embed="rId4">
            <a:alphaModFix/>
          </a:blip>
          <a:stretch>
            <a:fillRect/>
          </a:stretch>
        </p:blipFill>
        <p:spPr>
          <a:xfrm rot="-6237074" flipH="1">
            <a:off x="8024748" y="4245434"/>
            <a:ext cx="812053" cy="1191891"/>
          </a:xfrm>
          <a:prstGeom prst="rect">
            <a:avLst/>
          </a:prstGeom>
          <a:noFill/>
          <a:ln>
            <a:noFill/>
          </a:ln>
        </p:spPr>
      </p:pic>
      <p:pic>
        <p:nvPicPr>
          <p:cNvPr id="347" name="Google Shape;347;p30"/>
          <p:cNvPicPr preferRelativeResize="0"/>
          <p:nvPr/>
        </p:nvPicPr>
        <p:blipFill>
          <a:blip r:embed="rId5">
            <a:alphaModFix/>
          </a:blip>
          <a:stretch>
            <a:fillRect/>
          </a:stretch>
        </p:blipFill>
        <p:spPr>
          <a:xfrm rot="8531760" flipH="1">
            <a:off x="8322104" y="242288"/>
            <a:ext cx="481442" cy="609821"/>
          </a:xfrm>
          <a:prstGeom prst="rect">
            <a:avLst/>
          </a:prstGeom>
          <a:noFill/>
          <a:ln>
            <a:noFill/>
          </a:ln>
        </p:spPr>
      </p:pic>
      <p:pic>
        <p:nvPicPr>
          <p:cNvPr id="348" name="Google Shape;348;p30"/>
          <p:cNvPicPr preferRelativeResize="0"/>
          <p:nvPr/>
        </p:nvPicPr>
        <p:blipFill>
          <a:blip r:embed="rId6">
            <a:alphaModFix/>
          </a:blip>
          <a:stretch>
            <a:fillRect/>
          </a:stretch>
        </p:blipFill>
        <p:spPr>
          <a:xfrm rot="9921237" flipH="1">
            <a:off x="8537324" y="1209937"/>
            <a:ext cx="408550" cy="1897425"/>
          </a:xfrm>
          <a:prstGeom prst="rect">
            <a:avLst/>
          </a:prstGeom>
          <a:noFill/>
          <a:ln>
            <a:noFill/>
          </a:ln>
        </p:spPr>
      </p:pic>
      <p:pic>
        <p:nvPicPr>
          <p:cNvPr id="349" name="Google Shape;349;p30"/>
          <p:cNvPicPr preferRelativeResize="0"/>
          <p:nvPr/>
        </p:nvPicPr>
        <p:blipFill>
          <a:blip r:embed="rId7">
            <a:alphaModFix/>
          </a:blip>
          <a:stretch>
            <a:fillRect/>
          </a:stretch>
        </p:blipFill>
        <p:spPr>
          <a:xfrm rot="10800000" flipH="1">
            <a:off x="-408125" y="1558975"/>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50"/>
        <p:cNvGrpSpPr/>
        <p:nvPr/>
      </p:nvGrpSpPr>
      <p:grpSpPr>
        <a:xfrm>
          <a:off x="0" y="0"/>
          <a:ext cx="0" cy="0"/>
          <a:chOff x="0" y="0"/>
          <a:chExt cx="0" cy="0"/>
        </a:xfrm>
      </p:grpSpPr>
      <p:sp>
        <p:nvSpPr>
          <p:cNvPr id="351" name="Google Shape;351;p31"/>
          <p:cNvSpPr/>
          <p:nvPr/>
        </p:nvSpPr>
        <p:spPr>
          <a:xfrm rot="9716712">
            <a:off x="-399459" y="-231555"/>
            <a:ext cx="2677097" cy="17791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52" name="Google Shape;352;p31"/>
          <p:cNvPicPr preferRelativeResize="0"/>
          <p:nvPr/>
        </p:nvPicPr>
        <p:blipFill>
          <a:blip r:embed="rId2">
            <a:alphaModFix/>
          </a:blip>
          <a:stretch>
            <a:fillRect/>
          </a:stretch>
        </p:blipFill>
        <p:spPr>
          <a:xfrm rot="10800000" flipH="1">
            <a:off x="149465" y="522096"/>
            <a:ext cx="557000" cy="1347687"/>
          </a:xfrm>
          <a:prstGeom prst="rect">
            <a:avLst/>
          </a:prstGeom>
          <a:noFill/>
          <a:ln>
            <a:noFill/>
          </a:ln>
        </p:spPr>
      </p:pic>
      <p:pic>
        <p:nvPicPr>
          <p:cNvPr id="353" name="Google Shape;353;p31"/>
          <p:cNvPicPr preferRelativeResize="0"/>
          <p:nvPr/>
        </p:nvPicPr>
        <p:blipFill>
          <a:blip r:embed="rId3">
            <a:alphaModFix/>
          </a:blip>
          <a:stretch>
            <a:fillRect/>
          </a:stretch>
        </p:blipFill>
        <p:spPr>
          <a:xfrm rot="-8099852">
            <a:off x="757043" y="221832"/>
            <a:ext cx="364095" cy="461187"/>
          </a:xfrm>
          <a:prstGeom prst="rect">
            <a:avLst/>
          </a:prstGeom>
          <a:noFill/>
          <a:ln>
            <a:noFill/>
          </a:ln>
        </p:spPr>
      </p:pic>
      <p:pic>
        <p:nvPicPr>
          <p:cNvPr id="354" name="Google Shape;354;p31"/>
          <p:cNvPicPr preferRelativeResize="0"/>
          <p:nvPr/>
        </p:nvPicPr>
        <p:blipFill>
          <a:blip r:embed="rId4">
            <a:alphaModFix/>
          </a:blip>
          <a:stretch>
            <a:fillRect/>
          </a:stretch>
        </p:blipFill>
        <p:spPr>
          <a:xfrm flipH="1">
            <a:off x="0" y="2714540"/>
            <a:ext cx="1114601" cy="2506447"/>
          </a:xfrm>
          <a:prstGeom prst="rect">
            <a:avLst/>
          </a:prstGeom>
          <a:noFill/>
          <a:ln>
            <a:noFill/>
          </a:ln>
        </p:spPr>
      </p:pic>
      <p:sp>
        <p:nvSpPr>
          <p:cNvPr id="355" name="Google Shape;355;p31"/>
          <p:cNvSpPr/>
          <p:nvPr/>
        </p:nvSpPr>
        <p:spPr>
          <a:xfrm rot="-5400000" flipH="1">
            <a:off x="6575933" y="3029831"/>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56" name="Google Shape;356;p31"/>
          <p:cNvPicPr preferRelativeResize="0"/>
          <p:nvPr/>
        </p:nvPicPr>
        <p:blipFill>
          <a:blip r:embed="rId5">
            <a:alphaModFix/>
          </a:blip>
          <a:stretch>
            <a:fillRect/>
          </a:stretch>
        </p:blipFill>
        <p:spPr>
          <a:xfrm rot="-6237074" flipH="1">
            <a:off x="8024748" y="4498624"/>
            <a:ext cx="812053" cy="1191891"/>
          </a:xfrm>
          <a:prstGeom prst="rect">
            <a:avLst/>
          </a:prstGeom>
          <a:noFill/>
          <a:ln>
            <a:noFill/>
          </a:ln>
        </p:spPr>
      </p:pic>
      <p:pic>
        <p:nvPicPr>
          <p:cNvPr id="357" name="Google Shape;357;p31"/>
          <p:cNvPicPr preferRelativeResize="0"/>
          <p:nvPr/>
        </p:nvPicPr>
        <p:blipFill>
          <a:blip r:embed="rId6">
            <a:alphaModFix/>
          </a:blip>
          <a:stretch>
            <a:fillRect/>
          </a:stretch>
        </p:blipFill>
        <p:spPr>
          <a:xfrm rot="8531760" flipH="1">
            <a:off x="8322104" y="495478"/>
            <a:ext cx="481442" cy="609821"/>
          </a:xfrm>
          <a:prstGeom prst="rect">
            <a:avLst/>
          </a:prstGeom>
          <a:noFill/>
          <a:ln>
            <a:noFill/>
          </a:ln>
        </p:spPr>
      </p:pic>
      <p:pic>
        <p:nvPicPr>
          <p:cNvPr id="358" name="Google Shape;358;p31"/>
          <p:cNvPicPr preferRelativeResize="0"/>
          <p:nvPr/>
        </p:nvPicPr>
        <p:blipFill>
          <a:blip r:embed="rId7">
            <a:alphaModFix/>
          </a:blip>
          <a:stretch>
            <a:fillRect/>
          </a:stretch>
        </p:blipFill>
        <p:spPr>
          <a:xfrm rot="878763">
            <a:off x="8537324" y="1463127"/>
            <a:ext cx="408550" cy="189742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62"/>
        <p:cNvGrpSpPr/>
        <p:nvPr/>
      </p:nvGrpSpPr>
      <p:grpSpPr>
        <a:xfrm>
          <a:off x="0" y="0"/>
          <a:ext cx="0" cy="0"/>
          <a:chOff x="0" y="0"/>
          <a:chExt cx="0" cy="0"/>
        </a:xfrm>
      </p:grpSpPr>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63"/>
        <p:cNvGrpSpPr/>
        <p:nvPr/>
      </p:nvGrpSpPr>
      <p:grpSpPr>
        <a:xfrm>
          <a:off x="0" y="0"/>
          <a:ext cx="0" cy="0"/>
          <a:chOff x="0" y="0"/>
          <a:chExt cx="0" cy="0"/>
        </a:xfrm>
      </p:grpSpPr>
      <p:sp>
        <p:nvSpPr>
          <p:cNvPr id="364" name="Google Shape;364;p3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1.xml"/><Relationship Id="rId1"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accent1"/>
              </a:buClr>
              <a:buSzPts val="3500"/>
              <a:buFont typeface="Averia Serif Libre"/>
              <a:buNone/>
              <a:defRPr sz="3500">
                <a:solidFill>
                  <a:schemeClr val="accent1"/>
                </a:solidFill>
                <a:latin typeface="Averia Serif Libre"/>
                <a:ea typeface="Averia Serif Libre"/>
                <a:cs typeface="Averia Serif Libre"/>
                <a:sym typeface="Averia Serif Libre"/>
              </a:defRPr>
            </a:lvl1pPr>
            <a:lvl2pPr lvl="1"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2pPr>
            <a:lvl3pPr lvl="2"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3pPr>
            <a:lvl4pPr lvl="3"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4pPr>
            <a:lvl5pPr lvl="4"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5pPr>
            <a:lvl6pPr lvl="5"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6pPr>
            <a:lvl7pPr lvl="6"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7pPr>
            <a:lvl8pPr lvl="7"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8pPr>
            <a:lvl9pPr lvl="8" rtl="0">
              <a:spcBef>
                <a:spcPts val="0"/>
              </a:spcBef>
              <a:spcAft>
                <a:spcPts val="0"/>
              </a:spcAft>
              <a:buClr>
                <a:schemeClr val="dk1"/>
              </a:buClr>
              <a:buSzPts val="3500"/>
              <a:buFont typeface="Averia Serif Libre"/>
              <a:buNone/>
              <a:defRPr sz="3500">
                <a:solidFill>
                  <a:schemeClr val="dk1"/>
                </a:solidFill>
                <a:latin typeface="Averia Serif Libre"/>
                <a:ea typeface="Averia Serif Libre"/>
                <a:cs typeface="Averia Serif Libre"/>
                <a:sym typeface="Averia Serif Libr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1pPr>
            <a:lvl2pPr marL="914400" lvl="1"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2pPr>
            <a:lvl3pPr marL="1371600" lvl="2"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3pPr>
            <a:lvl4pPr marL="1828800" lvl="3"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4pPr>
            <a:lvl5pPr marL="2286000" lvl="4"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5pPr>
            <a:lvl6pPr marL="2743200" lvl="5"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6pPr>
            <a:lvl7pPr marL="3200400" lvl="6"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7pPr>
            <a:lvl8pPr marL="3657600" lvl="7" indent="-317500">
              <a:lnSpc>
                <a:spcPct val="100000"/>
              </a:lnSpc>
              <a:spcBef>
                <a:spcPts val="1600"/>
              </a:spcBef>
              <a:spcAft>
                <a:spcPts val="0"/>
              </a:spcAft>
              <a:buClr>
                <a:schemeClr val="dk1"/>
              </a:buClr>
              <a:buSzPts val="1400"/>
              <a:buFont typeface="Baloo 2"/>
              <a:buChar char="○"/>
              <a:defRPr>
                <a:solidFill>
                  <a:schemeClr val="dk1"/>
                </a:solidFill>
                <a:latin typeface="Baloo 2"/>
                <a:ea typeface="Baloo 2"/>
                <a:cs typeface="Baloo 2"/>
                <a:sym typeface="Baloo 2"/>
              </a:defRPr>
            </a:lvl8pPr>
            <a:lvl9pPr marL="4114800" lvl="8" indent="-317500">
              <a:lnSpc>
                <a:spcPct val="100000"/>
              </a:lnSpc>
              <a:spcBef>
                <a:spcPts val="1600"/>
              </a:spcBef>
              <a:spcAft>
                <a:spcPts val="1600"/>
              </a:spcAft>
              <a:buClr>
                <a:schemeClr val="dk1"/>
              </a:buClr>
              <a:buSzPts val="1400"/>
              <a:buFont typeface="Baloo 2"/>
              <a:buChar char="■"/>
              <a:defRPr>
                <a:solidFill>
                  <a:schemeClr val="dk1"/>
                </a:solidFill>
                <a:latin typeface="Baloo 2"/>
                <a:ea typeface="Baloo 2"/>
                <a:cs typeface="Baloo 2"/>
                <a:sym typeface="Baloo 2"/>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Lst>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59"/>
        <p:cNvGrpSpPr/>
        <p:nvPr/>
      </p:nvGrpSpPr>
      <p:grpSpPr>
        <a:xfrm>
          <a:off x="0" y="0"/>
          <a:ext cx="0" cy="0"/>
          <a:chOff x="0" y="0"/>
          <a:chExt cx="0" cy="0"/>
        </a:xfrm>
      </p:grpSpPr>
      <p:sp>
        <p:nvSpPr>
          <p:cNvPr id="360" name="Google Shape;360;p3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61" name="Google Shape;361;p3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 id="2147483679" r:id="rId2"/>
  </p:sldLayoutIdLst>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13.png"/><Relationship Id="rId7" Type="http://schemas.openxmlformats.org/officeDocument/2006/relationships/image" Target="../media/image7.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 Id="rId9" Type="http://schemas.openxmlformats.org/officeDocument/2006/relationships/image" Target="../media/image17.png"/></Relationships>
</file>

<file path=ppt/slides/_rels/slide2.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3.xml.rels><?xml version="1.0" encoding="UTF-8" standalone="yes"?>
<Relationships xmlns="http://schemas.openxmlformats.org/package/2006/relationships"><Relationship Id="rId3" Type="http://schemas.openxmlformats.org/officeDocument/2006/relationships/image" Target="../media/image23.png"/><Relationship Id="rId7" Type="http://schemas.openxmlformats.org/officeDocument/2006/relationships/image" Target="../media/image22.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s>
</file>

<file path=ppt/slides/_rels/slide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4.xml"/><Relationship Id="rId1" Type="http://schemas.openxmlformats.org/officeDocument/2006/relationships/slideLayout" Target="../slideLayouts/slideLayout5.xml"/><Relationship Id="rId5" Type="http://schemas.openxmlformats.org/officeDocument/2006/relationships/image" Target="../media/image22.png"/><Relationship Id="rId4" Type="http://schemas.openxmlformats.org/officeDocument/2006/relationships/image" Target="../media/image27.png"/></Relationships>
</file>

<file path=ppt/slides/_rels/slide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xml"/><Relationship Id="rId1" Type="http://schemas.openxmlformats.org/officeDocument/2006/relationships/slideLayout" Target="../slideLayouts/slideLayout5.xml"/><Relationship Id="rId6" Type="http://schemas.openxmlformats.org/officeDocument/2006/relationships/image" Target="../media/image22.png"/><Relationship Id="rId5" Type="http://schemas.openxmlformats.org/officeDocument/2006/relationships/image" Target="../media/image18.png"/><Relationship Id="rId4" Type="http://schemas.openxmlformats.org/officeDocument/2006/relationships/image" Target="../media/image27.png"/></Relationships>
</file>

<file path=ppt/slides/_rels/slide6.xml.rels><?xml version="1.0" encoding="UTF-8" standalone="yes"?>
<Relationships xmlns="http://schemas.openxmlformats.org/package/2006/relationships"><Relationship Id="rId3" Type="http://schemas.openxmlformats.org/officeDocument/2006/relationships/image" Target="../media/image17.png"/><Relationship Id="rId7" Type="http://schemas.openxmlformats.org/officeDocument/2006/relationships/image" Target="../media/image22.png"/><Relationship Id="rId2" Type="http://schemas.openxmlformats.org/officeDocument/2006/relationships/notesSlide" Target="../notesSlides/notesSlide6.xml"/><Relationship Id="rId1" Type="http://schemas.openxmlformats.org/officeDocument/2006/relationships/slideLayout" Target="../slideLayouts/slideLayout5.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27.png"/></Relationships>
</file>

<file path=ppt/slides/_rels/slide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7.xml"/><Relationship Id="rId1" Type="http://schemas.openxmlformats.org/officeDocument/2006/relationships/slideLayout" Target="../slideLayouts/slideLayout5.xml"/><Relationship Id="rId6" Type="http://schemas.openxmlformats.org/officeDocument/2006/relationships/image" Target="../media/image22.png"/><Relationship Id="rId5" Type="http://schemas.openxmlformats.org/officeDocument/2006/relationships/image" Target="../media/image28.png"/><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xml"/><Relationship Id="rId1" Type="http://schemas.openxmlformats.org/officeDocument/2006/relationships/slideLayout" Target="../slideLayouts/slideLayout20.xml"/><Relationship Id="rId5" Type="http://schemas.openxmlformats.org/officeDocument/2006/relationships/image" Target="../media/image22.png"/><Relationship Id="rId4" Type="http://schemas.openxmlformats.org/officeDocument/2006/relationships/image" Target="../media/image29.png"/></Relationships>
</file>

<file path=ppt/slides/_rels/slide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9.xml"/><Relationship Id="rId1" Type="http://schemas.openxmlformats.org/officeDocument/2006/relationships/slideLayout" Target="../slideLayouts/slideLayout20.xml"/><Relationship Id="rId5" Type="http://schemas.openxmlformats.org/officeDocument/2006/relationships/image" Target="../media/image30.png"/><Relationship Id="rId4"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20.xml"/><Relationship Id="rId5" Type="http://schemas.openxmlformats.org/officeDocument/2006/relationships/image" Target="../media/image22.png"/><Relationship Id="rId4" Type="http://schemas.openxmlformats.org/officeDocument/2006/relationships/image" Target="../media/image31.png"/></Relationships>
</file>

<file path=ppt/slides/_rels/slide11.xml.rels><?xml version="1.0" encoding="UTF-8" standalone="yes"?>
<Relationships xmlns="http://schemas.openxmlformats.org/package/2006/relationships"><Relationship Id="rId8" Type="http://schemas.openxmlformats.org/officeDocument/2006/relationships/image" Target="../media/image35.png"/><Relationship Id="rId3" Type="http://schemas.openxmlformats.org/officeDocument/2006/relationships/image" Target="../media/image17.png"/><Relationship Id="rId7" Type="http://schemas.openxmlformats.org/officeDocument/2006/relationships/image" Target="../media/image34.png"/><Relationship Id="rId2" Type="http://schemas.openxmlformats.org/officeDocument/2006/relationships/notesSlide" Target="../notesSlides/notesSlide11.xml"/><Relationship Id="rId1" Type="http://schemas.openxmlformats.org/officeDocument/2006/relationships/slideLayout" Target="../slideLayouts/slideLayout5.xml"/><Relationship Id="rId6" Type="http://schemas.openxmlformats.org/officeDocument/2006/relationships/image" Target="../media/image33.png"/><Relationship Id="rId5" Type="http://schemas.openxmlformats.org/officeDocument/2006/relationships/image" Target="../media/image32.png"/><Relationship Id="rId10" Type="http://schemas.openxmlformats.org/officeDocument/2006/relationships/image" Target="../media/image18.png"/><Relationship Id="rId4" Type="http://schemas.openxmlformats.org/officeDocument/2006/relationships/image" Target="../media/image22.png"/><Relationship Id="rId9" Type="http://schemas.openxmlformats.org/officeDocument/2006/relationships/image" Target="../media/image36.png"/></Relationships>
</file>

<file path=ppt/slides/_rels/slide12.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39.png"/><Relationship Id="rId3" Type="http://schemas.openxmlformats.org/officeDocument/2006/relationships/image" Target="../media/image17.png"/><Relationship Id="rId7" Type="http://schemas.openxmlformats.org/officeDocument/2006/relationships/image" Target="../media/image33.png"/><Relationship Id="rId12" Type="http://schemas.openxmlformats.org/officeDocument/2006/relationships/image" Target="../media/image38.png"/><Relationship Id="rId2" Type="http://schemas.openxmlformats.org/officeDocument/2006/relationships/notesSlide" Target="../notesSlides/notesSlide12.xml"/><Relationship Id="rId1" Type="http://schemas.openxmlformats.org/officeDocument/2006/relationships/slideLayout" Target="../slideLayouts/slideLayout5.xml"/><Relationship Id="rId6" Type="http://schemas.openxmlformats.org/officeDocument/2006/relationships/image" Target="../media/image32.png"/><Relationship Id="rId11" Type="http://schemas.openxmlformats.org/officeDocument/2006/relationships/image" Target="../media/image37.png"/><Relationship Id="rId5" Type="http://schemas.openxmlformats.org/officeDocument/2006/relationships/image" Target="../media/image18.png"/><Relationship Id="rId15" Type="http://schemas.openxmlformats.org/officeDocument/2006/relationships/image" Target="../media/image41.png"/><Relationship Id="rId10" Type="http://schemas.openxmlformats.org/officeDocument/2006/relationships/image" Target="../media/image36.png"/><Relationship Id="rId4" Type="http://schemas.openxmlformats.org/officeDocument/2006/relationships/image" Target="../media/image22.png"/><Relationship Id="rId9" Type="http://schemas.openxmlformats.org/officeDocument/2006/relationships/image" Target="../media/image35.png"/><Relationship Id="rId14" Type="http://schemas.openxmlformats.org/officeDocument/2006/relationships/image" Target="../media/image40.png"/></Relationships>
</file>

<file path=ppt/slides/_rels/slide13.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3" Type="http://schemas.openxmlformats.org/officeDocument/2006/relationships/image" Target="../media/image14.png"/><Relationship Id="rId7" Type="http://schemas.openxmlformats.org/officeDocument/2006/relationships/image" Target="../media/image33.png"/><Relationship Id="rId12" Type="http://schemas.openxmlformats.org/officeDocument/2006/relationships/image" Target="../media/image39.png"/><Relationship Id="rId2" Type="http://schemas.openxmlformats.org/officeDocument/2006/relationships/notesSlide" Target="../notesSlides/notesSlide13.xml"/><Relationship Id="rId16" Type="http://schemas.openxmlformats.org/officeDocument/2006/relationships/image" Target="../media/image19.png"/><Relationship Id="rId1" Type="http://schemas.openxmlformats.org/officeDocument/2006/relationships/slideLayout" Target="../slideLayouts/slideLayout18.xml"/><Relationship Id="rId6" Type="http://schemas.openxmlformats.org/officeDocument/2006/relationships/image" Target="../media/image6.png"/><Relationship Id="rId11" Type="http://schemas.openxmlformats.org/officeDocument/2006/relationships/image" Target="../media/image38.png"/><Relationship Id="rId5" Type="http://schemas.openxmlformats.org/officeDocument/2006/relationships/image" Target="../media/image3.png"/><Relationship Id="rId15" Type="http://schemas.openxmlformats.org/officeDocument/2006/relationships/image" Target="../media/image22.png"/><Relationship Id="rId10" Type="http://schemas.openxmlformats.org/officeDocument/2006/relationships/image" Target="../media/image37.png"/><Relationship Id="rId4" Type="http://schemas.openxmlformats.org/officeDocument/2006/relationships/image" Target="../media/image11.png"/><Relationship Id="rId9" Type="http://schemas.openxmlformats.org/officeDocument/2006/relationships/image" Target="../media/image35.png"/><Relationship Id="rId14" Type="http://schemas.openxmlformats.org/officeDocument/2006/relationships/image" Target="../media/image41.png"/></Relationships>
</file>

<file path=ppt/slides/_rels/slide14.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19.png"/><Relationship Id="rId2" Type="http://schemas.openxmlformats.org/officeDocument/2006/relationships/notesSlide" Target="../notesSlides/notesSlide14.xml"/><Relationship Id="rId1" Type="http://schemas.openxmlformats.org/officeDocument/2006/relationships/slideLayout" Target="../slideLayouts/slideLayout4.xml"/><Relationship Id="rId6" Type="http://schemas.openxmlformats.org/officeDocument/2006/relationships/image" Target="../media/image43.png"/><Relationship Id="rId5" Type="http://schemas.openxmlformats.org/officeDocument/2006/relationships/image" Target="../media/image40.png"/><Relationship Id="rId4" Type="http://schemas.openxmlformats.org/officeDocument/2006/relationships/image" Target="../media/image42.png"/></Relationships>
</file>

<file path=ppt/slides/_rels/slide15.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image" Target="../media/image22.png"/><Relationship Id="rId7" Type="http://schemas.openxmlformats.org/officeDocument/2006/relationships/image" Target="../media/image19.png"/><Relationship Id="rId2" Type="http://schemas.openxmlformats.org/officeDocument/2006/relationships/notesSlide" Target="../notesSlides/notesSlide15.xml"/><Relationship Id="rId1" Type="http://schemas.openxmlformats.org/officeDocument/2006/relationships/slideLayout" Target="../slideLayouts/slideLayout4.xml"/><Relationship Id="rId6" Type="http://schemas.openxmlformats.org/officeDocument/2006/relationships/image" Target="../media/image43.png"/><Relationship Id="rId11" Type="http://schemas.openxmlformats.org/officeDocument/2006/relationships/image" Target="../media/image45.png"/><Relationship Id="rId5" Type="http://schemas.openxmlformats.org/officeDocument/2006/relationships/image" Target="../media/image40.png"/><Relationship Id="rId10" Type="http://schemas.openxmlformats.org/officeDocument/2006/relationships/image" Target="../media/image44.png"/><Relationship Id="rId4" Type="http://schemas.openxmlformats.org/officeDocument/2006/relationships/image" Target="../media/image42.png"/><Relationship Id="rId9" Type="http://schemas.openxmlformats.org/officeDocument/2006/relationships/image" Target="../media/image26.png"/></Relationships>
</file>

<file path=ppt/slides/_rels/slide16.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46.png"/><Relationship Id="rId7"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7.xml"/><Relationship Id="rId6" Type="http://schemas.openxmlformats.org/officeDocument/2006/relationships/image" Target="../media/image9.png"/><Relationship Id="rId11" Type="http://schemas.openxmlformats.org/officeDocument/2006/relationships/image" Target="../media/image20.png"/><Relationship Id="rId5" Type="http://schemas.openxmlformats.org/officeDocument/2006/relationships/image" Target="../media/image12.png"/><Relationship Id="rId10" Type="http://schemas.openxmlformats.org/officeDocument/2006/relationships/image" Target="../media/image44.png"/><Relationship Id="rId4" Type="http://schemas.openxmlformats.org/officeDocument/2006/relationships/image" Target="../media/image11.png"/><Relationship Id="rId9" Type="http://schemas.openxmlformats.org/officeDocument/2006/relationships/image" Target="../media/image22.png"/></Relationships>
</file>

<file path=ppt/slides/_rels/slide1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7.xml"/><Relationship Id="rId1" Type="http://schemas.openxmlformats.org/officeDocument/2006/relationships/slideLayout" Target="../slideLayouts/slideLayout11.xml"/></Relationships>
</file>

<file path=ppt/slides/_rels/slide1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image" Target="../media/image49.jpg"/><Relationship Id="rId7" Type="http://schemas.openxmlformats.org/officeDocument/2006/relationships/image" Target="../media/image3.png"/><Relationship Id="rId2" Type="http://schemas.openxmlformats.org/officeDocument/2006/relationships/notesSlide" Target="../notesSlides/notesSlide23.xml"/><Relationship Id="rId1" Type="http://schemas.openxmlformats.org/officeDocument/2006/relationships/slideLayout" Target="../slideLayouts/slideLayout8.xml"/><Relationship Id="rId6" Type="http://schemas.openxmlformats.org/officeDocument/2006/relationships/image" Target="../media/image9.png"/><Relationship Id="rId5" Type="http://schemas.openxmlformats.org/officeDocument/2006/relationships/image" Target="../media/image10.png"/><Relationship Id="rId4" Type="http://schemas.openxmlformats.org/officeDocument/2006/relationships/image" Target="../media/image4.png"/><Relationship Id="rId9" Type="http://schemas.openxmlformats.org/officeDocument/2006/relationships/image" Target="../media/image11.png"/></Relationships>
</file>

<file path=ppt/slides/_rels/slide24.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26.xml"/><Relationship Id="rId1" Type="http://schemas.openxmlformats.org/officeDocument/2006/relationships/slideLayout" Target="../slideLayouts/slideLayout25.xml"/><Relationship Id="rId5" Type="http://schemas.openxmlformats.org/officeDocument/2006/relationships/image" Target="../media/image47.png"/><Relationship Id="rId4" Type="http://schemas.openxmlformats.org/officeDocument/2006/relationships/image" Target="../media/image11.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28.xml"/><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9.xml"/><Relationship Id="rId1" Type="http://schemas.openxmlformats.org/officeDocument/2006/relationships/slideLayout" Target="../slideLayouts/slideLayout17.xml"/><Relationship Id="rId6" Type="http://schemas.openxmlformats.org/officeDocument/2006/relationships/image" Target="../media/image3.png"/><Relationship Id="rId5" Type="http://schemas.openxmlformats.org/officeDocument/2006/relationships/image" Target="../media/image9.png"/><Relationship Id="rId4" Type="http://schemas.openxmlformats.org/officeDocument/2006/relationships/image" Target="../media/image52.png"/></Relationships>
</file>

<file path=ppt/slides/_rels/slide30.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30.xml"/><Relationship Id="rId1" Type="http://schemas.openxmlformats.org/officeDocument/2006/relationships/slideLayout" Target="../slideLayouts/slideLayout16.xml"/><Relationship Id="rId5" Type="http://schemas.openxmlformats.org/officeDocument/2006/relationships/image" Target="../media/image10.png"/><Relationship Id="rId4" Type="http://schemas.openxmlformats.org/officeDocument/2006/relationships/image" Target="../media/image8.png"/></Relationships>
</file>

<file path=ppt/slides/_rels/slide3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1.xml"/><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2.png"/><Relationship Id="rId7" Type="http://schemas.openxmlformats.org/officeDocument/2006/relationships/image" Target="../media/image16.png"/><Relationship Id="rId2" Type="http://schemas.openxmlformats.org/officeDocument/2006/relationships/notesSlide" Target="../notesSlides/notesSlide32.xml"/><Relationship Id="rId1" Type="http://schemas.openxmlformats.org/officeDocument/2006/relationships/slideLayout" Target="../slideLayouts/slideLayout5.xml"/><Relationship Id="rId6" Type="http://schemas.openxmlformats.org/officeDocument/2006/relationships/image" Target="../media/image5.png"/><Relationship Id="rId5" Type="http://schemas.openxmlformats.org/officeDocument/2006/relationships/image" Target="../media/image11.png"/><Relationship Id="rId4" Type="http://schemas.openxmlformats.org/officeDocument/2006/relationships/image" Target="../media/image54.png"/></Relationships>
</file>

<file path=ppt/slides/_rels/slide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34.xml"/><Relationship Id="rId1" Type="http://schemas.openxmlformats.org/officeDocument/2006/relationships/slideLayout" Target="../slideLayouts/slideLayout19.xml"/><Relationship Id="rId4" Type="http://schemas.openxmlformats.org/officeDocument/2006/relationships/image" Target="../media/image11.png"/></Relationships>
</file>

<file path=ppt/slides/_rels/slide3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6.xml"/><Relationship Id="rId1" Type="http://schemas.openxmlformats.org/officeDocument/2006/relationships/slideLayout" Target="../slideLayouts/slideLayout13.xml"/><Relationship Id="rId4" Type="http://schemas.openxmlformats.org/officeDocument/2006/relationships/image" Target="../media/image14.png"/></Relationships>
</file>

<file path=ppt/slides/_rels/slide3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7.xm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8.xml"/><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9.xml"/><Relationship Id="rId1" Type="http://schemas.openxmlformats.org/officeDocument/2006/relationships/slideLayout" Target="../slideLayouts/slideLayout19.xml"/></Relationships>
</file>

<file path=ppt/slides/_rels/slide40.xml.rels><?xml version="1.0" encoding="UTF-8" standalone="yes"?>
<Relationships xmlns="http://schemas.openxmlformats.org/package/2006/relationships"><Relationship Id="rId3" Type="http://schemas.openxmlformats.org/officeDocument/2006/relationships/hyperlink" Target="https://docs.google.com/spreadsheets/d/1pANj05PSjiBrcs0bncliHwyWOaUrH7oIdiqou55KSMA/copy#gid=0" TargetMode="External"/><Relationship Id="rId2" Type="http://schemas.openxmlformats.org/officeDocument/2006/relationships/notesSlide" Target="../notesSlides/notesSlide40.xml"/><Relationship Id="rId1" Type="http://schemas.openxmlformats.org/officeDocument/2006/relationships/slideLayout" Target="../slideLayouts/slideLayout5.xml"/><Relationship Id="rId6" Type="http://schemas.openxmlformats.org/officeDocument/2006/relationships/image" Target="../media/image17.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5.png"/></Relationships>
</file>

<file path=ppt/slides/_rels/slide4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41.xml"/><Relationship Id="rId1" Type="http://schemas.openxmlformats.org/officeDocument/2006/relationships/slideLayout" Target="../slideLayouts/slideLayout19.xml"/></Relationships>
</file>

<file path=ppt/slides/_rels/slide42.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42.xml"/><Relationship Id="rId1" Type="http://schemas.openxmlformats.org/officeDocument/2006/relationships/slideLayout" Target="../slideLayouts/slideLayout22.xml"/><Relationship Id="rId5" Type="http://schemas.openxmlformats.org/officeDocument/2006/relationships/image" Target="../media/image58.jpg"/><Relationship Id="rId4" Type="http://schemas.openxmlformats.org/officeDocument/2006/relationships/image" Target="../media/image57.jpg"/></Relationships>
</file>

<file path=ppt/slides/_rels/slide43.xml.rels><?xml version="1.0" encoding="UTF-8" standalone="yes"?>
<Relationships xmlns="http://schemas.openxmlformats.org/package/2006/relationships"><Relationship Id="rId8" Type="http://schemas.openxmlformats.org/officeDocument/2006/relationships/hyperlink" Target="https://github.com/felisariaurora/Computational_Gastronomy_Analysis" TargetMode="External"/><Relationship Id="rId3" Type="http://schemas.openxmlformats.org/officeDocument/2006/relationships/hyperlink" Target="mailto:aurora.felisari@studenti.unipr.it" TargetMode="External"/><Relationship Id="rId7" Type="http://schemas.openxmlformats.org/officeDocument/2006/relationships/image" Target="../media/image22.png"/><Relationship Id="rId2" Type="http://schemas.openxmlformats.org/officeDocument/2006/relationships/notesSlide" Target="../notesSlides/notesSlide43.xml"/><Relationship Id="rId1" Type="http://schemas.openxmlformats.org/officeDocument/2006/relationships/slideLayout" Target="../slideLayouts/slideLayout27.xml"/><Relationship Id="rId6" Type="http://schemas.openxmlformats.org/officeDocument/2006/relationships/image" Target="../media/image10.png"/><Relationship Id="rId5" Type="http://schemas.openxmlformats.org/officeDocument/2006/relationships/image" Target="../media/image6.png"/><Relationship Id="rId4" Type="http://schemas.openxmlformats.org/officeDocument/2006/relationships/image" Target="../media/image8.png"/><Relationship Id="rId9" Type="http://schemas.openxmlformats.org/officeDocument/2006/relationships/image" Target="../media/image59.png"/></Relationships>
</file>

<file path=ppt/slides/_rels/slide44.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hyperlink" Target="https://www.freepik.com/free-vector/watercolor-international-chefs-day-horizontal-banner-template_30591653.htm/?utm_source=slidesgo_template&amp;utm_medium=referral-link&amp;utm_campaign=sg_resources&amp;utm_content=freepik" TargetMode="External"/><Relationship Id="rId7" Type="http://schemas.openxmlformats.org/officeDocument/2006/relationships/image" Target="../media/image62.png"/><Relationship Id="rId2" Type="http://schemas.openxmlformats.org/officeDocument/2006/relationships/notesSlide" Target="../notesSlides/notesSlide44.xml"/><Relationship Id="rId1" Type="http://schemas.openxmlformats.org/officeDocument/2006/relationships/slideLayout" Target="../slideLayouts/slideLayout5.xml"/><Relationship Id="rId6" Type="http://schemas.openxmlformats.org/officeDocument/2006/relationships/image" Target="../media/image61.png"/><Relationship Id="rId11" Type="http://schemas.openxmlformats.org/officeDocument/2006/relationships/image" Target="../media/image66.png"/><Relationship Id="rId5" Type="http://schemas.openxmlformats.org/officeDocument/2006/relationships/image" Target="../media/image60.png"/><Relationship Id="rId10" Type="http://schemas.openxmlformats.org/officeDocument/2006/relationships/image" Target="../media/image65.png"/><Relationship Id="rId4" Type="http://schemas.openxmlformats.org/officeDocument/2006/relationships/hyperlink" Target="https://www.freepik.com/free-vector/watercolor-international-chefs-day-horizontal-banner-template_30591649.htm/?utm_source=slidesgo_template&amp;utm_medium=referral-link&amp;utm_campaign=sg_resources&amp;utm_content=freepik" TargetMode="External"/><Relationship Id="rId9" Type="http://schemas.openxmlformats.org/officeDocument/2006/relationships/image" Target="../media/image64.png"/></Relationships>
</file>

<file path=ppt/slides/_rels/slide45.xml.rels><?xml version="1.0" encoding="UTF-8" standalone="yes"?>
<Relationships xmlns="http://schemas.openxmlformats.org/package/2006/relationships"><Relationship Id="rId8" Type="http://schemas.openxmlformats.org/officeDocument/2006/relationships/hyperlink" Target="https://www.freepik.com/free-photo/smiling-afro-american-woman-posing-vegetables_5870745.htm#&amp;position=3&amp;from_view=undefined" TargetMode="External"/><Relationship Id="rId3" Type="http://schemas.openxmlformats.org/officeDocument/2006/relationships/hyperlink" Target="https://www.freepik.com/free-vector/watercolor-international-chefs-day-illustration_30591654.htm/?utm_source=slidesgo_template&amp;utm_medium=referral-link&amp;utm_campaign=sg_resources&amp;utm_content=freepik" TargetMode="External"/><Relationship Id="rId7" Type="http://schemas.openxmlformats.org/officeDocument/2006/relationships/hyperlink" Target="https://www.freepik.com/free-photo/view-chef-working-kitchen_32456171.htm/?utm_source=slidesgo_template&amp;utm_medium=referral-link&amp;utm_campaign=sg_resources&amp;utm_content=freepik" TargetMode="External"/><Relationship Id="rId12" Type="http://schemas.openxmlformats.org/officeDocument/2006/relationships/hyperlink" Target="https://www.freepik.com/free-photo/side-view-chef-cutting-vegetables_11228848.htm/?utm_source=slidesgo_template&amp;utm_medium=referral-link&amp;utm_campaign=sg_resources&amp;utm_content=freepik" TargetMode="External"/><Relationship Id="rId2" Type="http://schemas.openxmlformats.org/officeDocument/2006/relationships/notesSlide" Target="../notesSlides/notesSlide45.xml"/><Relationship Id="rId1" Type="http://schemas.openxmlformats.org/officeDocument/2006/relationships/slideLayout" Target="../slideLayouts/slideLayout3.xml"/><Relationship Id="rId6" Type="http://schemas.openxmlformats.org/officeDocument/2006/relationships/hyperlink" Target="https://www.freepik.com/free-photo/female-chef-kitchen-dressed-apron-uniform_32201651.htm/?utm_source=slidesgo_template&amp;utm_medium=referral-link&amp;utm_campaign=sg_resources&amp;utm_content=freepik" TargetMode="External"/><Relationship Id="rId11" Type="http://schemas.openxmlformats.org/officeDocument/2006/relationships/hyperlink" Target="https://www.freepik.com/free-photo/female-chef-putting-sauce-dish_11228881.htm/?utm_source=slidesgo_template&amp;utm_medium=referral-link&amp;utm_campaign=sg_resources&amp;utm_content=freepik" TargetMode="External"/><Relationship Id="rId5" Type="http://schemas.openxmlformats.org/officeDocument/2006/relationships/hyperlink" Target="https://www.freepik.com/free-vector/watercolor-international-chefs-day-horizontal-banner-template_30591651.htm/?utm_source=slidesgo_template&amp;utm_medium=referral-link&amp;utm_campaign=sg_resources&amp;utm_content=freepik" TargetMode="External"/><Relationship Id="rId10" Type="http://schemas.openxmlformats.org/officeDocument/2006/relationships/hyperlink" Target="https://www.freepik.com/free-photo/side-view-female-chef-cutting-vegetables_11228847.htm/?utm_source=slidesgo_template&amp;utm_medium=referral-link&amp;utm_campaign=sg_resources&amp;utm_content=freepik" TargetMode="External"/><Relationship Id="rId4" Type="http://schemas.openxmlformats.org/officeDocument/2006/relationships/hyperlink" Target="https://www.freepik.com/free-vector/watercolor-international-chefs-day-horizontal-banner-template_30591652.htm/?utm_source=slidesgo_template&amp;utm_medium=referral-link&amp;utm_campaign=sg_resources&amp;utm_content=freepik" TargetMode="External"/><Relationship Id="rId9" Type="http://schemas.openxmlformats.org/officeDocument/2006/relationships/hyperlink" Target="https://www.freepik.com/free-photo/male-chef-kitchen-cooking_13637520.htm/?utm_source=slidesgo_template&amp;utm_medium=referral-link&amp;utm_campaign=sg_resources&amp;utm_content=freepik" TargetMode="External"/></Relationships>
</file>

<file path=ppt/slides/_rels/slide4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6.xml"/><Relationship Id="rId1" Type="http://schemas.openxmlformats.org/officeDocument/2006/relationships/slideLayout" Target="../slideLayouts/slideLayout31.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3.xml"/></Relationships>
</file>

<file path=ppt/slides/_rels/slide4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7.xml"/><Relationship Id="rId1" Type="http://schemas.openxmlformats.org/officeDocument/2006/relationships/slideLayout" Target="../slideLayouts/slideLayout31.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3.xml"/></Relationships>
</file>

<file path=ppt/slides/_rels/slide48.xml.rels><?xml version="1.0" encoding="UTF-8" standalone="yes"?>
<Relationships xmlns="http://schemas.openxmlformats.org/package/2006/relationships"><Relationship Id="rId3" Type="http://schemas.openxmlformats.org/officeDocument/2006/relationships/hyperlink" Target="https://fonts.google.com/specimen/Averia+Serif+Libre" TargetMode="External"/><Relationship Id="rId2" Type="http://schemas.openxmlformats.org/officeDocument/2006/relationships/notesSlide" Target="../notesSlides/notesSlide48.xml"/><Relationship Id="rId1" Type="http://schemas.openxmlformats.org/officeDocument/2006/relationships/slideLayout" Target="../slideLayouts/slideLayout31.xml"/><Relationship Id="rId4" Type="http://schemas.openxmlformats.org/officeDocument/2006/relationships/hyperlink" Target="https://fonts.google.com/specimen/Baloo+2" TargetMode="External"/></Relationships>
</file>

<file path=ppt/slides/_rels/slide4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71.png"/><Relationship Id="rId2" Type="http://schemas.openxmlformats.org/officeDocument/2006/relationships/notesSlide" Target="../notesSlides/notesSlide49.xml"/><Relationship Id="rId1" Type="http://schemas.openxmlformats.org/officeDocument/2006/relationships/slideLayout" Target="../slideLayouts/slideLayout31.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70.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69.png"/><Relationship Id="rId4" Type="http://schemas.openxmlformats.org/officeDocument/2006/relationships/image" Target="../media/image67.png"/><Relationship Id="rId9" Type="http://schemas.openxmlformats.org/officeDocument/2006/relationships/image" Target="../media/image68.png"/></Relationships>
</file>

<file path=ppt/slides/_rels/slide5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0.xml"/></Relationships>
</file>

<file path=ppt/slides/_rels/slide5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56.xml"/><Relationship Id="rId1" Type="http://schemas.openxmlformats.org/officeDocument/2006/relationships/slideLayout" Target="../slideLayouts/slideLayout3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0.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0.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1.xml"/></Relationships>
</file>

<file path=ppt/slides/_rels/slide6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3.xml"/><Relationship Id="rId1" Type="http://schemas.openxmlformats.org/officeDocument/2006/relationships/slideLayout" Target="../slideLayouts/slideLayout30.xml"/><Relationship Id="rId4" Type="http://schemas.openxmlformats.org/officeDocument/2006/relationships/image" Target="../media/image7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68"/>
        <p:cNvGrpSpPr/>
        <p:nvPr/>
      </p:nvGrpSpPr>
      <p:grpSpPr>
        <a:xfrm>
          <a:off x="0" y="0"/>
          <a:ext cx="0" cy="0"/>
          <a:chOff x="0" y="0"/>
          <a:chExt cx="0" cy="0"/>
        </a:xfrm>
      </p:grpSpPr>
      <p:sp>
        <p:nvSpPr>
          <p:cNvPr id="369" name="Google Shape;369;p35"/>
          <p:cNvSpPr txBox="1">
            <a:spLocks noGrp="1"/>
          </p:cNvSpPr>
          <p:nvPr>
            <p:ph type="ctrTitle"/>
          </p:nvPr>
        </p:nvSpPr>
        <p:spPr>
          <a:xfrm>
            <a:off x="2065049" y="1577481"/>
            <a:ext cx="5093614" cy="250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4800" dirty="0" err="1">
                <a:solidFill>
                  <a:schemeClr val="accent3"/>
                </a:solidFill>
              </a:rPr>
              <a:t>Gastronomia</a:t>
            </a:r>
            <a:br>
              <a:rPr lang="en-US" sz="4800" dirty="0">
                <a:solidFill>
                  <a:schemeClr val="accent3"/>
                </a:solidFill>
              </a:rPr>
            </a:br>
            <a:r>
              <a:rPr lang="en-US" sz="4800" dirty="0" err="1"/>
              <a:t>Computazionale</a:t>
            </a:r>
            <a:endParaRPr sz="4800" dirty="0"/>
          </a:p>
        </p:txBody>
      </p:sp>
      <p:sp>
        <p:nvSpPr>
          <p:cNvPr id="370" name="Google Shape;370;p35"/>
          <p:cNvSpPr txBox="1">
            <a:spLocks noGrp="1"/>
          </p:cNvSpPr>
          <p:nvPr>
            <p:ph type="subTitle" idx="1"/>
          </p:nvPr>
        </p:nvSpPr>
        <p:spPr>
          <a:xfrm>
            <a:off x="1868512" y="4484263"/>
            <a:ext cx="4675800"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Felisari Aurora, 379867</a:t>
            </a:r>
          </a:p>
          <a:p>
            <a:pPr marL="0" lvl="0" indent="0" algn="l" rtl="0">
              <a:spcBef>
                <a:spcPts val="0"/>
              </a:spcBef>
              <a:spcAft>
                <a:spcPts val="0"/>
              </a:spcAft>
              <a:buNone/>
            </a:pPr>
            <a:endParaRPr dirty="0"/>
          </a:p>
        </p:txBody>
      </p:sp>
      <p:pic>
        <p:nvPicPr>
          <p:cNvPr id="371" name="Google Shape;371;p35"/>
          <p:cNvPicPr preferRelativeResize="0"/>
          <p:nvPr/>
        </p:nvPicPr>
        <p:blipFill>
          <a:blip r:embed="rId3">
            <a:alphaModFix/>
          </a:blip>
          <a:stretch>
            <a:fillRect/>
          </a:stretch>
        </p:blipFill>
        <p:spPr>
          <a:xfrm>
            <a:off x="-552787" y="255383"/>
            <a:ext cx="2532018" cy="2106900"/>
          </a:xfrm>
          <a:prstGeom prst="rect">
            <a:avLst/>
          </a:prstGeom>
          <a:noFill/>
          <a:ln>
            <a:noFill/>
          </a:ln>
        </p:spPr>
      </p:pic>
      <p:pic>
        <p:nvPicPr>
          <p:cNvPr id="372" name="Google Shape;372;p35"/>
          <p:cNvPicPr preferRelativeResize="0"/>
          <p:nvPr/>
        </p:nvPicPr>
        <p:blipFill>
          <a:blip r:embed="rId4">
            <a:alphaModFix/>
          </a:blip>
          <a:stretch>
            <a:fillRect/>
          </a:stretch>
        </p:blipFill>
        <p:spPr>
          <a:xfrm>
            <a:off x="7244480" y="1221823"/>
            <a:ext cx="2014625" cy="2167358"/>
          </a:xfrm>
          <a:prstGeom prst="rect">
            <a:avLst/>
          </a:prstGeom>
          <a:noFill/>
          <a:ln>
            <a:noFill/>
          </a:ln>
        </p:spPr>
      </p:pic>
      <p:pic>
        <p:nvPicPr>
          <p:cNvPr id="373" name="Google Shape;373;p35"/>
          <p:cNvPicPr preferRelativeResize="0"/>
          <p:nvPr/>
        </p:nvPicPr>
        <p:blipFill>
          <a:blip r:embed="rId5">
            <a:alphaModFix/>
          </a:blip>
          <a:stretch>
            <a:fillRect/>
          </a:stretch>
        </p:blipFill>
        <p:spPr>
          <a:xfrm>
            <a:off x="6264063" y="388709"/>
            <a:ext cx="894600" cy="1313058"/>
          </a:xfrm>
          <a:prstGeom prst="rect">
            <a:avLst/>
          </a:prstGeom>
          <a:noFill/>
          <a:ln>
            <a:noFill/>
          </a:ln>
        </p:spPr>
      </p:pic>
      <p:pic>
        <p:nvPicPr>
          <p:cNvPr id="374" name="Google Shape;374;p35"/>
          <p:cNvPicPr preferRelativeResize="0"/>
          <p:nvPr/>
        </p:nvPicPr>
        <p:blipFill>
          <a:blip r:embed="rId6">
            <a:alphaModFix/>
          </a:blip>
          <a:stretch>
            <a:fillRect/>
          </a:stretch>
        </p:blipFill>
        <p:spPr>
          <a:xfrm rot="8100075">
            <a:off x="7763630" y="951531"/>
            <a:ext cx="364095" cy="461187"/>
          </a:xfrm>
          <a:prstGeom prst="rect">
            <a:avLst/>
          </a:prstGeom>
          <a:noFill/>
          <a:ln>
            <a:noFill/>
          </a:ln>
        </p:spPr>
      </p:pic>
      <p:pic>
        <p:nvPicPr>
          <p:cNvPr id="375" name="Google Shape;375;p35"/>
          <p:cNvPicPr preferRelativeResize="0"/>
          <p:nvPr/>
        </p:nvPicPr>
        <p:blipFill>
          <a:blip r:embed="rId7">
            <a:alphaModFix/>
          </a:blip>
          <a:stretch>
            <a:fillRect/>
          </a:stretch>
        </p:blipFill>
        <p:spPr>
          <a:xfrm>
            <a:off x="7275640" y="4484263"/>
            <a:ext cx="375620" cy="475800"/>
          </a:xfrm>
          <a:prstGeom prst="rect">
            <a:avLst/>
          </a:prstGeom>
          <a:noFill/>
          <a:ln>
            <a:noFill/>
          </a:ln>
        </p:spPr>
      </p:pic>
      <p:pic>
        <p:nvPicPr>
          <p:cNvPr id="376" name="Google Shape;376;p35"/>
          <p:cNvPicPr preferRelativeResize="0"/>
          <p:nvPr/>
        </p:nvPicPr>
        <p:blipFill>
          <a:blip r:embed="rId8">
            <a:alphaModFix/>
          </a:blip>
          <a:stretch>
            <a:fillRect/>
          </a:stretch>
        </p:blipFill>
        <p:spPr>
          <a:xfrm rot="1167304" flipH="1">
            <a:off x="7862428" y="3082294"/>
            <a:ext cx="556999" cy="1347687"/>
          </a:xfrm>
          <a:prstGeom prst="rect">
            <a:avLst/>
          </a:prstGeom>
          <a:noFill/>
          <a:ln>
            <a:noFill/>
          </a:ln>
        </p:spPr>
      </p:pic>
      <p:pic>
        <p:nvPicPr>
          <p:cNvPr id="377" name="Google Shape;377;p35"/>
          <p:cNvPicPr preferRelativeResize="0"/>
          <p:nvPr/>
        </p:nvPicPr>
        <p:blipFill>
          <a:blip r:embed="rId6">
            <a:alphaModFix/>
          </a:blip>
          <a:stretch>
            <a:fillRect/>
          </a:stretch>
        </p:blipFill>
        <p:spPr>
          <a:xfrm rot="-2700148" flipH="1">
            <a:off x="1394681" y="4254970"/>
            <a:ext cx="364095" cy="461187"/>
          </a:xfrm>
          <a:prstGeom prst="rect">
            <a:avLst/>
          </a:prstGeom>
          <a:noFill/>
          <a:ln>
            <a:noFill/>
          </a:ln>
        </p:spPr>
      </p:pic>
      <p:pic>
        <p:nvPicPr>
          <p:cNvPr id="378" name="Google Shape;378;p35"/>
          <p:cNvPicPr preferRelativeResize="0"/>
          <p:nvPr/>
        </p:nvPicPr>
        <p:blipFill>
          <a:blip r:embed="rId9">
            <a:alphaModFix/>
          </a:blip>
          <a:stretch>
            <a:fillRect/>
          </a:stretch>
        </p:blipFill>
        <p:spPr>
          <a:xfrm>
            <a:off x="3997650" y="512981"/>
            <a:ext cx="1148700" cy="1064500"/>
          </a:xfrm>
          <a:prstGeom prst="rect">
            <a:avLst/>
          </a:prstGeom>
          <a:noFill/>
          <a:ln>
            <a:noFill/>
          </a:ln>
        </p:spPr>
      </p:pic>
      <p:sp>
        <p:nvSpPr>
          <p:cNvPr id="2" name="Google Shape;370;p35">
            <a:extLst>
              <a:ext uri="{FF2B5EF4-FFF2-40B4-BE49-F238E27FC236}">
                <a16:creationId xmlns:a16="http://schemas.microsoft.com/office/drawing/2014/main" id="{0FAE8E3F-CD15-E6C4-0330-174DA54FA8D9}"/>
              </a:ext>
            </a:extLst>
          </p:cNvPr>
          <p:cNvSpPr txBox="1">
            <a:spLocks/>
          </p:cNvSpPr>
          <p:nvPr/>
        </p:nvSpPr>
        <p:spPr>
          <a:xfrm>
            <a:off x="3412360" y="4484263"/>
            <a:ext cx="3832120" cy="475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Baloo 2"/>
              <a:buNone/>
              <a:defRPr sz="1600" b="0" i="0" u="none" strike="noStrike" cap="none">
                <a:solidFill>
                  <a:schemeClr val="dk1"/>
                </a:solidFill>
                <a:latin typeface="Baloo 2"/>
                <a:ea typeface="Baloo 2"/>
                <a:cs typeface="Baloo 2"/>
                <a:sym typeface="Baloo 2"/>
              </a:defRPr>
            </a:lvl1pPr>
            <a:lvl2pPr marL="914400" marR="0" lvl="1"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2pPr>
            <a:lvl3pPr marL="1371600" marR="0" lvl="2"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3pPr>
            <a:lvl4pPr marL="1828800" marR="0" lvl="3"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4pPr>
            <a:lvl5pPr marL="2286000" marR="0" lvl="4"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5pPr>
            <a:lvl6pPr marL="2743200" marR="0" lvl="5"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6pPr>
            <a:lvl7pPr marL="3200400" marR="0" lvl="6"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7pPr>
            <a:lvl8pPr marL="3657600" marR="0" lvl="7"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8pPr>
            <a:lvl9pPr marL="4114800" marR="0" lvl="8" indent="-317500" algn="ctr" rtl="0">
              <a:lnSpc>
                <a:spcPct val="100000"/>
              </a:lnSpc>
              <a:spcBef>
                <a:spcPts val="0"/>
              </a:spcBef>
              <a:spcAft>
                <a:spcPts val="0"/>
              </a:spcAft>
              <a:buClr>
                <a:schemeClr val="dk1"/>
              </a:buClr>
              <a:buSzPts val="1800"/>
              <a:buFont typeface="Baloo 2"/>
              <a:buNone/>
              <a:defRPr sz="1800" b="0" i="0" u="none" strike="noStrike" cap="none">
                <a:solidFill>
                  <a:schemeClr val="dk1"/>
                </a:solidFill>
                <a:latin typeface="Baloo 2"/>
                <a:ea typeface="Baloo 2"/>
                <a:cs typeface="Baloo 2"/>
                <a:sym typeface="Baloo 2"/>
              </a:defRPr>
            </a:lvl9pPr>
          </a:lstStyle>
          <a:p>
            <a:pPr marL="0" indent="0" algn="r"/>
            <a:r>
              <a:rPr lang="en-US" dirty="0"/>
              <a:t>Laboratorio di AI, 2025-2026</a:t>
            </a:r>
          </a:p>
        </p:txBody>
      </p:sp>
      <p:sp>
        <p:nvSpPr>
          <p:cNvPr id="3" name="TextBox 2">
            <a:extLst>
              <a:ext uri="{FF2B5EF4-FFF2-40B4-BE49-F238E27FC236}">
                <a16:creationId xmlns:a16="http://schemas.microsoft.com/office/drawing/2014/main" id="{99E3E11A-4D12-4255-AE70-D44E3DECFBD6}"/>
              </a:ext>
            </a:extLst>
          </p:cNvPr>
          <p:cNvSpPr txBox="1"/>
          <p:nvPr/>
        </p:nvSpPr>
        <p:spPr>
          <a:xfrm>
            <a:off x="1677294" y="3457365"/>
            <a:ext cx="5789413" cy="338554"/>
          </a:xfrm>
          <a:prstGeom prst="rect">
            <a:avLst/>
          </a:prstGeom>
          <a:noFill/>
        </p:spPr>
        <p:txBody>
          <a:bodyPr wrap="square" rtlCol="0">
            <a:spAutoFit/>
          </a:bodyPr>
          <a:lstStyle/>
          <a:p>
            <a:pPr algn="ctr"/>
            <a:r>
              <a:rPr lang="en-US" sz="1600" dirty="0" err="1">
                <a:solidFill>
                  <a:schemeClr val="tx1"/>
                </a:solidFill>
                <a:latin typeface="Averia Serif Libre" panose="020B0604020202020204" charset="0"/>
              </a:rPr>
              <a:t>Analisi</a:t>
            </a:r>
            <a:r>
              <a:rPr lang="en-US" sz="1600" dirty="0">
                <a:solidFill>
                  <a:schemeClr val="tx1"/>
                </a:solidFill>
                <a:latin typeface="Averia Serif Libre" panose="020B0604020202020204" charset="0"/>
              </a:rPr>
              <a:t> delle </a:t>
            </a:r>
            <a:r>
              <a:rPr lang="en-US" sz="1600" dirty="0" err="1">
                <a:solidFill>
                  <a:schemeClr val="tx1"/>
                </a:solidFill>
                <a:latin typeface="Averia Serif Libre" panose="020B0604020202020204" charset="0"/>
              </a:rPr>
              <a:t>reti</a:t>
            </a:r>
            <a:r>
              <a:rPr lang="en-US" sz="1600" dirty="0">
                <a:solidFill>
                  <a:schemeClr val="tx1"/>
                </a:solidFill>
                <a:latin typeface="Averia Serif Libre" panose="020B0604020202020204" charset="0"/>
              </a:rPr>
              <a:t> </a:t>
            </a:r>
            <a:r>
              <a:rPr lang="en-US" sz="1600" dirty="0" err="1">
                <a:solidFill>
                  <a:schemeClr val="tx1"/>
                </a:solidFill>
                <a:latin typeface="Averia Serif Libre" panose="020B0604020202020204" charset="0"/>
              </a:rPr>
              <a:t>culinarie</a:t>
            </a:r>
            <a:r>
              <a:rPr lang="en-US" sz="1600" dirty="0">
                <a:solidFill>
                  <a:schemeClr val="tx1"/>
                </a:solidFill>
                <a:latin typeface="Averia Serif Libre" panose="020B0604020202020204" charset="0"/>
              </a:rPr>
              <a:t> </a:t>
            </a:r>
            <a:r>
              <a:rPr lang="en-US" sz="1600" dirty="0" err="1">
                <a:solidFill>
                  <a:schemeClr val="tx1"/>
                </a:solidFill>
                <a:latin typeface="Averia Serif Libre" panose="020B0604020202020204" charset="0"/>
              </a:rPr>
              <a:t>attraverso</a:t>
            </a:r>
            <a:r>
              <a:rPr lang="en-US" sz="1600" dirty="0">
                <a:solidFill>
                  <a:schemeClr val="tx1"/>
                </a:solidFill>
                <a:latin typeface="Averia Serif Libre" panose="020B0604020202020204" charset="0"/>
              </a:rPr>
              <a:t> Network Science</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82"/>
        <p:cNvGrpSpPr/>
        <p:nvPr/>
      </p:nvGrpSpPr>
      <p:grpSpPr>
        <a:xfrm>
          <a:off x="0" y="0"/>
          <a:ext cx="0" cy="0"/>
          <a:chOff x="0" y="0"/>
          <a:chExt cx="0" cy="0"/>
        </a:xfrm>
      </p:grpSpPr>
      <p:sp>
        <p:nvSpPr>
          <p:cNvPr id="383" name="Google Shape;383;p36"/>
          <p:cNvSpPr txBox="1">
            <a:spLocks noGrp="1"/>
          </p:cNvSpPr>
          <p:nvPr>
            <p:ph type="title"/>
          </p:nvPr>
        </p:nvSpPr>
        <p:spPr>
          <a:xfrm>
            <a:off x="1828122" y="460761"/>
            <a:ext cx="4836827" cy="572700"/>
          </a:xfrm>
          <a:prstGeom prst="rect">
            <a:avLst/>
          </a:prstGeom>
        </p:spPr>
        <p:txBody>
          <a:bodyPr spcFirstLastPara="1" wrap="square" lIns="91425" tIns="91425" rIns="91425" bIns="91425" anchor="t" anchorCtr="0">
            <a:noAutofit/>
          </a:bodyPr>
          <a:lstStyle/>
          <a:p>
            <a:pPr lvl="0" algn="l"/>
            <a:r>
              <a:rPr lang="en-US" dirty="0" err="1">
                <a:solidFill>
                  <a:schemeClr val="accent3"/>
                </a:solidFill>
              </a:rPr>
              <a:t>Domanda</a:t>
            </a:r>
            <a:r>
              <a:rPr lang="en-US" dirty="0"/>
              <a:t> di </a:t>
            </a:r>
            <a:r>
              <a:rPr lang="en-US" dirty="0" err="1">
                <a:solidFill>
                  <a:schemeClr val="accent3"/>
                </a:solidFill>
              </a:rPr>
              <a:t>Ricerca</a:t>
            </a:r>
            <a:endParaRPr dirty="0">
              <a:solidFill>
                <a:schemeClr val="accent3"/>
              </a:solidFill>
            </a:endParaRPr>
          </a:p>
        </p:txBody>
      </p:sp>
      <p:sp>
        <p:nvSpPr>
          <p:cNvPr id="388" name="Google Shape;388;p36"/>
          <p:cNvSpPr/>
          <p:nvPr/>
        </p:nvSpPr>
        <p:spPr>
          <a:xfrm>
            <a:off x="8742407" y="2285351"/>
            <a:ext cx="45525" cy="133925"/>
          </a:xfrm>
          <a:custGeom>
            <a:avLst/>
            <a:gdLst/>
            <a:ahLst/>
            <a:cxnLst/>
            <a:rect l="l" t="t" r="r" b="b"/>
            <a:pathLst>
              <a:path w="1821" h="5357" extrusionOk="0">
                <a:moveTo>
                  <a:pt x="1821" y="2113"/>
                </a:moveTo>
                <a:cubicBezTo>
                  <a:pt x="1821" y="3000"/>
                  <a:pt x="1705" y="5287"/>
                  <a:pt x="1401" y="5334"/>
                </a:cubicBezTo>
                <a:cubicBezTo>
                  <a:pt x="1098" y="5381"/>
                  <a:pt x="0" y="3280"/>
                  <a:pt x="0" y="2393"/>
                </a:cubicBezTo>
                <a:cubicBezTo>
                  <a:pt x="0" y="1506"/>
                  <a:pt x="1098" y="59"/>
                  <a:pt x="1401" y="12"/>
                </a:cubicBezTo>
                <a:cubicBezTo>
                  <a:pt x="1705" y="-35"/>
                  <a:pt x="1821" y="1226"/>
                  <a:pt x="1821" y="2113"/>
                </a:cubicBezTo>
                <a:close/>
              </a:path>
            </a:pathLst>
          </a:custGeom>
          <a:noFill/>
          <a:ln w="19050" cap="flat" cmpd="sng">
            <a:solidFill>
              <a:schemeClr val="dk1"/>
            </a:solidFill>
            <a:prstDash val="solid"/>
            <a:round/>
            <a:headEnd type="none" w="med" len="med"/>
            <a:tailEnd type="none" w="med" len="med"/>
          </a:ln>
        </p:spPr>
        <p:txBody>
          <a:bodyPr/>
          <a:lstStyle/>
          <a:p>
            <a:endParaRPr lang="en-US"/>
          </a:p>
        </p:txBody>
      </p:sp>
      <p:sp>
        <p:nvSpPr>
          <p:cNvPr id="389" name="Google Shape;389;p36"/>
          <p:cNvSpPr/>
          <p:nvPr/>
        </p:nvSpPr>
        <p:spPr>
          <a:xfrm rot="-10042340">
            <a:off x="8555839" y="2175696"/>
            <a:ext cx="45501" cy="87107"/>
          </a:xfrm>
          <a:custGeom>
            <a:avLst/>
            <a:gdLst/>
            <a:ahLst/>
            <a:cxnLst/>
            <a:rect l="l" t="t" r="r" b="b"/>
            <a:pathLst>
              <a:path w="1821" h="5357" extrusionOk="0">
                <a:moveTo>
                  <a:pt x="1821" y="2113"/>
                </a:moveTo>
                <a:cubicBezTo>
                  <a:pt x="1821" y="3000"/>
                  <a:pt x="1705" y="5287"/>
                  <a:pt x="1401" y="5334"/>
                </a:cubicBezTo>
                <a:cubicBezTo>
                  <a:pt x="1098" y="5381"/>
                  <a:pt x="0" y="3280"/>
                  <a:pt x="0" y="2393"/>
                </a:cubicBezTo>
                <a:cubicBezTo>
                  <a:pt x="0" y="1506"/>
                  <a:pt x="1098" y="59"/>
                  <a:pt x="1401" y="12"/>
                </a:cubicBezTo>
                <a:cubicBezTo>
                  <a:pt x="1705" y="-35"/>
                  <a:pt x="1821" y="1226"/>
                  <a:pt x="1821" y="2113"/>
                </a:cubicBezTo>
                <a:close/>
              </a:path>
            </a:pathLst>
          </a:custGeom>
          <a:noFill/>
          <a:ln w="19050" cap="flat" cmpd="sng">
            <a:solidFill>
              <a:schemeClr val="dk1"/>
            </a:solidFill>
            <a:prstDash val="solid"/>
            <a:round/>
            <a:headEnd type="none" w="med" len="med"/>
            <a:tailEnd type="none" w="med" len="med"/>
          </a:ln>
        </p:spPr>
        <p:txBody>
          <a:bodyPr/>
          <a:lstStyle/>
          <a:p>
            <a:endParaRPr lang="en-US"/>
          </a:p>
        </p:txBody>
      </p:sp>
      <p:sp>
        <p:nvSpPr>
          <p:cNvPr id="390" name="Google Shape;390;p36"/>
          <p:cNvSpPr/>
          <p:nvPr/>
        </p:nvSpPr>
        <p:spPr>
          <a:xfrm rot="-10042082">
            <a:off x="8619583" y="2389312"/>
            <a:ext cx="18923" cy="87120"/>
          </a:xfrm>
          <a:custGeom>
            <a:avLst/>
            <a:gdLst/>
            <a:ahLst/>
            <a:cxnLst/>
            <a:rect l="l" t="t" r="r" b="b"/>
            <a:pathLst>
              <a:path w="1821" h="5357" extrusionOk="0">
                <a:moveTo>
                  <a:pt x="1821" y="2113"/>
                </a:moveTo>
                <a:cubicBezTo>
                  <a:pt x="1821" y="3000"/>
                  <a:pt x="1705" y="5287"/>
                  <a:pt x="1401" y="5334"/>
                </a:cubicBezTo>
                <a:cubicBezTo>
                  <a:pt x="1098" y="5381"/>
                  <a:pt x="0" y="3280"/>
                  <a:pt x="0" y="2393"/>
                </a:cubicBezTo>
                <a:cubicBezTo>
                  <a:pt x="0" y="1506"/>
                  <a:pt x="1098" y="59"/>
                  <a:pt x="1401" y="12"/>
                </a:cubicBezTo>
                <a:cubicBezTo>
                  <a:pt x="1705" y="-35"/>
                  <a:pt x="1821" y="1226"/>
                  <a:pt x="1821" y="2113"/>
                </a:cubicBezTo>
                <a:close/>
              </a:path>
            </a:pathLst>
          </a:custGeom>
          <a:noFill/>
          <a:ln w="19050" cap="flat" cmpd="sng">
            <a:solidFill>
              <a:schemeClr val="dk1"/>
            </a:solidFill>
            <a:prstDash val="solid"/>
            <a:round/>
            <a:headEnd type="none" w="med" len="med"/>
            <a:tailEnd type="none" w="med" len="med"/>
          </a:ln>
        </p:spPr>
        <p:txBody>
          <a:bodyPr/>
          <a:lstStyle/>
          <a:p>
            <a:endParaRPr lang="en-US"/>
          </a:p>
        </p:txBody>
      </p:sp>
      <p:sp>
        <p:nvSpPr>
          <p:cNvPr id="391" name="Google Shape;391;p36"/>
          <p:cNvSpPr/>
          <p:nvPr/>
        </p:nvSpPr>
        <p:spPr>
          <a:xfrm rot="330997">
            <a:off x="8624844" y="2067444"/>
            <a:ext cx="8429" cy="37766"/>
          </a:xfrm>
          <a:custGeom>
            <a:avLst/>
            <a:gdLst/>
            <a:ahLst/>
            <a:cxnLst/>
            <a:rect l="l" t="t" r="r" b="b"/>
            <a:pathLst>
              <a:path w="1821" h="5357" extrusionOk="0">
                <a:moveTo>
                  <a:pt x="1821" y="2113"/>
                </a:moveTo>
                <a:cubicBezTo>
                  <a:pt x="1821" y="3000"/>
                  <a:pt x="1705" y="5287"/>
                  <a:pt x="1401" y="5334"/>
                </a:cubicBezTo>
                <a:cubicBezTo>
                  <a:pt x="1098" y="5381"/>
                  <a:pt x="0" y="3280"/>
                  <a:pt x="0" y="2393"/>
                </a:cubicBezTo>
                <a:cubicBezTo>
                  <a:pt x="0" y="1506"/>
                  <a:pt x="1098" y="59"/>
                  <a:pt x="1401" y="12"/>
                </a:cubicBezTo>
                <a:cubicBezTo>
                  <a:pt x="1705" y="-35"/>
                  <a:pt x="1821" y="1226"/>
                  <a:pt x="1821" y="2113"/>
                </a:cubicBezTo>
                <a:close/>
              </a:path>
            </a:pathLst>
          </a:custGeom>
          <a:noFill/>
          <a:ln w="19050" cap="flat" cmpd="sng">
            <a:solidFill>
              <a:schemeClr val="dk1"/>
            </a:solidFill>
            <a:prstDash val="solid"/>
            <a:round/>
            <a:headEnd type="none" w="med" len="med"/>
            <a:tailEnd type="none" w="med" len="med"/>
          </a:ln>
        </p:spPr>
        <p:txBody>
          <a:bodyPr/>
          <a:lstStyle/>
          <a:p>
            <a:endParaRPr lang="en-US"/>
          </a:p>
        </p:txBody>
      </p:sp>
      <p:sp>
        <p:nvSpPr>
          <p:cNvPr id="392" name="Google Shape;392;p36"/>
          <p:cNvSpPr/>
          <p:nvPr/>
        </p:nvSpPr>
        <p:spPr>
          <a:xfrm rot="-10042030">
            <a:off x="8686121" y="2200369"/>
            <a:ext cx="8430" cy="37768"/>
          </a:xfrm>
          <a:custGeom>
            <a:avLst/>
            <a:gdLst/>
            <a:ahLst/>
            <a:cxnLst/>
            <a:rect l="l" t="t" r="r" b="b"/>
            <a:pathLst>
              <a:path w="1821" h="5357" extrusionOk="0">
                <a:moveTo>
                  <a:pt x="1821" y="2113"/>
                </a:moveTo>
                <a:cubicBezTo>
                  <a:pt x="1821" y="3000"/>
                  <a:pt x="1705" y="5287"/>
                  <a:pt x="1401" y="5334"/>
                </a:cubicBezTo>
                <a:cubicBezTo>
                  <a:pt x="1098" y="5381"/>
                  <a:pt x="0" y="3280"/>
                  <a:pt x="0" y="2393"/>
                </a:cubicBezTo>
                <a:cubicBezTo>
                  <a:pt x="0" y="1506"/>
                  <a:pt x="1098" y="59"/>
                  <a:pt x="1401" y="12"/>
                </a:cubicBezTo>
                <a:cubicBezTo>
                  <a:pt x="1705" y="-35"/>
                  <a:pt x="1821" y="1226"/>
                  <a:pt x="1821" y="2113"/>
                </a:cubicBezTo>
                <a:close/>
              </a:path>
            </a:pathLst>
          </a:custGeom>
          <a:noFill/>
          <a:ln w="19050" cap="flat" cmpd="sng">
            <a:solidFill>
              <a:schemeClr val="dk1"/>
            </a:solidFill>
            <a:prstDash val="solid"/>
            <a:round/>
            <a:headEnd type="none" w="med" len="med"/>
            <a:tailEnd type="none" w="med" len="med"/>
          </a:ln>
        </p:spPr>
        <p:txBody>
          <a:bodyPr/>
          <a:lstStyle/>
          <a:p>
            <a:endParaRPr lang="en-US"/>
          </a:p>
        </p:txBody>
      </p:sp>
      <p:sp>
        <p:nvSpPr>
          <p:cNvPr id="393" name="Google Shape;393;p36"/>
          <p:cNvSpPr/>
          <p:nvPr/>
        </p:nvSpPr>
        <p:spPr>
          <a:xfrm rot="-352922">
            <a:off x="8755703" y="2067862"/>
            <a:ext cx="18924" cy="87122"/>
          </a:xfrm>
          <a:custGeom>
            <a:avLst/>
            <a:gdLst/>
            <a:ahLst/>
            <a:cxnLst/>
            <a:rect l="l" t="t" r="r" b="b"/>
            <a:pathLst>
              <a:path w="1821" h="5357" extrusionOk="0">
                <a:moveTo>
                  <a:pt x="1821" y="2113"/>
                </a:moveTo>
                <a:cubicBezTo>
                  <a:pt x="1821" y="3000"/>
                  <a:pt x="1705" y="5287"/>
                  <a:pt x="1401" y="5334"/>
                </a:cubicBezTo>
                <a:cubicBezTo>
                  <a:pt x="1098" y="5381"/>
                  <a:pt x="0" y="3280"/>
                  <a:pt x="0" y="2393"/>
                </a:cubicBezTo>
                <a:cubicBezTo>
                  <a:pt x="0" y="1506"/>
                  <a:pt x="1098" y="59"/>
                  <a:pt x="1401" y="12"/>
                </a:cubicBezTo>
                <a:cubicBezTo>
                  <a:pt x="1705" y="-35"/>
                  <a:pt x="1821" y="1226"/>
                  <a:pt x="1821" y="2113"/>
                </a:cubicBezTo>
                <a:close/>
              </a:path>
            </a:pathLst>
          </a:custGeom>
          <a:noFill/>
          <a:ln w="19050" cap="flat" cmpd="sng">
            <a:solidFill>
              <a:schemeClr val="dk1"/>
            </a:solidFill>
            <a:prstDash val="solid"/>
            <a:round/>
            <a:headEnd type="none" w="med" len="med"/>
            <a:tailEnd type="none" w="med" len="med"/>
          </a:ln>
        </p:spPr>
        <p:txBody>
          <a:bodyPr/>
          <a:lstStyle/>
          <a:p>
            <a:endParaRPr lang="en-US"/>
          </a:p>
        </p:txBody>
      </p:sp>
      <p:sp>
        <p:nvSpPr>
          <p:cNvPr id="5" name="Google Shape;463;p42">
            <a:extLst>
              <a:ext uri="{FF2B5EF4-FFF2-40B4-BE49-F238E27FC236}">
                <a16:creationId xmlns:a16="http://schemas.microsoft.com/office/drawing/2014/main" id="{35F304D1-F2A2-F863-A660-3701616BA19F}"/>
              </a:ext>
            </a:extLst>
          </p:cNvPr>
          <p:cNvSpPr txBox="1">
            <a:spLocks/>
          </p:cNvSpPr>
          <p:nvPr/>
        </p:nvSpPr>
        <p:spPr>
          <a:xfrm>
            <a:off x="720000" y="1608963"/>
            <a:ext cx="3664431" cy="2546474"/>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dk1"/>
              </a:buClr>
              <a:buSzPts val="1100"/>
            </a:pPr>
            <a:endParaRPr lang="en-US" sz="1800" dirty="0">
              <a:latin typeface="Baloo 2" panose="020B0604020202020204" charset="0"/>
              <a:cs typeface="Baloo 2" panose="020B0604020202020204" charset="0"/>
            </a:endParaRPr>
          </a:p>
        </p:txBody>
      </p:sp>
      <p:sp>
        <p:nvSpPr>
          <p:cNvPr id="23" name="Google Shape;474;p43">
            <a:extLst>
              <a:ext uri="{FF2B5EF4-FFF2-40B4-BE49-F238E27FC236}">
                <a16:creationId xmlns:a16="http://schemas.microsoft.com/office/drawing/2014/main" id="{0FF42165-9C0B-E666-DCCA-AE8A49F62338}"/>
              </a:ext>
            </a:extLst>
          </p:cNvPr>
          <p:cNvSpPr txBox="1">
            <a:spLocks/>
          </p:cNvSpPr>
          <p:nvPr/>
        </p:nvSpPr>
        <p:spPr>
          <a:xfrm>
            <a:off x="899257" y="2090497"/>
            <a:ext cx="2903630" cy="1379492"/>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it-IT" sz="2000" dirty="0">
                <a:solidFill>
                  <a:schemeClr val="tx1"/>
                </a:solidFill>
                <a:latin typeface="Baloo 2" panose="020B0604020202020204" charset="0"/>
                <a:cs typeface="Baloo 2" panose="020B0604020202020204" charset="0"/>
              </a:rPr>
              <a:t> Ricette classiche</a:t>
            </a:r>
          </a:p>
          <a:p>
            <a:r>
              <a:rPr lang="it-IT" sz="2000" dirty="0">
                <a:solidFill>
                  <a:schemeClr val="tx1"/>
                </a:solidFill>
                <a:latin typeface="Baloo 2" panose="020B0604020202020204" charset="0"/>
                <a:cs typeface="Baloo 2" panose="020B0604020202020204" charset="0"/>
              </a:rPr>
              <a:t> Ingredienti canonici</a:t>
            </a:r>
          </a:p>
          <a:p>
            <a:r>
              <a:rPr lang="it-IT" sz="2000" dirty="0">
                <a:solidFill>
                  <a:schemeClr val="tx1"/>
                </a:solidFill>
                <a:latin typeface="Baloo 2" panose="020B0604020202020204" charset="0"/>
                <a:cs typeface="Baloo 2" panose="020B0604020202020204" charset="0"/>
              </a:rPr>
              <a:t> Approccio consolidato</a:t>
            </a:r>
            <a:endParaRPr lang="en-US" sz="2000" dirty="0">
              <a:solidFill>
                <a:schemeClr val="tx1"/>
              </a:solidFill>
              <a:latin typeface="Baloo 2" panose="020B0604020202020204" charset="0"/>
              <a:cs typeface="Baloo 2" panose="020B0604020202020204" charset="0"/>
            </a:endParaRPr>
          </a:p>
        </p:txBody>
      </p:sp>
      <p:sp>
        <p:nvSpPr>
          <p:cNvPr id="24" name="Google Shape;475;p43">
            <a:extLst>
              <a:ext uri="{FF2B5EF4-FFF2-40B4-BE49-F238E27FC236}">
                <a16:creationId xmlns:a16="http://schemas.microsoft.com/office/drawing/2014/main" id="{1C85F2D1-7BFB-DD78-A813-37EA7B858101}"/>
              </a:ext>
            </a:extLst>
          </p:cNvPr>
          <p:cNvSpPr txBox="1">
            <a:spLocks/>
          </p:cNvSpPr>
          <p:nvPr/>
        </p:nvSpPr>
        <p:spPr>
          <a:xfrm>
            <a:off x="899257" y="1408939"/>
            <a:ext cx="2903630" cy="762836"/>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400" b="1" dirty="0">
                <a:solidFill>
                  <a:schemeClr val="tx1"/>
                </a:solidFill>
                <a:latin typeface="Baloo 2" panose="020B0604020202020204" charset="0"/>
                <a:cs typeface="Baloo 2" panose="020B0604020202020204" charset="0"/>
              </a:rPr>
              <a:t>Cucina </a:t>
            </a:r>
            <a:r>
              <a:rPr lang="en-US" sz="2400" b="1" dirty="0" err="1">
                <a:solidFill>
                  <a:schemeClr val="tx1"/>
                </a:solidFill>
                <a:latin typeface="Baloo 2" panose="020B0604020202020204" charset="0"/>
                <a:cs typeface="Baloo 2" panose="020B0604020202020204" charset="0"/>
              </a:rPr>
              <a:t>Tradizionale</a:t>
            </a:r>
            <a:endParaRPr lang="en-US" sz="2400" b="1" dirty="0">
              <a:solidFill>
                <a:schemeClr val="tx1"/>
              </a:solidFill>
              <a:latin typeface="Baloo 2" panose="020B0604020202020204" charset="0"/>
              <a:cs typeface="Baloo 2" panose="020B0604020202020204" charset="0"/>
            </a:endParaRPr>
          </a:p>
        </p:txBody>
      </p:sp>
      <p:sp>
        <p:nvSpPr>
          <p:cNvPr id="25" name="Google Shape;475;p43">
            <a:extLst>
              <a:ext uri="{FF2B5EF4-FFF2-40B4-BE49-F238E27FC236}">
                <a16:creationId xmlns:a16="http://schemas.microsoft.com/office/drawing/2014/main" id="{97271376-AB1C-068A-E33A-F4B4036DEB5B}"/>
              </a:ext>
            </a:extLst>
          </p:cNvPr>
          <p:cNvSpPr txBox="1">
            <a:spLocks/>
          </p:cNvSpPr>
          <p:nvPr/>
        </p:nvSpPr>
        <p:spPr>
          <a:xfrm>
            <a:off x="5070552" y="1408939"/>
            <a:ext cx="3174190" cy="762836"/>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400" b="1" dirty="0">
                <a:solidFill>
                  <a:schemeClr val="tx1"/>
                </a:solidFill>
                <a:latin typeface="Baloo 2" panose="020B0604020202020204" charset="0"/>
                <a:cs typeface="Baloo 2" panose="020B0604020202020204" charset="0"/>
              </a:rPr>
              <a:t>Cucina </a:t>
            </a:r>
            <a:r>
              <a:rPr lang="en-US" sz="2400" b="1" dirty="0" err="1">
                <a:solidFill>
                  <a:schemeClr val="tx1"/>
                </a:solidFill>
                <a:latin typeface="Baloo 2" panose="020B0604020202020204" charset="0"/>
                <a:cs typeface="Baloo 2" panose="020B0604020202020204" charset="0"/>
              </a:rPr>
              <a:t>d’Avanguardia</a:t>
            </a:r>
            <a:endParaRPr lang="en-US" sz="2400" b="1" dirty="0">
              <a:solidFill>
                <a:schemeClr val="tx1"/>
              </a:solidFill>
              <a:latin typeface="Baloo 2" panose="020B0604020202020204" charset="0"/>
              <a:cs typeface="Baloo 2" panose="020B0604020202020204" charset="0"/>
            </a:endParaRPr>
          </a:p>
        </p:txBody>
      </p:sp>
      <p:sp>
        <p:nvSpPr>
          <p:cNvPr id="26" name="Google Shape;474;p43">
            <a:extLst>
              <a:ext uri="{FF2B5EF4-FFF2-40B4-BE49-F238E27FC236}">
                <a16:creationId xmlns:a16="http://schemas.microsoft.com/office/drawing/2014/main" id="{008814EB-FF8A-CDBC-CD89-5DF75AFFD582}"/>
              </a:ext>
            </a:extLst>
          </p:cNvPr>
          <p:cNvSpPr txBox="1">
            <a:spLocks/>
          </p:cNvSpPr>
          <p:nvPr/>
        </p:nvSpPr>
        <p:spPr>
          <a:xfrm>
            <a:off x="5556827" y="2159895"/>
            <a:ext cx="2903630" cy="1379492"/>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it-IT" sz="1800" dirty="0">
                <a:solidFill>
                  <a:schemeClr val="tx1"/>
                </a:solidFill>
                <a:latin typeface="Baloo 2" panose="020B0604020202020204" charset="0"/>
                <a:cs typeface="Baloo 2" panose="020B0604020202020204" charset="0"/>
              </a:rPr>
              <a:t> Abbinamenti innovativi</a:t>
            </a:r>
          </a:p>
          <a:p>
            <a:r>
              <a:rPr lang="it-IT" sz="1800" dirty="0">
                <a:solidFill>
                  <a:schemeClr val="tx1"/>
                </a:solidFill>
                <a:latin typeface="Baloo 2" panose="020B0604020202020204" charset="0"/>
                <a:cs typeface="Baloo 2" panose="020B0604020202020204" charset="0"/>
              </a:rPr>
              <a:t> Sperimentazione</a:t>
            </a:r>
          </a:p>
          <a:p>
            <a:r>
              <a:rPr lang="it-IT" sz="1800" dirty="0">
                <a:solidFill>
                  <a:schemeClr val="tx1"/>
                </a:solidFill>
                <a:latin typeface="Baloo 2" panose="020B0604020202020204" charset="0"/>
                <a:cs typeface="Baloo 2" panose="020B0604020202020204" charset="0"/>
              </a:rPr>
              <a:t> El Celler de Can Roca</a:t>
            </a:r>
            <a:endParaRPr lang="en-US" sz="1800" dirty="0">
              <a:solidFill>
                <a:schemeClr val="tx1"/>
              </a:solidFill>
              <a:latin typeface="Baloo 2" panose="020B0604020202020204" charset="0"/>
              <a:cs typeface="Baloo 2" panose="020B0604020202020204" charset="0"/>
            </a:endParaRPr>
          </a:p>
        </p:txBody>
      </p:sp>
      <p:pic>
        <p:nvPicPr>
          <p:cNvPr id="28" name="Picture 27">
            <a:extLst>
              <a:ext uri="{FF2B5EF4-FFF2-40B4-BE49-F238E27FC236}">
                <a16:creationId xmlns:a16="http://schemas.microsoft.com/office/drawing/2014/main" id="{FDC9866A-3C56-3E3B-5153-098C757A56DB}"/>
              </a:ext>
            </a:extLst>
          </p:cNvPr>
          <p:cNvPicPr>
            <a:picLocks noChangeAspect="1"/>
          </p:cNvPicPr>
          <p:nvPr/>
        </p:nvPicPr>
        <p:blipFill>
          <a:blip r:embed="rId3"/>
          <a:stretch>
            <a:fillRect/>
          </a:stretch>
        </p:blipFill>
        <p:spPr>
          <a:xfrm>
            <a:off x="3797109" y="2285351"/>
            <a:ext cx="1538225" cy="1538225"/>
          </a:xfrm>
          <a:prstGeom prst="rect">
            <a:avLst/>
          </a:prstGeom>
        </p:spPr>
      </p:pic>
      <p:pic>
        <p:nvPicPr>
          <p:cNvPr id="30" name="Picture 29">
            <a:extLst>
              <a:ext uri="{FF2B5EF4-FFF2-40B4-BE49-F238E27FC236}">
                <a16:creationId xmlns:a16="http://schemas.microsoft.com/office/drawing/2014/main" id="{78B704CA-0117-AB28-440C-A65A6E926F01}"/>
              </a:ext>
            </a:extLst>
          </p:cNvPr>
          <p:cNvPicPr>
            <a:picLocks noChangeAspect="1"/>
          </p:cNvPicPr>
          <p:nvPr/>
        </p:nvPicPr>
        <p:blipFill>
          <a:blip r:embed="rId4"/>
          <a:stretch>
            <a:fillRect/>
          </a:stretch>
        </p:blipFill>
        <p:spPr>
          <a:xfrm>
            <a:off x="683542" y="2090244"/>
            <a:ext cx="348089" cy="348089"/>
          </a:xfrm>
          <a:prstGeom prst="rect">
            <a:avLst/>
          </a:prstGeom>
        </p:spPr>
      </p:pic>
      <p:pic>
        <p:nvPicPr>
          <p:cNvPr id="31" name="Picture 30">
            <a:extLst>
              <a:ext uri="{FF2B5EF4-FFF2-40B4-BE49-F238E27FC236}">
                <a16:creationId xmlns:a16="http://schemas.microsoft.com/office/drawing/2014/main" id="{8D505F65-3772-CFEA-2BA7-F2F2EA83C186}"/>
              </a:ext>
            </a:extLst>
          </p:cNvPr>
          <p:cNvPicPr>
            <a:picLocks noChangeAspect="1"/>
          </p:cNvPicPr>
          <p:nvPr/>
        </p:nvPicPr>
        <p:blipFill>
          <a:blip r:embed="rId4"/>
          <a:stretch>
            <a:fillRect/>
          </a:stretch>
        </p:blipFill>
        <p:spPr>
          <a:xfrm>
            <a:off x="683542" y="2432967"/>
            <a:ext cx="348089" cy="348089"/>
          </a:xfrm>
          <a:prstGeom prst="rect">
            <a:avLst/>
          </a:prstGeom>
        </p:spPr>
      </p:pic>
      <p:pic>
        <p:nvPicPr>
          <p:cNvPr id="32" name="Picture 31">
            <a:extLst>
              <a:ext uri="{FF2B5EF4-FFF2-40B4-BE49-F238E27FC236}">
                <a16:creationId xmlns:a16="http://schemas.microsoft.com/office/drawing/2014/main" id="{4D50F59B-5D5D-1F31-60F3-2E4440AA90DF}"/>
              </a:ext>
            </a:extLst>
          </p:cNvPr>
          <p:cNvPicPr>
            <a:picLocks noChangeAspect="1"/>
          </p:cNvPicPr>
          <p:nvPr/>
        </p:nvPicPr>
        <p:blipFill>
          <a:blip r:embed="rId4"/>
          <a:stretch>
            <a:fillRect/>
          </a:stretch>
        </p:blipFill>
        <p:spPr>
          <a:xfrm>
            <a:off x="687394" y="2780243"/>
            <a:ext cx="348089" cy="348089"/>
          </a:xfrm>
          <a:prstGeom prst="rect">
            <a:avLst/>
          </a:prstGeom>
        </p:spPr>
      </p:pic>
      <p:pic>
        <p:nvPicPr>
          <p:cNvPr id="33" name="Picture 32">
            <a:extLst>
              <a:ext uri="{FF2B5EF4-FFF2-40B4-BE49-F238E27FC236}">
                <a16:creationId xmlns:a16="http://schemas.microsoft.com/office/drawing/2014/main" id="{F1F8F514-C7F1-F82B-C378-E250ACB74353}"/>
              </a:ext>
            </a:extLst>
          </p:cNvPr>
          <p:cNvPicPr>
            <a:picLocks noChangeAspect="1"/>
          </p:cNvPicPr>
          <p:nvPr/>
        </p:nvPicPr>
        <p:blipFill>
          <a:blip r:embed="rId4"/>
          <a:stretch>
            <a:fillRect/>
          </a:stretch>
        </p:blipFill>
        <p:spPr>
          <a:xfrm>
            <a:off x="5346892" y="2207104"/>
            <a:ext cx="348089" cy="348089"/>
          </a:xfrm>
          <a:prstGeom prst="rect">
            <a:avLst/>
          </a:prstGeom>
        </p:spPr>
      </p:pic>
      <p:pic>
        <p:nvPicPr>
          <p:cNvPr id="34" name="Picture 33">
            <a:extLst>
              <a:ext uri="{FF2B5EF4-FFF2-40B4-BE49-F238E27FC236}">
                <a16:creationId xmlns:a16="http://schemas.microsoft.com/office/drawing/2014/main" id="{DF2B4495-45A4-EE04-803E-E1528D790119}"/>
              </a:ext>
            </a:extLst>
          </p:cNvPr>
          <p:cNvPicPr>
            <a:picLocks noChangeAspect="1"/>
          </p:cNvPicPr>
          <p:nvPr/>
        </p:nvPicPr>
        <p:blipFill>
          <a:blip r:embed="rId4"/>
          <a:stretch>
            <a:fillRect/>
          </a:stretch>
        </p:blipFill>
        <p:spPr>
          <a:xfrm>
            <a:off x="5346892" y="2489827"/>
            <a:ext cx="348089" cy="348089"/>
          </a:xfrm>
          <a:prstGeom prst="rect">
            <a:avLst/>
          </a:prstGeom>
        </p:spPr>
      </p:pic>
      <p:pic>
        <p:nvPicPr>
          <p:cNvPr id="35" name="Picture 34">
            <a:extLst>
              <a:ext uri="{FF2B5EF4-FFF2-40B4-BE49-F238E27FC236}">
                <a16:creationId xmlns:a16="http://schemas.microsoft.com/office/drawing/2014/main" id="{EED50289-FF3F-77EC-DD51-6359FDB35388}"/>
              </a:ext>
            </a:extLst>
          </p:cNvPr>
          <p:cNvPicPr>
            <a:picLocks noChangeAspect="1"/>
          </p:cNvPicPr>
          <p:nvPr/>
        </p:nvPicPr>
        <p:blipFill>
          <a:blip r:embed="rId4"/>
          <a:stretch>
            <a:fillRect/>
          </a:stretch>
        </p:blipFill>
        <p:spPr>
          <a:xfrm>
            <a:off x="5364224" y="2772550"/>
            <a:ext cx="348089" cy="348089"/>
          </a:xfrm>
          <a:prstGeom prst="rect">
            <a:avLst/>
          </a:prstGeom>
        </p:spPr>
      </p:pic>
      <p:grpSp>
        <p:nvGrpSpPr>
          <p:cNvPr id="40" name="Group 39">
            <a:extLst>
              <a:ext uri="{FF2B5EF4-FFF2-40B4-BE49-F238E27FC236}">
                <a16:creationId xmlns:a16="http://schemas.microsoft.com/office/drawing/2014/main" id="{AC5DC0F7-0B88-23BD-A233-BA7293C69C06}"/>
              </a:ext>
            </a:extLst>
          </p:cNvPr>
          <p:cNvGrpSpPr/>
          <p:nvPr/>
        </p:nvGrpSpPr>
        <p:grpSpPr>
          <a:xfrm>
            <a:off x="6290679" y="3009435"/>
            <a:ext cx="795706" cy="237794"/>
            <a:chOff x="6137028" y="3120639"/>
            <a:chExt cx="1045658" cy="355782"/>
          </a:xfrm>
        </p:grpSpPr>
        <p:pic>
          <p:nvPicPr>
            <p:cNvPr id="37" name="Picture 36">
              <a:extLst>
                <a:ext uri="{FF2B5EF4-FFF2-40B4-BE49-F238E27FC236}">
                  <a16:creationId xmlns:a16="http://schemas.microsoft.com/office/drawing/2014/main" id="{B9BAD4B7-D830-1685-3F31-146D53CFAF7C}"/>
                </a:ext>
              </a:extLst>
            </p:cNvPr>
            <p:cNvPicPr>
              <a:picLocks noChangeAspect="1"/>
            </p:cNvPicPr>
            <p:nvPr/>
          </p:nvPicPr>
          <p:blipFill>
            <a:blip r:embed="rId5"/>
            <a:stretch>
              <a:fillRect/>
            </a:stretch>
          </p:blipFill>
          <p:spPr>
            <a:xfrm>
              <a:off x="6137028" y="3120639"/>
              <a:ext cx="348089" cy="348089"/>
            </a:xfrm>
            <a:prstGeom prst="rect">
              <a:avLst/>
            </a:prstGeom>
          </p:spPr>
        </p:pic>
        <p:pic>
          <p:nvPicPr>
            <p:cNvPr id="38" name="Picture 37">
              <a:extLst>
                <a:ext uri="{FF2B5EF4-FFF2-40B4-BE49-F238E27FC236}">
                  <a16:creationId xmlns:a16="http://schemas.microsoft.com/office/drawing/2014/main" id="{4A6CBA03-11A0-2C71-F9A2-6A9FA21C09FE}"/>
                </a:ext>
              </a:extLst>
            </p:cNvPr>
            <p:cNvPicPr>
              <a:picLocks noChangeAspect="1"/>
            </p:cNvPicPr>
            <p:nvPr/>
          </p:nvPicPr>
          <p:blipFill>
            <a:blip r:embed="rId5"/>
            <a:stretch>
              <a:fillRect/>
            </a:stretch>
          </p:blipFill>
          <p:spPr>
            <a:xfrm>
              <a:off x="6485117" y="3120639"/>
              <a:ext cx="348089" cy="348089"/>
            </a:xfrm>
            <a:prstGeom prst="rect">
              <a:avLst/>
            </a:prstGeom>
          </p:spPr>
        </p:pic>
        <p:pic>
          <p:nvPicPr>
            <p:cNvPr id="39" name="Picture 38">
              <a:extLst>
                <a:ext uri="{FF2B5EF4-FFF2-40B4-BE49-F238E27FC236}">
                  <a16:creationId xmlns:a16="http://schemas.microsoft.com/office/drawing/2014/main" id="{30E184B9-9F27-78FD-0DCA-210B56294828}"/>
                </a:ext>
              </a:extLst>
            </p:cNvPr>
            <p:cNvPicPr>
              <a:picLocks noChangeAspect="1"/>
            </p:cNvPicPr>
            <p:nvPr/>
          </p:nvPicPr>
          <p:blipFill>
            <a:blip r:embed="rId5"/>
            <a:stretch>
              <a:fillRect/>
            </a:stretch>
          </p:blipFill>
          <p:spPr>
            <a:xfrm>
              <a:off x="6834597" y="3128332"/>
              <a:ext cx="348089" cy="348089"/>
            </a:xfrm>
            <a:prstGeom prst="rect">
              <a:avLst/>
            </a:prstGeom>
          </p:spPr>
        </p:pic>
      </p:grpSp>
      <p:sp>
        <p:nvSpPr>
          <p:cNvPr id="41" name="TextBox 40">
            <a:extLst>
              <a:ext uri="{FF2B5EF4-FFF2-40B4-BE49-F238E27FC236}">
                <a16:creationId xmlns:a16="http://schemas.microsoft.com/office/drawing/2014/main" id="{D041944E-38B8-D038-172E-728276F99900}"/>
              </a:ext>
            </a:extLst>
          </p:cNvPr>
          <p:cNvSpPr txBox="1"/>
          <p:nvPr/>
        </p:nvSpPr>
        <p:spPr>
          <a:xfrm>
            <a:off x="1828122" y="4278258"/>
            <a:ext cx="5557642" cy="523220"/>
          </a:xfrm>
          <a:prstGeom prst="rect">
            <a:avLst/>
          </a:prstGeom>
          <a:noFill/>
        </p:spPr>
        <p:txBody>
          <a:bodyPr wrap="square" rtlCol="0">
            <a:spAutoFit/>
          </a:bodyPr>
          <a:lstStyle/>
          <a:p>
            <a:pPr algn="ctr"/>
            <a:r>
              <a:rPr lang="it-IT" dirty="0">
                <a:solidFill>
                  <a:schemeClr val="tx1"/>
                </a:solidFill>
                <a:latin typeface="Baloo 2" panose="020B0604020202020204" charset="0"/>
                <a:cs typeface="Baloo 2" panose="020B0604020202020204" charset="0"/>
              </a:rPr>
              <a:t>La cucina d'avanguardia presenta topologia "Small-World " </a:t>
            </a:r>
          </a:p>
          <a:p>
            <a:pPr algn="ctr"/>
            <a:r>
              <a:rPr lang="it-IT" dirty="0">
                <a:solidFill>
                  <a:schemeClr val="tx1"/>
                </a:solidFill>
                <a:latin typeface="Baloo 2" panose="020B0604020202020204" charset="0"/>
                <a:cs typeface="Baloo 2" panose="020B0604020202020204" charset="0"/>
              </a:rPr>
              <a:t>più marcata rispetto alla cucina tradizionale</a:t>
            </a:r>
            <a:endParaRPr lang="en-US" dirty="0">
              <a:solidFill>
                <a:schemeClr val="tx1"/>
              </a:solidFill>
              <a:latin typeface="Baloo 2" panose="020B0604020202020204" charset="0"/>
              <a:cs typeface="Baloo 2" panose="020B0604020202020204" charset="0"/>
            </a:endParaRPr>
          </a:p>
        </p:txBody>
      </p:sp>
      <p:sp>
        <p:nvSpPr>
          <p:cNvPr id="42" name="TextBox 41">
            <a:extLst>
              <a:ext uri="{FF2B5EF4-FFF2-40B4-BE49-F238E27FC236}">
                <a16:creationId xmlns:a16="http://schemas.microsoft.com/office/drawing/2014/main" id="{0C6AB129-DC7B-8C27-A579-A58784147AF6}"/>
              </a:ext>
            </a:extLst>
          </p:cNvPr>
          <p:cNvSpPr txBox="1"/>
          <p:nvPr/>
        </p:nvSpPr>
        <p:spPr>
          <a:xfrm>
            <a:off x="2138212" y="4043255"/>
            <a:ext cx="4856018" cy="307777"/>
          </a:xfrm>
          <a:prstGeom prst="rect">
            <a:avLst/>
          </a:prstGeom>
          <a:noFill/>
        </p:spPr>
        <p:txBody>
          <a:bodyPr wrap="square" rtlCol="0">
            <a:spAutoFit/>
          </a:bodyPr>
          <a:lstStyle/>
          <a:p>
            <a:pPr algn="ctr"/>
            <a:r>
              <a:rPr lang="en-US" b="1" dirty="0">
                <a:solidFill>
                  <a:schemeClr val="accent1"/>
                </a:solidFill>
                <a:latin typeface="Baloo 2" panose="020B0604020202020204" charset="0"/>
                <a:cs typeface="Baloo 2" panose="020B0604020202020204" charset="0"/>
              </a:rPr>
              <a:t>IPOTESI:</a:t>
            </a:r>
          </a:p>
        </p:txBody>
      </p:sp>
      <p:pic>
        <p:nvPicPr>
          <p:cNvPr id="44" name="Picture 43">
            <a:extLst>
              <a:ext uri="{FF2B5EF4-FFF2-40B4-BE49-F238E27FC236}">
                <a16:creationId xmlns:a16="http://schemas.microsoft.com/office/drawing/2014/main" id="{57B1634A-7D97-1E59-A07D-F5D67AEFE1C0}"/>
              </a:ext>
            </a:extLst>
          </p:cNvPr>
          <p:cNvPicPr>
            <a:picLocks noChangeAspect="1"/>
          </p:cNvPicPr>
          <p:nvPr/>
        </p:nvPicPr>
        <p:blipFill>
          <a:blip r:embed="rId6"/>
          <a:stretch>
            <a:fillRect/>
          </a:stretch>
        </p:blipFill>
        <p:spPr>
          <a:xfrm>
            <a:off x="4384431" y="4283678"/>
            <a:ext cx="445025" cy="445025"/>
          </a:xfrm>
          <a:prstGeom prst="rect">
            <a:avLst/>
          </a:prstGeom>
        </p:spPr>
      </p:pic>
      <p:pic>
        <p:nvPicPr>
          <p:cNvPr id="2" name="Google Shape;410;p37">
            <a:extLst>
              <a:ext uri="{FF2B5EF4-FFF2-40B4-BE49-F238E27FC236}">
                <a16:creationId xmlns:a16="http://schemas.microsoft.com/office/drawing/2014/main" id="{72C15D6C-049C-AB6C-907F-2C4D0AB10562}"/>
              </a:ext>
            </a:extLst>
          </p:cNvPr>
          <p:cNvPicPr preferRelativeResize="0"/>
          <p:nvPr/>
        </p:nvPicPr>
        <p:blipFill rotWithShape="1">
          <a:blip r:embed="rId7">
            <a:alphaModFix/>
          </a:blip>
          <a:srcRect t="49657"/>
          <a:stretch/>
        </p:blipFill>
        <p:spPr>
          <a:xfrm>
            <a:off x="683542" y="406649"/>
            <a:ext cx="1114616" cy="741098"/>
          </a:xfrm>
          <a:prstGeom prst="rect">
            <a:avLst/>
          </a:prstGeom>
          <a:noFill/>
          <a:ln>
            <a:noFill/>
          </a:ln>
        </p:spPr>
      </p:pic>
      <p:sp>
        <p:nvSpPr>
          <p:cNvPr id="3" name="Google Shape;415;p37">
            <a:extLst>
              <a:ext uri="{FF2B5EF4-FFF2-40B4-BE49-F238E27FC236}">
                <a16:creationId xmlns:a16="http://schemas.microsoft.com/office/drawing/2014/main" id="{9AB770E7-0F01-DE5B-A369-945A7B3982D2}"/>
              </a:ext>
            </a:extLst>
          </p:cNvPr>
          <p:cNvSpPr txBox="1">
            <a:spLocks/>
          </p:cNvSpPr>
          <p:nvPr/>
        </p:nvSpPr>
        <p:spPr>
          <a:xfrm>
            <a:off x="873500" y="596606"/>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01</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5.55556E-7 4.07407E-6 L -0.26111 -0.00093 " pathEditMode="relative" rAng="0" ptsTypes="AA">
                                      <p:cBhvr>
                                        <p:cTn id="6" dur="1500" fill="hold"/>
                                        <p:tgtEl>
                                          <p:spTgt spid="44"/>
                                        </p:tgtEl>
                                        <p:attrNameLst>
                                          <p:attrName>ppt_x</p:attrName>
                                          <p:attrName>ppt_y</p:attrName>
                                        </p:attrNameLst>
                                      </p:cBhvr>
                                      <p:rCtr x="-13056" y="-62"/>
                                    </p:animMotion>
                                  </p:childTnLst>
                                </p:cTn>
                              </p:par>
                              <p:par>
                                <p:cTn id="7" presetID="22" presetClass="entr" presetSubtype="2" fill="hold" grpId="0" nodeType="withEffect">
                                  <p:stCondLst>
                                    <p:cond delay="0"/>
                                  </p:stCondLst>
                                  <p:childTnLst>
                                    <p:set>
                                      <p:cBhvr>
                                        <p:cTn id="8" dur="1" fill="hold">
                                          <p:stCondLst>
                                            <p:cond delay="0"/>
                                          </p:stCondLst>
                                        </p:cTn>
                                        <p:tgtEl>
                                          <p:spTgt spid="41"/>
                                        </p:tgtEl>
                                        <p:attrNameLst>
                                          <p:attrName>style.visibility</p:attrName>
                                        </p:attrNameLst>
                                      </p:cBhvr>
                                      <p:to>
                                        <p:strVal val="visible"/>
                                      </p:to>
                                    </p:set>
                                    <p:animEffect transition="in" filter="wipe(right)">
                                      <p:cBhvr>
                                        <p:cTn id="9" dur="1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94"/>
        <p:cNvGrpSpPr/>
        <p:nvPr/>
      </p:nvGrpSpPr>
      <p:grpSpPr>
        <a:xfrm>
          <a:off x="0" y="0"/>
          <a:ext cx="0" cy="0"/>
          <a:chOff x="0" y="0"/>
          <a:chExt cx="0" cy="0"/>
        </a:xfrm>
      </p:grpSpPr>
      <p:sp>
        <p:nvSpPr>
          <p:cNvPr id="495" name="Google Shape;495;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err="1"/>
              <a:t>Approccio</a:t>
            </a:r>
            <a:r>
              <a:rPr lang="en-US" dirty="0"/>
              <a:t> </a:t>
            </a:r>
            <a:r>
              <a:rPr lang="en-US" dirty="0" err="1">
                <a:solidFill>
                  <a:schemeClr val="accent3"/>
                </a:solidFill>
              </a:rPr>
              <a:t>MultiLivello</a:t>
            </a:r>
            <a:endParaRPr dirty="0">
              <a:solidFill>
                <a:schemeClr val="accent3"/>
              </a:solidFill>
            </a:endParaRPr>
          </a:p>
        </p:txBody>
      </p:sp>
      <p:sp>
        <p:nvSpPr>
          <p:cNvPr id="496" name="Google Shape;496;p44"/>
          <p:cNvSpPr txBox="1">
            <a:spLocks noGrp="1"/>
          </p:cNvSpPr>
          <p:nvPr>
            <p:ph type="subTitle" idx="1"/>
          </p:nvPr>
        </p:nvSpPr>
        <p:spPr>
          <a:xfrm>
            <a:off x="937625" y="2562986"/>
            <a:ext cx="2175300" cy="8694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Tx/>
              <a:buChar char="-"/>
            </a:pPr>
            <a:r>
              <a:rPr lang="en-US" dirty="0"/>
              <a:t>Reti di </a:t>
            </a:r>
            <a:r>
              <a:rPr lang="en-US" dirty="0" err="1"/>
              <a:t>ricette</a:t>
            </a:r>
            <a:endParaRPr lang="en-US" dirty="0"/>
          </a:p>
          <a:p>
            <a:pPr marL="285750" lvl="0" indent="-285750" algn="l" rtl="0">
              <a:spcBef>
                <a:spcPts val="0"/>
              </a:spcBef>
              <a:spcAft>
                <a:spcPts val="0"/>
              </a:spcAft>
              <a:buFontTx/>
              <a:buChar char="-"/>
            </a:pPr>
            <a:r>
              <a:rPr lang="en-US" dirty="0"/>
              <a:t>Bootstrap (n=100)</a:t>
            </a:r>
          </a:p>
          <a:p>
            <a:pPr marL="285750" lvl="0" indent="-285750" algn="l">
              <a:buFontTx/>
              <a:buChar char="-"/>
            </a:pPr>
            <a:r>
              <a:rPr lang="en-US" dirty="0"/>
              <a:t>Clustering, </a:t>
            </a:r>
            <a:r>
              <a:rPr lang="el-GR" dirty="0"/>
              <a:t>σ</a:t>
            </a:r>
            <a:endParaRPr lang="en-US" dirty="0"/>
          </a:p>
          <a:p>
            <a:pPr marL="285750" lvl="0" indent="-285750" algn="l">
              <a:buFontTx/>
              <a:buChar char="-"/>
            </a:pPr>
            <a:r>
              <a:rPr lang="en-US" dirty="0" err="1"/>
              <a:t>Modularità</a:t>
            </a:r>
            <a:r>
              <a:rPr lang="en-US" dirty="0"/>
              <a:t> (Q)</a:t>
            </a:r>
          </a:p>
        </p:txBody>
      </p:sp>
      <p:sp>
        <p:nvSpPr>
          <p:cNvPr id="497" name="Google Shape;497;p44"/>
          <p:cNvSpPr txBox="1">
            <a:spLocks noGrp="1"/>
          </p:cNvSpPr>
          <p:nvPr>
            <p:ph type="subTitle" idx="2"/>
          </p:nvPr>
        </p:nvSpPr>
        <p:spPr>
          <a:xfrm>
            <a:off x="3484350" y="2562986"/>
            <a:ext cx="2175300" cy="8694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Tx/>
              <a:buChar char="-"/>
            </a:pPr>
            <a:r>
              <a:rPr lang="en-US" dirty="0"/>
              <a:t>Flavor Network</a:t>
            </a:r>
          </a:p>
          <a:p>
            <a:pPr marL="285750" lvl="0" indent="-285750" algn="l">
              <a:buFontTx/>
              <a:buChar char="-"/>
            </a:pPr>
            <a:r>
              <a:rPr lang="en-US" dirty="0"/>
              <a:t>Ahn et al. 2011</a:t>
            </a:r>
          </a:p>
          <a:p>
            <a:pPr marL="285750" lvl="0" indent="-285750" algn="l">
              <a:buFontTx/>
              <a:buChar char="-"/>
            </a:pPr>
            <a:r>
              <a:rPr lang="en-US" dirty="0"/>
              <a:t>1531 ingredient</a:t>
            </a:r>
          </a:p>
          <a:p>
            <a:pPr marL="285750" lvl="0" indent="-285750" algn="l">
              <a:buFontTx/>
              <a:buChar char="-"/>
            </a:pPr>
            <a:r>
              <a:rPr lang="en-US" dirty="0" err="1"/>
              <a:t>Composti</a:t>
            </a:r>
            <a:r>
              <a:rPr lang="en-US" dirty="0"/>
              <a:t> </a:t>
            </a:r>
            <a:r>
              <a:rPr lang="en-US" dirty="0" err="1"/>
              <a:t>Condivisi</a:t>
            </a:r>
            <a:endParaRPr dirty="0"/>
          </a:p>
        </p:txBody>
      </p:sp>
      <p:sp>
        <p:nvSpPr>
          <p:cNvPr id="498" name="Google Shape;498;p44"/>
          <p:cNvSpPr txBox="1">
            <a:spLocks noGrp="1"/>
          </p:cNvSpPr>
          <p:nvPr>
            <p:ph type="subTitle" idx="3"/>
          </p:nvPr>
        </p:nvSpPr>
        <p:spPr>
          <a:xfrm>
            <a:off x="6031075" y="2562986"/>
            <a:ext cx="2175300" cy="869400"/>
          </a:xfrm>
          <a:prstGeom prst="rect">
            <a:avLst/>
          </a:prstGeom>
        </p:spPr>
        <p:txBody>
          <a:bodyPr spcFirstLastPara="1" wrap="square" lIns="91425" tIns="91425" rIns="91425" bIns="91425" anchor="t" anchorCtr="0">
            <a:noAutofit/>
          </a:bodyPr>
          <a:lstStyle/>
          <a:p>
            <a:pPr marL="285750" lvl="0" indent="-285750" algn="l" rtl="0">
              <a:spcBef>
                <a:spcPts val="0"/>
              </a:spcBef>
              <a:spcAft>
                <a:spcPts val="0"/>
              </a:spcAft>
              <a:buFontTx/>
              <a:buChar char="-"/>
            </a:pPr>
            <a:r>
              <a:rPr lang="en-US" dirty="0"/>
              <a:t>Bridge Discovery</a:t>
            </a:r>
          </a:p>
          <a:p>
            <a:pPr marL="285750" lvl="0" indent="-285750" algn="l" rtl="0">
              <a:spcBef>
                <a:spcPts val="0"/>
              </a:spcBef>
              <a:spcAft>
                <a:spcPts val="0"/>
              </a:spcAft>
              <a:buFontTx/>
              <a:buChar char="-"/>
            </a:pPr>
            <a:r>
              <a:rPr lang="en-US" dirty="0"/>
              <a:t>Dual Algorithm </a:t>
            </a:r>
          </a:p>
          <a:p>
            <a:pPr marL="285750" lvl="0" indent="-285750" algn="l" rtl="0">
              <a:spcBef>
                <a:spcPts val="0"/>
              </a:spcBef>
              <a:spcAft>
                <a:spcPts val="0"/>
              </a:spcAft>
              <a:buFontTx/>
              <a:buChar char="-"/>
            </a:pPr>
            <a:r>
              <a:rPr lang="en-US" dirty="0" err="1"/>
              <a:t>Beetweenness</a:t>
            </a:r>
            <a:r>
              <a:rPr lang="en-US" dirty="0"/>
              <a:t> vs Optimal Path</a:t>
            </a:r>
            <a:endParaRPr dirty="0"/>
          </a:p>
        </p:txBody>
      </p:sp>
      <p:sp>
        <p:nvSpPr>
          <p:cNvPr id="499" name="Google Shape;499;p44"/>
          <p:cNvSpPr txBox="1">
            <a:spLocks noGrp="1"/>
          </p:cNvSpPr>
          <p:nvPr>
            <p:ph type="subTitle" idx="4"/>
          </p:nvPr>
        </p:nvSpPr>
        <p:spPr>
          <a:xfrm>
            <a:off x="937625" y="2082383"/>
            <a:ext cx="21753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solidFill>
                  <a:schemeClr val="accent4"/>
                </a:solidFill>
              </a:rPr>
              <a:t>Topologica</a:t>
            </a:r>
            <a:endParaRPr dirty="0">
              <a:solidFill>
                <a:schemeClr val="accent4"/>
              </a:solidFill>
            </a:endParaRPr>
          </a:p>
        </p:txBody>
      </p:sp>
      <p:sp>
        <p:nvSpPr>
          <p:cNvPr id="500" name="Google Shape;500;p44"/>
          <p:cNvSpPr txBox="1">
            <a:spLocks noGrp="1"/>
          </p:cNvSpPr>
          <p:nvPr>
            <p:ph type="subTitle" idx="5"/>
          </p:nvPr>
        </p:nvSpPr>
        <p:spPr>
          <a:xfrm>
            <a:off x="3484350" y="2082383"/>
            <a:ext cx="21753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solidFill>
                  <a:schemeClr val="accent4"/>
                </a:solidFill>
              </a:rPr>
              <a:t>Chimica</a:t>
            </a:r>
            <a:endParaRPr dirty="0">
              <a:solidFill>
                <a:schemeClr val="accent4"/>
              </a:solidFill>
            </a:endParaRPr>
          </a:p>
        </p:txBody>
      </p:sp>
      <p:sp>
        <p:nvSpPr>
          <p:cNvPr id="501" name="Google Shape;501;p44"/>
          <p:cNvSpPr txBox="1">
            <a:spLocks noGrp="1"/>
          </p:cNvSpPr>
          <p:nvPr>
            <p:ph type="subTitle" idx="6"/>
          </p:nvPr>
        </p:nvSpPr>
        <p:spPr>
          <a:xfrm>
            <a:off x="6031075" y="2082383"/>
            <a:ext cx="21753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solidFill>
                  <a:schemeClr val="accent4"/>
                </a:solidFill>
              </a:rPr>
              <a:t>Interattiva</a:t>
            </a:r>
            <a:endParaRPr dirty="0">
              <a:solidFill>
                <a:schemeClr val="accent4"/>
              </a:solidFill>
            </a:endParaRPr>
          </a:p>
        </p:txBody>
      </p:sp>
      <p:sp>
        <p:nvSpPr>
          <p:cNvPr id="502" name="Google Shape;502;p44"/>
          <p:cNvSpPr/>
          <p:nvPr/>
        </p:nvSpPr>
        <p:spPr>
          <a:xfrm>
            <a:off x="1700675" y="1433086"/>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4"/>
          <p:cNvSpPr/>
          <p:nvPr/>
        </p:nvSpPr>
        <p:spPr>
          <a:xfrm>
            <a:off x="4247400" y="1414986"/>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4"/>
          <p:cNvSpPr/>
          <p:nvPr/>
        </p:nvSpPr>
        <p:spPr>
          <a:xfrm>
            <a:off x="6794125" y="1414986"/>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Google Shape;496;p44">
            <a:extLst>
              <a:ext uri="{FF2B5EF4-FFF2-40B4-BE49-F238E27FC236}">
                <a16:creationId xmlns:a16="http://schemas.microsoft.com/office/drawing/2014/main" id="{CC5B1B26-266C-D4D5-78F7-55FB7D0DFF1E}"/>
              </a:ext>
            </a:extLst>
          </p:cNvPr>
          <p:cNvSpPr txBox="1">
            <a:spLocks/>
          </p:cNvSpPr>
          <p:nvPr/>
        </p:nvSpPr>
        <p:spPr>
          <a:xfrm>
            <a:off x="3204449" y="4167774"/>
            <a:ext cx="2735101" cy="869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1pPr>
            <a:lvl2pPr marL="914400" marR="0" lvl="1"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2pPr>
            <a:lvl3pPr marL="1371600" marR="0" lvl="2" indent="-317500" algn="ctr" rtl="0">
              <a:lnSpc>
                <a:spcPct val="100000"/>
              </a:lnSpc>
              <a:spcBef>
                <a:spcPts val="160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3pPr>
            <a:lvl4pPr marL="1828800" marR="0" lvl="3" indent="-317500" algn="ctr" rtl="0">
              <a:lnSpc>
                <a:spcPct val="100000"/>
              </a:lnSpc>
              <a:spcBef>
                <a:spcPts val="160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4pPr>
            <a:lvl5pPr marL="2286000" marR="0" lvl="4" indent="-317500" algn="ctr" rtl="0">
              <a:lnSpc>
                <a:spcPct val="100000"/>
              </a:lnSpc>
              <a:spcBef>
                <a:spcPts val="160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5pPr>
            <a:lvl6pPr marL="2743200" marR="0" lvl="5" indent="-317500" algn="ctr" rtl="0">
              <a:lnSpc>
                <a:spcPct val="100000"/>
              </a:lnSpc>
              <a:spcBef>
                <a:spcPts val="160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6pPr>
            <a:lvl7pPr marL="3200400" marR="0" lvl="6" indent="-317500" algn="ctr" rtl="0">
              <a:lnSpc>
                <a:spcPct val="100000"/>
              </a:lnSpc>
              <a:spcBef>
                <a:spcPts val="160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7pPr>
            <a:lvl8pPr marL="3657600" marR="0" lvl="7" indent="-317500" algn="ctr" rtl="0">
              <a:lnSpc>
                <a:spcPct val="100000"/>
              </a:lnSpc>
              <a:spcBef>
                <a:spcPts val="160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8pPr>
            <a:lvl9pPr marL="4114800" marR="0" lvl="8" indent="-317500" algn="ctr" rtl="0">
              <a:lnSpc>
                <a:spcPct val="100000"/>
              </a:lnSpc>
              <a:spcBef>
                <a:spcPts val="1600"/>
              </a:spcBef>
              <a:spcAft>
                <a:spcPts val="1600"/>
              </a:spcAft>
              <a:buClr>
                <a:schemeClr val="dk1"/>
              </a:buClr>
              <a:buSzPts val="1400"/>
              <a:buFont typeface="Baloo 2"/>
              <a:buNone/>
              <a:defRPr sz="1400" b="0" i="0" u="none" strike="noStrike" cap="none">
                <a:solidFill>
                  <a:schemeClr val="dk1"/>
                </a:solidFill>
                <a:latin typeface="Baloo 2"/>
                <a:ea typeface="Baloo 2"/>
                <a:cs typeface="Baloo 2"/>
                <a:sym typeface="Baloo 2"/>
              </a:defRPr>
            </a:lvl9pPr>
          </a:lstStyle>
          <a:p>
            <a:pPr marL="0" indent="0" algn="l"/>
            <a:r>
              <a:rPr lang="en-US" dirty="0" err="1"/>
              <a:t>Validazione</a:t>
            </a:r>
            <a:r>
              <a:rPr lang="en-US" dirty="0"/>
              <a:t> </a:t>
            </a:r>
            <a:r>
              <a:rPr lang="en-US" dirty="0" err="1"/>
              <a:t>reciproca</a:t>
            </a:r>
            <a:r>
              <a:rPr lang="en-US" dirty="0"/>
              <a:t> </a:t>
            </a:r>
            <a:r>
              <a:rPr lang="en-US" dirty="0" err="1"/>
              <a:t>dei</a:t>
            </a:r>
            <a:r>
              <a:rPr lang="en-US" dirty="0"/>
              <a:t> </a:t>
            </a:r>
            <a:r>
              <a:rPr lang="en-US" dirty="0" err="1"/>
              <a:t>risultati</a:t>
            </a:r>
            <a:endParaRPr lang="en-US" dirty="0"/>
          </a:p>
        </p:txBody>
      </p:sp>
      <p:pic>
        <p:nvPicPr>
          <p:cNvPr id="4" name="Picture 3">
            <a:extLst>
              <a:ext uri="{FF2B5EF4-FFF2-40B4-BE49-F238E27FC236}">
                <a16:creationId xmlns:a16="http://schemas.microsoft.com/office/drawing/2014/main" id="{A070253E-C93E-8482-2A20-93B9A8306741}"/>
              </a:ext>
            </a:extLst>
          </p:cNvPr>
          <p:cNvPicPr>
            <a:picLocks noChangeAspect="1"/>
          </p:cNvPicPr>
          <p:nvPr/>
        </p:nvPicPr>
        <p:blipFill>
          <a:blip r:embed="rId3"/>
          <a:stretch>
            <a:fillRect/>
          </a:stretch>
        </p:blipFill>
        <p:spPr>
          <a:xfrm>
            <a:off x="1821107" y="1553518"/>
            <a:ext cx="408335" cy="408335"/>
          </a:xfrm>
          <a:prstGeom prst="rect">
            <a:avLst/>
          </a:prstGeom>
        </p:spPr>
      </p:pic>
      <p:pic>
        <p:nvPicPr>
          <p:cNvPr id="6" name="Picture 5">
            <a:extLst>
              <a:ext uri="{FF2B5EF4-FFF2-40B4-BE49-F238E27FC236}">
                <a16:creationId xmlns:a16="http://schemas.microsoft.com/office/drawing/2014/main" id="{167A42C3-89CC-BA28-8FD6-6090108650B2}"/>
              </a:ext>
            </a:extLst>
          </p:cNvPr>
          <p:cNvPicPr>
            <a:picLocks noChangeAspect="1"/>
          </p:cNvPicPr>
          <p:nvPr/>
        </p:nvPicPr>
        <p:blipFill>
          <a:blip r:embed="rId4"/>
          <a:stretch>
            <a:fillRect/>
          </a:stretch>
        </p:blipFill>
        <p:spPr>
          <a:xfrm>
            <a:off x="4366260" y="1533846"/>
            <a:ext cx="411480" cy="411480"/>
          </a:xfrm>
          <a:prstGeom prst="rect">
            <a:avLst/>
          </a:prstGeom>
        </p:spPr>
      </p:pic>
      <p:pic>
        <p:nvPicPr>
          <p:cNvPr id="10" name="Picture 9">
            <a:extLst>
              <a:ext uri="{FF2B5EF4-FFF2-40B4-BE49-F238E27FC236}">
                <a16:creationId xmlns:a16="http://schemas.microsoft.com/office/drawing/2014/main" id="{A77CB5D7-484D-EBB7-8027-0878859B6532}"/>
              </a:ext>
            </a:extLst>
          </p:cNvPr>
          <p:cNvPicPr>
            <a:picLocks noChangeAspect="1"/>
          </p:cNvPicPr>
          <p:nvPr/>
        </p:nvPicPr>
        <p:blipFill>
          <a:blip r:embed="rId5"/>
          <a:stretch>
            <a:fillRect/>
          </a:stretch>
        </p:blipFill>
        <p:spPr>
          <a:xfrm>
            <a:off x="6911413" y="1533846"/>
            <a:ext cx="411480" cy="411480"/>
          </a:xfrm>
          <a:prstGeom prst="rect">
            <a:avLst/>
          </a:prstGeom>
        </p:spPr>
      </p:pic>
      <p:pic>
        <p:nvPicPr>
          <p:cNvPr id="12" name="Picture 11">
            <a:extLst>
              <a:ext uri="{FF2B5EF4-FFF2-40B4-BE49-F238E27FC236}">
                <a16:creationId xmlns:a16="http://schemas.microsoft.com/office/drawing/2014/main" id="{288174C8-5F87-77F2-0F80-6F6791323B7A}"/>
              </a:ext>
            </a:extLst>
          </p:cNvPr>
          <p:cNvPicPr>
            <a:picLocks noChangeAspect="1"/>
          </p:cNvPicPr>
          <p:nvPr/>
        </p:nvPicPr>
        <p:blipFill>
          <a:blip r:embed="rId6"/>
          <a:stretch>
            <a:fillRect/>
          </a:stretch>
        </p:blipFill>
        <p:spPr>
          <a:xfrm>
            <a:off x="4345429" y="3816900"/>
            <a:ext cx="457200" cy="457200"/>
          </a:xfrm>
          <a:prstGeom prst="rect">
            <a:avLst/>
          </a:prstGeom>
        </p:spPr>
      </p:pic>
      <p:pic>
        <p:nvPicPr>
          <p:cNvPr id="3" name="Google Shape;410;p37">
            <a:extLst>
              <a:ext uri="{FF2B5EF4-FFF2-40B4-BE49-F238E27FC236}">
                <a16:creationId xmlns:a16="http://schemas.microsoft.com/office/drawing/2014/main" id="{EF778B7D-2BCE-9A4C-C90C-1BE0999BA18F}"/>
              </a:ext>
            </a:extLst>
          </p:cNvPr>
          <p:cNvPicPr preferRelativeResize="0"/>
          <p:nvPr/>
        </p:nvPicPr>
        <p:blipFill rotWithShape="1">
          <a:blip r:embed="rId7">
            <a:alphaModFix/>
          </a:blip>
          <a:srcRect t="49657"/>
          <a:stretch/>
        </p:blipFill>
        <p:spPr>
          <a:xfrm>
            <a:off x="683542" y="406649"/>
            <a:ext cx="1114616" cy="741098"/>
          </a:xfrm>
          <a:prstGeom prst="rect">
            <a:avLst/>
          </a:prstGeom>
          <a:noFill/>
          <a:ln>
            <a:noFill/>
          </a:ln>
        </p:spPr>
      </p:pic>
      <p:sp>
        <p:nvSpPr>
          <p:cNvPr id="5" name="Google Shape;415;p37">
            <a:extLst>
              <a:ext uri="{FF2B5EF4-FFF2-40B4-BE49-F238E27FC236}">
                <a16:creationId xmlns:a16="http://schemas.microsoft.com/office/drawing/2014/main" id="{9447CFF4-3D24-51BD-12A7-D77CC7475CF7}"/>
              </a:ext>
            </a:extLst>
          </p:cNvPr>
          <p:cNvSpPr txBox="1">
            <a:spLocks/>
          </p:cNvSpPr>
          <p:nvPr/>
        </p:nvSpPr>
        <p:spPr>
          <a:xfrm>
            <a:off x="873500" y="596606"/>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02</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38"/>
        <p:cNvGrpSpPr/>
        <p:nvPr/>
      </p:nvGrpSpPr>
      <p:grpSpPr>
        <a:xfrm>
          <a:off x="0" y="0"/>
          <a:ext cx="0" cy="0"/>
          <a:chOff x="0" y="0"/>
          <a:chExt cx="0" cy="0"/>
        </a:xfrm>
      </p:grpSpPr>
      <p:sp>
        <p:nvSpPr>
          <p:cNvPr id="939" name="Google Shape;939;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solidFill>
                  <a:schemeClr val="accent3"/>
                </a:solidFill>
              </a:rPr>
              <a:t>Dataset</a:t>
            </a:r>
            <a:r>
              <a:rPr lang="en-US" dirty="0"/>
              <a:t> e </a:t>
            </a:r>
            <a:r>
              <a:rPr lang="en-US" dirty="0">
                <a:solidFill>
                  <a:schemeClr val="accent3"/>
                </a:solidFill>
              </a:rPr>
              <a:t>Bias</a:t>
            </a:r>
            <a:r>
              <a:rPr lang="en-US" dirty="0"/>
              <a:t> </a:t>
            </a:r>
            <a:r>
              <a:rPr lang="en-US" dirty="0" err="1"/>
              <a:t>Dimensionale</a:t>
            </a:r>
            <a:endParaRPr dirty="0"/>
          </a:p>
        </p:txBody>
      </p:sp>
      <p:sp>
        <p:nvSpPr>
          <p:cNvPr id="944" name="Google Shape;944;p61"/>
          <p:cNvSpPr txBox="1"/>
          <p:nvPr/>
        </p:nvSpPr>
        <p:spPr>
          <a:xfrm>
            <a:off x="1777625" y="1912024"/>
            <a:ext cx="1617215"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600" b="1" dirty="0">
                <a:solidFill>
                  <a:schemeClr val="tx1"/>
                </a:solidFill>
                <a:latin typeface="Baloo 2" panose="020B0604020202020204" charset="0"/>
                <a:ea typeface="Averia Serif Libre"/>
                <a:cs typeface="Baloo 2" panose="020B0604020202020204" charset="0"/>
                <a:sym typeface="Averia Serif Libre"/>
              </a:rPr>
              <a:t>315</a:t>
            </a:r>
            <a:r>
              <a:rPr lang="en" sz="1600" dirty="0">
                <a:solidFill>
                  <a:schemeClr val="tx1"/>
                </a:solidFill>
                <a:latin typeface="Baloo 2" panose="020B0604020202020204" charset="0"/>
                <a:ea typeface="Averia Serif Libre"/>
                <a:cs typeface="Baloo 2" panose="020B0604020202020204" charset="0"/>
                <a:sym typeface="Averia Serif Libre"/>
              </a:rPr>
              <a:t> ingredienti</a:t>
            </a:r>
            <a:endParaRPr sz="1600" dirty="0">
              <a:solidFill>
                <a:schemeClr val="tx1"/>
              </a:solidFill>
              <a:latin typeface="Baloo 2" panose="020B0604020202020204" charset="0"/>
              <a:ea typeface="Averia Serif Libre"/>
              <a:cs typeface="Baloo 2" panose="020B0604020202020204" charset="0"/>
              <a:sym typeface="Averia Serif Libre"/>
            </a:endParaRPr>
          </a:p>
        </p:txBody>
      </p:sp>
      <p:sp>
        <p:nvSpPr>
          <p:cNvPr id="946" name="Google Shape;946;p61"/>
          <p:cNvSpPr txBox="1"/>
          <p:nvPr/>
        </p:nvSpPr>
        <p:spPr>
          <a:xfrm>
            <a:off x="1777625" y="2676602"/>
            <a:ext cx="1844447"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600" b="1" dirty="0">
                <a:solidFill>
                  <a:schemeClr val="tx1"/>
                </a:solidFill>
                <a:latin typeface="Baloo 2" panose="020B0604020202020204" charset="0"/>
                <a:ea typeface="Averia Serif Libre"/>
                <a:cs typeface="Baloo 2" panose="020B0604020202020204" charset="0"/>
                <a:sym typeface="Averia Serif Libre"/>
              </a:rPr>
              <a:t>36</a:t>
            </a:r>
            <a:r>
              <a:rPr lang="en" sz="1600" dirty="0">
                <a:solidFill>
                  <a:schemeClr val="tx1"/>
                </a:solidFill>
                <a:latin typeface="Baloo 2" panose="020B0604020202020204" charset="0"/>
                <a:ea typeface="Averia Serif Libre"/>
                <a:cs typeface="Baloo 2" panose="020B0604020202020204" charset="0"/>
                <a:sym typeface="Averia Serif Libre"/>
              </a:rPr>
              <a:t> </a:t>
            </a:r>
            <a:r>
              <a:rPr lang="en" sz="1600" b="1" dirty="0">
                <a:solidFill>
                  <a:schemeClr val="tx1"/>
                </a:solidFill>
                <a:latin typeface="Baloo 2" panose="020B0604020202020204" charset="0"/>
                <a:ea typeface="Averia Serif Libre"/>
                <a:cs typeface="Baloo 2" panose="020B0604020202020204" charset="0"/>
                <a:sym typeface="Averia Serif Libre"/>
              </a:rPr>
              <a:t>291</a:t>
            </a:r>
            <a:r>
              <a:rPr lang="en" sz="1600" dirty="0">
                <a:solidFill>
                  <a:schemeClr val="tx1"/>
                </a:solidFill>
                <a:latin typeface="Baloo 2" panose="020B0604020202020204" charset="0"/>
                <a:ea typeface="Averia Serif Libre"/>
                <a:cs typeface="Baloo 2" panose="020B0604020202020204" charset="0"/>
                <a:sym typeface="Averia Serif Libre"/>
              </a:rPr>
              <a:t> connessioni</a:t>
            </a:r>
            <a:endParaRPr sz="1600" dirty="0">
              <a:solidFill>
                <a:schemeClr val="tx1"/>
              </a:solidFill>
              <a:latin typeface="Baloo 2" panose="020B0604020202020204" charset="0"/>
              <a:ea typeface="Averia Serif Libre"/>
              <a:cs typeface="Baloo 2" panose="020B0604020202020204" charset="0"/>
              <a:sym typeface="Averia Serif Libre"/>
            </a:endParaRPr>
          </a:p>
        </p:txBody>
      </p:sp>
      <p:sp>
        <p:nvSpPr>
          <p:cNvPr id="948" name="Google Shape;948;p61"/>
          <p:cNvSpPr txBox="1"/>
          <p:nvPr/>
        </p:nvSpPr>
        <p:spPr>
          <a:xfrm>
            <a:off x="1777625" y="3507450"/>
            <a:ext cx="2328159"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600" dirty="0">
                <a:solidFill>
                  <a:schemeClr val="tx1"/>
                </a:solidFill>
                <a:latin typeface="Baloo 2" panose="020B0604020202020204" charset="0"/>
                <a:ea typeface="Averia Serif Libre"/>
                <a:cs typeface="Baloo 2" panose="020B0604020202020204" charset="0"/>
                <a:sym typeface="Averia Serif Libre"/>
              </a:rPr>
              <a:t>Fonte: Ricette classiche</a:t>
            </a:r>
            <a:endParaRPr sz="1600" dirty="0">
              <a:solidFill>
                <a:schemeClr val="tx1"/>
              </a:solidFill>
              <a:latin typeface="Baloo 2" panose="020B0604020202020204" charset="0"/>
              <a:ea typeface="Averia Serif Libre"/>
              <a:cs typeface="Baloo 2" panose="020B0604020202020204" charset="0"/>
              <a:sym typeface="Averia Serif Libre"/>
            </a:endParaRPr>
          </a:p>
        </p:txBody>
      </p:sp>
      <p:cxnSp>
        <p:nvCxnSpPr>
          <p:cNvPr id="953" name="Google Shape;953;p61"/>
          <p:cNvCxnSpPr>
            <a:cxnSpLocks/>
            <a:endCxn id="946" idx="1"/>
          </p:cNvCxnSpPr>
          <p:nvPr/>
        </p:nvCxnSpPr>
        <p:spPr>
          <a:xfrm rot="16200000" flipH="1">
            <a:off x="1107816" y="2208993"/>
            <a:ext cx="781190" cy="558428"/>
          </a:xfrm>
          <a:prstGeom prst="bentConnector2">
            <a:avLst/>
          </a:prstGeom>
          <a:noFill/>
          <a:ln w="19050" cap="flat" cmpd="sng">
            <a:solidFill>
              <a:schemeClr val="lt2"/>
            </a:solidFill>
            <a:prstDash val="solid"/>
            <a:round/>
            <a:headEnd type="none" w="med" len="med"/>
            <a:tailEnd type="oval" w="med" len="med"/>
          </a:ln>
        </p:spPr>
      </p:cxnSp>
      <p:cxnSp>
        <p:nvCxnSpPr>
          <p:cNvPr id="954" name="Google Shape;954;p61"/>
          <p:cNvCxnSpPr>
            <a:cxnSpLocks/>
            <a:endCxn id="948" idx="1"/>
          </p:cNvCxnSpPr>
          <p:nvPr/>
        </p:nvCxnSpPr>
        <p:spPr>
          <a:xfrm rot="16200000" flipH="1">
            <a:off x="692393" y="2624418"/>
            <a:ext cx="1612038" cy="558426"/>
          </a:xfrm>
          <a:prstGeom prst="bentConnector2">
            <a:avLst/>
          </a:prstGeom>
          <a:noFill/>
          <a:ln w="19050" cap="flat" cmpd="sng">
            <a:solidFill>
              <a:schemeClr val="lt2"/>
            </a:solidFill>
            <a:prstDash val="solid"/>
            <a:round/>
            <a:headEnd type="none" w="med" len="med"/>
            <a:tailEnd type="oval" w="med" len="med"/>
          </a:ln>
        </p:spPr>
      </p:cxnSp>
      <p:pic>
        <p:nvPicPr>
          <p:cNvPr id="957" name="Google Shape;957;p61"/>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cxnSp>
        <p:nvCxnSpPr>
          <p:cNvPr id="10" name="Google Shape;953;p61">
            <a:extLst>
              <a:ext uri="{FF2B5EF4-FFF2-40B4-BE49-F238E27FC236}">
                <a16:creationId xmlns:a16="http://schemas.microsoft.com/office/drawing/2014/main" id="{AE63A602-E971-F9CA-EFE9-EFB1B22B2050}"/>
              </a:ext>
            </a:extLst>
          </p:cNvPr>
          <p:cNvCxnSpPr>
            <a:cxnSpLocks/>
          </p:cNvCxnSpPr>
          <p:nvPr/>
        </p:nvCxnSpPr>
        <p:spPr>
          <a:xfrm flipV="1">
            <a:off x="1219198" y="2105919"/>
            <a:ext cx="558190" cy="2"/>
          </a:xfrm>
          <a:prstGeom prst="bentConnector3">
            <a:avLst>
              <a:gd name="adj1" fmla="val 50000"/>
            </a:avLst>
          </a:prstGeom>
          <a:noFill/>
          <a:ln w="19050" cap="flat" cmpd="sng">
            <a:solidFill>
              <a:schemeClr val="lt2"/>
            </a:solidFill>
            <a:prstDash val="solid"/>
            <a:round/>
            <a:headEnd type="none" w="med" len="med"/>
            <a:tailEnd type="oval" w="med" len="med"/>
          </a:ln>
        </p:spPr>
      </p:cxnSp>
      <p:sp>
        <p:nvSpPr>
          <p:cNvPr id="12" name="Google Shape;944;p61">
            <a:extLst>
              <a:ext uri="{FF2B5EF4-FFF2-40B4-BE49-F238E27FC236}">
                <a16:creationId xmlns:a16="http://schemas.microsoft.com/office/drawing/2014/main" id="{493A7BFD-FAF0-2926-0B7D-3B3B59A8F119}"/>
              </a:ext>
            </a:extLst>
          </p:cNvPr>
          <p:cNvSpPr txBox="1"/>
          <p:nvPr/>
        </p:nvSpPr>
        <p:spPr>
          <a:xfrm>
            <a:off x="5849445" y="1938489"/>
            <a:ext cx="1444728"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600" b="1" dirty="0">
                <a:solidFill>
                  <a:schemeClr val="tx1"/>
                </a:solidFill>
                <a:latin typeface="Baloo 2" panose="020B0604020202020204" charset="0"/>
                <a:ea typeface="Averia Serif Libre"/>
                <a:cs typeface="Baloo 2" panose="020B0604020202020204" charset="0"/>
                <a:sym typeface="Averia Serif Libre"/>
              </a:rPr>
              <a:t>57</a:t>
            </a:r>
            <a:r>
              <a:rPr lang="en" sz="1600" dirty="0">
                <a:solidFill>
                  <a:schemeClr val="tx1"/>
                </a:solidFill>
                <a:latin typeface="Baloo 2" panose="020B0604020202020204" charset="0"/>
                <a:ea typeface="Averia Serif Libre"/>
                <a:cs typeface="Baloo 2" panose="020B0604020202020204" charset="0"/>
                <a:sym typeface="Averia Serif Libre"/>
              </a:rPr>
              <a:t> ingredienti</a:t>
            </a:r>
            <a:endParaRPr sz="1600" dirty="0">
              <a:solidFill>
                <a:schemeClr val="tx1"/>
              </a:solidFill>
              <a:latin typeface="Baloo 2" panose="020B0604020202020204" charset="0"/>
              <a:ea typeface="Averia Serif Libre"/>
              <a:cs typeface="Baloo 2" panose="020B0604020202020204" charset="0"/>
              <a:sym typeface="Averia Serif Libre"/>
            </a:endParaRPr>
          </a:p>
        </p:txBody>
      </p:sp>
      <p:sp>
        <p:nvSpPr>
          <p:cNvPr id="13" name="Google Shape;946;p61">
            <a:extLst>
              <a:ext uri="{FF2B5EF4-FFF2-40B4-BE49-F238E27FC236}">
                <a16:creationId xmlns:a16="http://schemas.microsoft.com/office/drawing/2014/main" id="{053630E4-A0CA-655C-C304-C6FD38AA9536}"/>
              </a:ext>
            </a:extLst>
          </p:cNvPr>
          <p:cNvSpPr txBox="1"/>
          <p:nvPr/>
        </p:nvSpPr>
        <p:spPr>
          <a:xfrm>
            <a:off x="5849683" y="2684909"/>
            <a:ext cx="1633677"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600" b="1" dirty="0">
                <a:solidFill>
                  <a:schemeClr val="tx1"/>
                </a:solidFill>
                <a:latin typeface="Baloo 2" panose="020B0604020202020204" charset="0"/>
                <a:ea typeface="Averia Serif Libre"/>
                <a:cs typeface="Baloo 2" panose="020B0604020202020204" charset="0"/>
                <a:sym typeface="Averia Serif Libre"/>
              </a:rPr>
              <a:t>642</a:t>
            </a:r>
            <a:r>
              <a:rPr lang="en" sz="1600" dirty="0">
                <a:solidFill>
                  <a:schemeClr val="tx1"/>
                </a:solidFill>
                <a:latin typeface="Baloo 2" panose="020B0604020202020204" charset="0"/>
                <a:ea typeface="Averia Serif Libre"/>
                <a:cs typeface="Baloo 2" panose="020B0604020202020204" charset="0"/>
                <a:sym typeface="Averia Serif Libre"/>
              </a:rPr>
              <a:t> connessioni</a:t>
            </a:r>
            <a:endParaRPr sz="1600" dirty="0">
              <a:solidFill>
                <a:schemeClr val="tx1"/>
              </a:solidFill>
              <a:latin typeface="Baloo 2" panose="020B0604020202020204" charset="0"/>
              <a:ea typeface="Averia Serif Libre"/>
              <a:cs typeface="Baloo 2" panose="020B0604020202020204" charset="0"/>
              <a:sym typeface="Averia Serif Libre"/>
            </a:endParaRPr>
          </a:p>
        </p:txBody>
      </p:sp>
      <p:sp>
        <p:nvSpPr>
          <p:cNvPr id="14" name="Google Shape;948;p61">
            <a:extLst>
              <a:ext uri="{FF2B5EF4-FFF2-40B4-BE49-F238E27FC236}">
                <a16:creationId xmlns:a16="http://schemas.microsoft.com/office/drawing/2014/main" id="{89A47E75-4BA9-696A-9152-BC22BFC32476}"/>
              </a:ext>
            </a:extLst>
          </p:cNvPr>
          <p:cNvSpPr txBox="1"/>
          <p:nvPr/>
        </p:nvSpPr>
        <p:spPr>
          <a:xfrm>
            <a:off x="5849683" y="3515757"/>
            <a:ext cx="2611139"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1600" dirty="0">
                <a:solidFill>
                  <a:schemeClr val="tx1"/>
                </a:solidFill>
                <a:latin typeface="Baloo 2" panose="020B0604020202020204" charset="0"/>
                <a:ea typeface="Averia Serif Libre"/>
                <a:cs typeface="Baloo 2" panose="020B0604020202020204" charset="0"/>
                <a:sym typeface="Averia Serif Libre"/>
              </a:rPr>
              <a:t>Fonte: el Celler de Can Roca</a:t>
            </a:r>
            <a:endParaRPr sz="1600" dirty="0">
              <a:solidFill>
                <a:schemeClr val="tx1"/>
              </a:solidFill>
              <a:latin typeface="Baloo 2" panose="020B0604020202020204" charset="0"/>
              <a:ea typeface="Averia Serif Libre"/>
              <a:cs typeface="Baloo 2" panose="020B0604020202020204" charset="0"/>
              <a:sym typeface="Averia Serif Libre"/>
            </a:endParaRPr>
          </a:p>
        </p:txBody>
      </p:sp>
      <p:cxnSp>
        <p:nvCxnSpPr>
          <p:cNvPr id="15" name="Google Shape;953;p61">
            <a:extLst>
              <a:ext uri="{FF2B5EF4-FFF2-40B4-BE49-F238E27FC236}">
                <a16:creationId xmlns:a16="http://schemas.microsoft.com/office/drawing/2014/main" id="{7CA4A0AF-7A81-33E1-5F73-327F0BD3CC47}"/>
              </a:ext>
            </a:extLst>
          </p:cNvPr>
          <p:cNvCxnSpPr>
            <a:cxnSpLocks/>
            <a:endCxn id="13" idx="1"/>
          </p:cNvCxnSpPr>
          <p:nvPr/>
        </p:nvCxnSpPr>
        <p:spPr>
          <a:xfrm rot="16200000" flipH="1">
            <a:off x="5179874" y="2217300"/>
            <a:ext cx="781190" cy="558428"/>
          </a:xfrm>
          <a:prstGeom prst="bentConnector2">
            <a:avLst/>
          </a:prstGeom>
          <a:noFill/>
          <a:ln w="19050" cap="flat" cmpd="sng">
            <a:solidFill>
              <a:schemeClr val="lt2"/>
            </a:solidFill>
            <a:prstDash val="solid"/>
            <a:round/>
            <a:headEnd type="none" w="med" len="med"/>
            <a:tailEnd type="oval" w="med" len="med"/>
          </a:ln>
        </p:spPr>
      </p:cxnSp>
      <p:cxnSp>
        <p:nvCxnSpPr>
          <p:cNvPr id="16" name="Google Shape;954;p61">
            <a:extLst>
              <a:ext uri="{FF2B5EF4-FFF2-40B4-BE49-F238E27FC236}">
                <a16:creationId xmlns:a16="http://schemas.microsoft.com/office/drawing/2014/main" id="{AE3AED9A-11CB-FD68-04FC-DBEC8C862438}"/>
              </a:ext>
            </a:extLst>
          </p:cNvPr>
          <p:cNvCxnSpPr>
            <a:cxnSpLocks/>
            <a:endCxn id="14" idx="1"/>
          </p:cNvCxnSpPr>
          <p:nvPr/>
        </p:nvCxnSpPr>
        <p:spPr>
          <a:xfrm rot="16200000" flipH="1">
            <a:off x="4764451" y="2632725"/>
            <a:ext cx="1612038" cy="558426"/>
          </a:xfrm>
          <a:prstGeom prst="bentConnector2">
            <a:avLst/>
          </a:prstGeom>
          <a:noFill/>
          <a:ln w="19050" cap="flat" cmpd="sng">
            <a:solidFill>
              <a:schemeClr val="lt2"/>
            </a:solidFill>
            <a:prstDash val="solid"/>
            <a:round/>
            <a:headEnd type="none" w="med" len="med"/>
            <a:tailEnd type="oval" w="med" len="med"/>
          </a:ln>
        </p:spPr>
      </p:cxnSp>
      <p:cxnSp>
        <p:nvCxnSpPr>
          <p:cNvPr id="17" name="Google Shape;953;p61">
            <a:extLst>
              <a:ext uri="{FF2B5EF4-FFF2-40B4-BE49-F238E27FC236}">
                <a16:creationId xmlns:a16="http://schemas.microsoft.com/office/drawing/2014/main" id="{B7C2C187-B5D1-9A61-A97D-FC177B64278D}"/>
              </a:ext>
            </a:extLst>
          </p:cNvPr>
          <p:cNvCxnSpPr>
            <a:cxnSpLocks/>
          </p:cNvCxnSpPr>
          <p:nvPr/>
        </p:nvCxnSpPr>
        <p:spPr>
          <a:xfrm flipV="1">
            <a:off x="5291255" y="2121057"/>
            <a:ext cx="558190" cy="2"/>
          </a:xfrm>
          <a:prstGeom prst="bentConnector3">
            <a:avLst>
              <a:gd name="adj1" fmla="val 50000"/>
            </a:avLst>
          </a:prstGeom>
          <a:noFill/>
          <a:ln w="19050" cap="flat" cmpd="sng">
            <a:solidFill>
              <a:schemeClr val="lt2"/>
            </a:solidFill>
            <a:prstDash val="solid"/>
            <a:round/>
            <a:headEnd type="none" w="med" len="med"/>
            <a:tailEnd type="oval" w="med" len="med"/>
          </a:ln>
        </p:spPr>
      </p:cxnSp>
      <p:sp>
        <p:nvSpPr>
          <p:cNvPr id="18" name="Google Shape;404;p37">
            <a:extLst>
              <a:ext uri="{FF2B5EF4-FFF2-40B4-BE49-F238E27FC236}">
                <a16:creationId xmlns:a16="http://schemas.microsoft.com/office/drawing/2014/main" id="{073451E0-C85F-AB7C-721D-784186691ECC}"/>
              </a:ext>
            </a:extLst>
          </p:cNvPr>
          <p:cNvSpPr txBox="1">
            <a:spLocks/>
          </p:cNvSpPr>
          <p:nvPr/>
        </p:nvSpPr>
        <p:spPr>
          <a:xfrm>
            <a:off x="955761" y="1550633"/>
            <a:ext cx="2723243"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TRADIZIONALE</a:t>
            </a:r>
          </a:p>
        </p:txBody>
      </p:sp>
      <p:sp>
        <p:nvSpPr>
          <p:cNvPr id="19" name="Google Shape;404;p37">
            <a:extLst>
              <a:ext uri="{FF2B5EF4-FFF2-40B4-BE49-F238E27FC236}">
                <a16:creationId xmlns:a16="http://schemas.microsoft.com/office/drawing/2014/main" id="{C0822FC6-21F1-A63D-A323-926375AA96F5}"/>
              </a:ext>
            </a:extLst>
          </p:cNvPr>
          <p:cNvSpPr txBox="1">
            <a:spLocks/>
          </p:cNvSpPr>
          <p:nvPr/>
        </p:nvSpPr>
        <p:spPr>
          <a:xfrm>
            <a:off x="5393569" y="1550633"/>
            <a:ext cx="3043436"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ROCA (</a:t>
            </a:r>
            <a:r>
              <a:rPr lang="en-US" sz="1800" dirty="0" err="1">
                <a:solidFill>
                  <a:schemeClr val="accent4"/>
                </a:solidFill>
                <a:latin typeface="Averia Serif Libre" panose="020B0604020202020204" charset="0"/>
                <a:cs typeface="Baloo 2" panose="020B0604020202020204" charset="0"/>
              </a:rPr>
              <a:t>Avanguardia</a:t>
            </a:r>
            <a:r>
              <a:rPr lang="en-US" sz="1800" dirty="0">
                <a:solidFill>
                  <a:schemeClr val="accent4"/>
                </a:solidFill>
                <a:latin typeface="Averia Serif Libre" panose="020B0604020202020204" charset="0"/>
                <a:cs typeface="Baloo 2" panose="020B0604020202020204" charset="0"/>
              </a:rPr>
              <a:t>)     </a:t>
            </a:r>
          </a:p>
        </p:txBody>
      </p:sp>
      <p:pic>
        <p:nvPicPr>
          <p:cNvPr id="23" name="Picture 22">
            <a:extLst>
              <a:ext uri="{FF2B5EF4-FFF2-40B4-BE49-F238E27FC236}">
                <a16:creationId xmlns:a16="http://schemas.microsoft.com/office/drawing/2014/main" id="{3DB28539-0085-C98F-746E-7F3441D38D9D}"/>
              </a:ext>
            </a:extLst>
          </p:cNvPr>
          <p:cNvPicPr>
            <a:picLocks noChangeAspect="1"/>
          </p:cNvPicPr>
          <p:nvPr/>
        </p:nvPicPr>
        <p:blipFill>
          <a:blip r:embed="rId4"/>
          <a:stretch>
            <a:fillRect/>
          </a:stretch>
        </p:blipFill>
        <p:spPr>
          <a:xfrm>
            <a:off x="4021420" y="3369577"/>
            <a:ext cx="1101159" cy="1101159"/>
          </a:xfrm>
          <a:prstGeom prst="rect">
            <a:avLst/>
          </a:prstGeom>
        </p:spPr>
      </p:pic>
      <p:pic>
        <p:nvPicPr>
          <p:cNvPr id="31" name="Google Shape;410;p37">
            <a:extLst>
              <a:ext uri="{FF2B5EF4-FFF2-40B4-BE49-F238E27FC236}">
                <a16:creationId xmlns:a16="http://schemas.microsoft.com/office/drawing/2014/main" id="{5DFCD40F-111B-91C6-4624-333484D7F868}"/>
              </a:ext>
            </a:extLst>
          </p:cNvPr>
          <p:cNvPicPr preferRelativeResize="0"/>
          <p:nvPr/>
        </p:nvPicPr>
        <p:blipFill rotWithShape="1">
          <a:blip r:embed="rId5">
            <a:alphaModFix/>
          </a:blip>
          <a:srcRect t="49657"/>
          <a:stretch/>
        </p:blipFill>
        <p:spPr>
          <a:xfrm>
            <a:off x="683542" y="406649"/>
            <a:ext cx="1114616" cy="741098"/>
          </a:xfrm>
          <a:prstGeom prst="rect">
            <a:avLst/>
          </a:prstGeom>
          <a:noFill/>
          <a:ln>
            <a:noFill/>
          </a:ln>
        </p:spPr>
      </p:pic>
      <p:sp>
        <p:nvSpPr>
          <p:cNvPr id="32" name="Google Shape;415;p37">
            <a:extLst>
              <a:ext uri="{FF2B5EF4-FFF2-40B4-BE49-F238E27FC236}">
                <a16:creationId xmlns:a16="http://schemas.microsoft.com/office/drawing/2014/main" id="{25EE20B3-86E3-A00A-F68C-A42D21762F00}"/>
              </a:ext>
            </a:extLst>
          </p:cNvPr>
          <p:cNvSpPr txBox="1">
            <a:spLocks/>
          </p:cNvSpPr>
          <p:nvPr/>
        </p:nvSpPr>
        <p:spPr>
          <a:xfrm>
            <a:off x="873500" y="596606"/>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03</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7F5A7EDB-A788-A884-F42A-CB5FDDA3EB2C}"/>
            </a:ext>
          </a:extLst>
        </p:cNvPr>
        <p:cNvGrpSpPr/>
        <p:nvPr/>
      </p:nvGrpSpPr>
      <p:grpSpPr>
        <a:xfrm>
          <a:off x="0" y="0"/>
          <a:ext cx="0" cy="0"/>
          <a:chOff x="0" y="0"/>
          <a:chExt cx="0" cy="0"/>
        </a:xfrm>
      </p:grpSpPr>
      <p:sp>
        <p:nvSpPr>
          <p:cNvPr id="939" name="Google Shape;939;p61">
            <a:extLst>
              <a:ext uri="{FF2B5EF4-FFF2-40B4-BE49-F238E27FC236}">
                <a16:creationId xmlns:a16="http://schemas.microsoft.com/office/drawing/2014/main" id="{9014E8BB-15C2-5A8E-E7B7-1CF8485190A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solidFill>
                  <a:schemeClr val="accent3"/>
                </a:solidFill>
              </a:rPr>
              <a:t>Dataset</a:t>
            </a:r>
            <a:r>
              <a:rPr lang="en-US" dirty="0"/>
              <a:t> e </a:t>
            </a:r>
            <a:r>
              <a:rPr lang="en-US" dirty="0">
                <a:solidFill>
                  <a:schemeClr val="accent3"/>
                </a:solidFill>
              </a:rPr>
              <a:t>Bias</a:t>
            </a:r>
            <a:r>
              <a:rPr lang="en-US" dirty="0"/>
              <a:t> </a:t>
            </a:r>
            <a:r>
              <a:rPr lang="en-US" dirty="0" err="1"/>
              <a:t>Dimensionale</a:t>
            </a:r>
            <a:endParaRPr dirty="0"/>
          </a:p>
        </p:txBody>
      </p:sp>
      <p:pic>
        <p:nvPicPr>
          <p:cNvPr id="957" name="Google Shape;957;p61">
            <a:extLst>
              <a:ext uri="{FF2B5EF4-FFF2-40B4-BE49-F238E27FC236}">
                <a16:creationId xmlns:a16="http://schemas.microsoft.com/office/drawing/2014/main" id="{E84D84BC-78C3-5E0D-958B-51AA180D0502}"/>
              </a:ext>
            </a:extLst>
          </p:cNvPr>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sp>
        <p:nvSpPr>
          <p:cNvPr id="18" name="Google Shape;404;p37">
            <a:extLst>
              <a:ext uri="{FF2B5EF4-FFF2-40B4-BE49-F238E27FC236}">
                <a16:creationId xmlns:a16="http://schemas.microsoft.com/office/drawing/2014/main" id="{CD0AFAB2-046D-CED2-30F0-E203D8C569B2}"/>
              </a:ext>
            </a:extLst>
          </p:cNvPr>
          <p:cNvSpPr txBox="1">
            <a:spLocks/>
          </p:cNvSpPr>
          <p:nvPr/>
        </p:nvSpPr>
        <p:spPr>
          <a:xfrm>
            <a:off x="955761" y="1550633"/>
            <a:ext cx="2723243"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TRADIZIONALE</a:t>
            </a:r>
          </a:p>
        </p:txBody>
      </p:sp>
      <p:sp>
        <p:nvSpPr>
          <p:cNvPr id="19" name="Google Shape;404;p37">
            <a:extLst>
              <a:ext uri="{FF2B5EF4-FFF2-40B4-BE49-F238E27FC236}">
                <a16:creationId xmlns:a16="http://schemas.microsoft.com/office/drawing/2014/main" id="{0A8ED1B5-2EF1-C2B5-76FA-99F3012A2506}"/>
              </a:ext>
            </a:extLst>
          </p:cNvPr>
          <p:cNvSpPr txBox="1">
            <a:spLocks/>
          </p:cNvSpPr>
          <p:nvPr/>
        </p:nvSpPr>
        <p:spPr>
          <a:xfrm>
            <a:off x="5380564" y="1550633"/>
            <a:ext cx="3043436"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ROCA (</a:t>
            </a:r>
            <a:r>
              <a:rPr lang="en-US" sz="1800" dirty="0" err="1">
                <a:solidFill>
                  <a:schemeClr val="accent4"/>
                </a:solidFill>
                <a:latin typeface="Averia Serif Libre" panose="020B0604020202020204" charset="0"/>
                <a:cs typeface="Baloo 2" panose="020B0604020202020204" charset="0"/>
              </a:rPr>
              <a:t>Avanguardia</a:t>
            </a:r>
            <a:r>
              <a:rPr lang="en-US" sz="1800" dirty="0">
                <a:solidFill>
                  <a:schemeClr val="accent4"/>
                </a:solidFill>
                <a:latin typeface="Averia Serif Libre" panose="020B0604020202020204" charset="0"/>
                <a:cs typeface="Baloo 2" panose="020B0604020202020204" charset="0"/>
              </a:rPr>
              <a:t>)     </a:t>
            </a:r>
          </a:p>
        </p:txBody>
      </p:sp>
      <p:pic>
        <p:nvPicPr>
          <p:cNvPr id="23" name="Picture 22">
            <a:extLst>
              <a:ext uri="{FF2B5EF4-FFF2-40B4-BE49-F238E27FC236}">
                <a16:creationId xmlns:a16="http://schemas.microsoft.com/office/drawing/2014/main" id="{09C8C537-5CE5-8B50-649A-60F9BA4625BA}"/>
              </a:ext>
            </a:extLst>
          </p:cNvPr>
          <p:cNvPicPr>
            <a:picLocks noChangeAspect="1"/>
          </p:cNvPicPr>
          <p:nvPr/>
        </p:nvPicPr>
        <p:blipFill>
          <a:blip r:embed="rId4"/>
          <a:stretch>
            <a:fillRect/>
          </a:stretch>
        </p:blipFill>
        <p:spPr>
          <a:xfrm>
            <a:off x="4021420" y="2091962"/>
            <a:ext cx="1101159" cy="1101159"/>
          </a:xfrm>
          <a:prstGeom prst="rect">
            <a:avLst/>
          </a:prstGeom>
        </p:spPr>
      </p:pic>
      <p:sp>
        <p:nvSpPr>
          <p:cNvPr id="2" name="TextBox 1">
            <a:extLst>
              <a:ext uri="{FF2B5EF4-FFF2-40B4-BE49-F238E27FC236}">
                <a16:creationId xmlns:a16="http://schemas.microsoft.com/office/drawing/2014/main" id="{0BDC9CC4-BB03-A9AD-DA22-E2E009DD80DC}"/>
              </a:ext>
            </a:extLst>
          </p:cNvPr>
          <p:cNvSpPr txBox="1"/>
          <p:nvPr/>
        </p:nvSpPr>
        <p:spPr>
          <a:xfrm>
            <a:off x="2907322" y="3193121"/>
            <a:ext cx="3329354" cy="369332"/>
          </a:xfrm>
          <a:prstGeom prst="rect">
            <a:avLst/>
          </a:prstGeom>
          <a:noFill/>
        </p:spPr>
        <p:txBody>
          <a:bodyPr wrap="square" rtlCol="0">
            <a:spAutoFit/>
          </a:bodyPr>
          <a:lstStyle/>
          <a:p>
            <a:r>
              <a:rPr lang="en-US" sz="1800" b="1" dirty="0">
                <a:solidFill>
                  <a:schemeClr val="tx1"/>
                </a:solidFill>
                <a:latin typeface="Baloo 2" panose="020B0604020202020204" charset="0"/>
                <a:cs typeface="Baloo 2" panose="020B0604020202020204" charset="0"/>
              </a:rPr>
              <a:t>PROBLEMA</a:t>
            </a:r>
            <a:r>
              <a:rPr lang="en-US" sz="1800" dirty="0">
                <a:solidFill>
                  <a:schemeClr val="tx1"/>
                </a:solidFill>
                <a:latin typeface="Baloo 2" panose="020B0604020202020204" charset="0"/>
                <a:cs typeface="Baloo 2" panose="020B0604020202020204" charset="0"/>
              </a:rPr>
              <a:t>: </a:t>
            </a:r>
            <a:r>
              <a:rPr lang="en-US" sz="1800" dirty="0" err="1">
                <a:solidFill>
                  <a:schemeClr val="tx1"/>
                </a:solidFill>
                <a:latin typeface="Baloo 2" panose="020B0604020202020204" charset="0"/>
                <a:cs typeface="Baloo 2" panose="020B0604020202020204" charset="0"/>
              </a:rPr>
              <a:t>Dimensioni</a:t>
            </a:r>
            <a:r>
              <a:rPr lang="en-US" sz="1800" dirty="0">
                <a:solidFill>
                  <a:schemeClr val="tx1"/>
                </a:solidFill>
                <a:latin typeface="Baloo 2" panose="020B0604020202020204" charset="0"/>
                <a:cs typeface="Baloo 2" panose="020B0604020202020204" charset="0"/>
              </a:rPr>
              <a:t> diverse</a:t>
            </a:r>
          </a:p>
        </p:txBody>
      </p:sp>
      <p:pic>
        <p:nvPicPr>
          <p:cNvPr id="7" name="Picture 6">
            <a:extLst>
              <a:ext uri="{FF2B5EF4-FFF2-40B4-BE49-F238E27FC236}">
                <a16:creationId xmlns:a16="http://schemas.microsoft.com/office/drawing/2014/main" id="{BDF3098B-DD0E-47E9-6D46-9586D5D01F5E}"/>
              </a:ext>
            </a:extLst>
          </p:cNvPr>
          <p:cNvPicPr>
            <a:picLocks noChangeAspect="1"/>
          </p:cNvPicPr>
          <p:nvPr/>
        </p:nvPicPr>
        <p:blipFill>
          <a:blip r:embed="rId5"/>
          <a:stretch>
            <a:fillRect/>
          </a:stretch>
        </p:blipFill>
        <p:spPr>
          <a:xfrm>
            <a:off x="1707697" y="2032856"/>
            <a:ext cx="1219370" cy="1219370"/>
          </a:xfrm>
          <a:prstGeom prst="rect">
            <a:avLst/>
          </a:prstGeom>
        </p:spPr>
      </p:pic>
      <p:pic>
        <p:nvPicPr>
          <p:cNvPr id="8" name="Picture 7">
            <a:extLst>
              <a:ext uri="{FF2B5EF4-FFF2-40B4-BE49-F238E27FC236}">
                <a16:creationId xmlns:a16="http://schemas.microsoft.com/office/drawing/2014/main" id="{ED85E0B5-17D3-D7D5-B04A-58D5D8E5D85D}"/>
              </a:ext>
            </a:extLst>
          </p:cNvPr>
          <p:cNvPicPr>
            <a:picLocks noChangeAspect="1"/>
          </p:cNvPicPr>
          <p:nvPr/>
        </p:nvPicPr>
        <p:blipFill>
          <a:blip r:embed="rId5"/>
          <a:stretch>
            <a:fillRect/>
          </a:stretch>
        </p:blipFill>
        <p:spPr>
          <a:xfrm>
            <a:off x="6292597" y="2032856"/>
            <a:ext cx="1219370" cy="1219370"/>
          </a:xfrm>
          <a:prstGeom prst="rect">
            <a:avLst/>
          </a:prstGeom>
        </p:spPr>
      </p:pic>
      <p:pic>
        <p:nvPicPr>
          <p:cNvPr id="3" name="Google Shape;410;p37">
            <a:extLst>
              <a:ext uri="{FF2B5EF4-FFF2-40B4-BE49-F238E27FC236}">
                <a16:creationId xmlns:a16="http://schemas.microsoft.com/office/drawing/2014/main" id="{FEAC8ED7-6315-EEE6-A450-E5F59C99ABF8}"/>
              </a:ext>
            </a:extLst>
          </p:cNvPr>
          <p:cNvPicPr preferRelativeResize="0"/>
          <p:nvPr/>
        </p:nvPicPr>
        <p:blipFill rotWithShape="1">
          <a:blip r:embed="rId6">
            <a:alphaModFix/>
          </a:blip>
          <a:srcRect t="49657"/>
          <a:stretch/>
        </p:blipFill>
        <p:spPr>
          <a:xfrm>
            <a:off x="683542" y="406649"/>
            <a:ext cx="1114616" cy="741098"/>
          </a:xfrm>
          <a:prstGeom prst="rect">
            <a:avLst/>
          </a:prstGeom>
          <a:noFill/>
          <a:ln>
            <a:noFill/>
          </a:ln>
        </p:spPr>
      </p:pic>
      <p:sp>
        <p:nvSpPr>
          <p:cNvPr id="4" name="Google Shape;415;p37">
            <a:extLst>
              <a:ext uri="{FF2B5EF4-FFF2-40B4-BE49-F238E27FC236}">
                <a16:creationId xmlns:a16="http://schemas.microsoft.com/office/drawing/2014/main" id="{4F263BEF-8666-85D4-4DE5-9CD7D0A2181A}"/>
              </a:ext>
            </a:extLst>
          </p:cNvPr>
          <p:cNvSpPr txBox="1">
            <a:spLocks/>
          </p:cNvSpPr>
          <p:nvPr/>
        </p:nvSpPr>
        <p:spPr>
          <a:xfrm>
            <a:off x="873500" y="596606"/>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03</a:t>
            </a:r>
          </a:p>
        </p:txBody>
      </p:sp>
    </p:spTree>
    <p:extLst>
      <p:ext uri="{BB962C8B-B14F-4D97-AF65-F5344CB8AC3E}">
        <p14:creationId xmlns:p14="http://schemas.microsoft.com/office/powerpoint/2010/main" val="108305994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EE783A7A-CC5C-FFBF-817B-C5D3B8090D31}"/>
            </a:ext>
          </a:extLst>
        </p:cNvPr>
        <p:cNvGrpSpPr/>
        <p:nvPr/>
      </p:nvGrpSpPr>
      <p:grpSpPr>
        <a:xfrm>
          <a:off x="0" y="0"/>
          <a:ext cx="0" cy="0"/>
          <a:chOff x="0" y="0"/>
          <a:chExt cx="0" cy="0"/>
        </a:xfrm>
      </p:grpSpPr>
      <p:sp>
        <p:nvSpPr>
          <p:cNvPr id="939" name="Google Shape;939;p61">
            <a:extLst>
              <a:ext uri="{FF2B5EF4-FFF2-40B4-BE49-F238E27FC236}">
                <a16:creationId xmlns:a16="http://schemas.microsoft.com/office/drawing/2014/main" id="{2BE0A945-E1F5-0D8B-F10D-09545437DF3C}"/>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solidFill>
                  <a:schemeClr val="accent3"/>
                </a:solidFill>
              </a:rPr>
              <a:t>Dataset</a:t>
            </a:r>
            <a:r>
              <a:rPr lang="en-US" dirty="0"/>
              <a:t> e </a:t>
            </a:r>
            <a:r>
              <a:rPr lang="en-US" dirty="0">
                <a:solidFill>
                  <a:schemeClr val="accent3"/>
                </a:solidFill>
              </a:rPr>
              <a:t>Bias</a:t>
            </a:r>
            <a:r>
              <a:rPr lang="en-US" dirty="0"/>
              <a:t> </a:t>
            </a:r>
            <a:r>
              <a:rPr lang="en-US" dirty="0" err="1"/>
              <a:t>Dimensionale</a:t>
            </a:r>
            <a:endParaRPr dirty="0"/>
          </a:p>
        </p:txBody>
      </p:sp>
      <p:pic>
        <p:nvPicPr>
          <p:cNvPr id="957" name="Google Shape;957;p61">
            <a:extLst>
              <a:ext uri="{FF2B5EF4-FFF2-40B4-BE49-F238E27FC236}">
                <a16:creationId xmlns:a16="http://schemas.microsoft.com/office/drawing/2014/main" id="{36EEF9EC-8B2A-255F-8515-95CB319FC76B}"/>
              </a:ext>
            </a:extLst>
          </p:cNvPr>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sp>
        <p:nvSpPr>
          <p:cNvPr id="18" name="Google Shape;404;p37">
            <a:extLst>
              <a:ext uri="{FF2B5EF4-FFF2-40B4-BE49-F238E27FC236}">
                <a16:creationId xmlns:a16="http://schemas.microsoft.com/office/drawing/2014/main" id="{F5A17186-59B0-EB90-5F0C-678A5473F5E2}"/>
              </a:ext>
            </a:extLst>
          </p:cNvPr>
          <p:cNvSpPr txBox="1">
            <a:spLocks/>
          </p:cNvSpPr>
          <p:nvPr/>
        </p:nvSpPr>
        <p:spPr>
          <a:xfrm>
            <a:off x="955761" y="1550633"/>
            <a:ext cx="2723243"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TRADIZIONALE</a:t>
            </a:r>
          </a:p>
        </p:txBody>
      </p:sp>
      <p:sp>
        <p:nvSpPr>
          <p:cNvPr id="19" name="Google Shape;404;p37">
            <a:extLst>
              <a:ext uri="{FF2B5EF4-FFF2-40B4-BE49-F238E27FC236}">
                <a16:creationId xmlns:a16="http://schemas.microsoft.com/office/drawing/2014/main" id="{AEFE811B-F235-ED2F-C5D8-E33D0C21C2BA}"/>
              </a:ext>
            </a:extLst>
          </p:cNvPr>
          <p:cNvSpPr txBox="1">
            <a:spLocks/>
          </p:cNvSpPr>
          <p:nvPr/>
        </p:nvSpPr>
        <p:spPr>
          <a:xfrm>
            <a:off x="5380564" y="1550633"/>
            <a:ext cx="3043436"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ROCA (</a:t>
            </a:r>
            <a:r>
              <a:rPr lang="en-US" sz="1800" dirty="0" err="1">
                <a:solidFill>
                  <a:schemeClr val="accent4"/>
                </a:solidFill>
                <a:latin typeface="Averia Serif Libre" panose="020B0604020202020204" charset="0"/>
                <a:cs typeface="Baloo 2" panose="020B0604020202020204" charset="0"/>
              </a:rPr>
              <a:t>Avanguardia</a:t>
            </a:r>
            <a:r>
              <a:rPr lang="en-US" sz="1800" dirty="0">
                <a:solidFill>
                  <a:schemeClr val="accent4"/>
                </a:solidFill>
                <a:latin typeface="Averia Serif Libre" panose="020B0604020202020204" charset="0"/>
                <a:cs typeface="Baloo 2" panose="020B0604020202020204" charset="0"/>
              </a:rPr>
              <a:t>)     </a:t>
            </a:r>
          </a:p>
        </p:txBody>
      </p:sp>
      <p:pic>
        <p:nvPicPr>
          <p:cNvPr id="23" name="Picture 22">
            <a:extLst>
              <a:ext uri="{FF2B5EF4-FFF2-40B4-BE49-F238E27FC236}">
                <a16:creationId xmlns:a16="http://schemas.microsoft.com/office/drawing/2014/main" id="{F63D93B1-A0E5-6506-AD65-601935EA7D20}"/>
              </a:ext>
            </a:extLst>
          </p:cNvPr>
          <p:cNvPicPr>
            <a:picLocks noChangeAspect="1"/>
          </p:cNvPicPr>
          <p:nvPr/>
        </p:nvPicPr>
        <p:blipFill>
          <a:blip r:embed="rId4"/>
          <a:stretch>
            <a:fillRect/>
          </a:stretch>
        </p:blipFill>
        <p:spPr>
          <a:xfrm>
            <a:off x="4021420" y="2091962"/>
            <a:ext cx="1101159" cy="1101159"/>
          </a:xfrm>
          <a:prstGeom prst="rect">
            <a:avLst/>
          </a:prstGeom>
        </p:spPr>
      </p:pic>
      <p:sp>
        <p:nvSpPr>
          <p:cNvPr id="2" name="TextBox 1">
            <a:extLst>
              <a:ext uri="{FF2B5EF4-FFF2-40B4-BE49-F238E27FC236}">
                <a16:creationId xmlns:a16="http://schemas.microsoft.com/office/drawing/2014/main" id="{344A32DC-CA5D-10DE-3FB9-5BFCE7A78712}"/>
              </a:ext>
            </a:extLst>
          </p:cNvPr>
          <p:cNvSpPr txBox="1"/>
          <p:nvPr/>
        </p:nvSpPr>
        <p:spPr>
          <a:xfrm>
            <a:off x="2907322" y="3193121"/>
            <a:ext cx="3329354" cy="369332"/>
          </a:xfrm>
          <a:prstGeom prst="rect">
            <a:avLst/>
          </a:prstGeom>
          <a:noFill/>
        </p:spPr>
        <p:txBody>
          <a:bodyPr wrap="square" rtlCol="0">
            <a:spAutoFit/>
          </a:bodyPr>
          <a:lstStyle/>
          <a:p>
            <a:r>
              <a:rPr lang="en-US" sz="1800" b="1" dirty="0">
                <a:solidFill>
                  <a:schemeClr val="tx1"/>
                </a:solidFill>
                <a:latin typeface="Baloo 2" panose="020B0604020202020204" charset="0"/>
                <a:cs typeface="Baloo 2" panose="020B0604020202020204" charset="0"/>
              </a:rPr>
              <a:t>PROBLEMA</a:t>
            </a:r>
            <a:r>
              <a:rPr lang="en-US" sz="1800" dirty="0">
                <a:solidFill>
                  <a:schemeClr val="tx1"/>
                </a:solidFill>
                <a:latin typeface="Baloo 2" panose="020B0604020202020204" charset="0"/>
                <a:cs typeface="Baloo 2" panose="020B0604020202020204" charset="0"/>
              </a:rPr>
              <a:t>: </a:t>
            </a:r>
            <a:r>
              <a:rPr lang="en-US" sz="1800" dirty="0" err="1">
                <a:solidFill>
                  <a:schemeClr val="tx1"/>
                </a:solidFill>
                <a:latin typeface="Baloo 2" panose="020B0604020202020204" charset="0"/>
                <a:cs typeface="Baloo 2" panose="020B0604020202020204" charset="0"/>
              </a:rPr>
              <a:t>Dimensioni</a:t>
            </a:r>
            <a:r>
              <a:rPr lang="en-US" sz="1800" dirty="0">
                <a:solidFill>
                  <a:schemeClr val="tx1"/>
                </a:solidFill>
                <a:latin typeface="Baloo 2" panose="020B0604020202020204" charset="0"/>
                <a:cs typeface="Baloo 2" panose="020B0604020202020204" charset="0"/>
              </a:rPr>
              <a:t> diverse</a:t>
            </a:r>
          </a:p>
        </p:txBody>
      </p:sp>
      <p:pic>
        <p:nvPicPr>
          <p:cNvPr id="4" name="Picture 3">
            <a:extLst>
              <a:ext uri="{FF2B5EF4-FFF2-40B4-BE49-F238E27FC236}">
                <a16:creationId xmlns:a16="http://schemas.microsoft.com/office/drawing/2014/main" id="{B99E54C3-99B8-74CD-066D-7F63F441FE37}"/>
              </a:ext>
            </a:extLst>
          </p:cNvPr>
          <p:cNvPicPr>
            <a:picLocks noChangeAspect="1"/>
          </p:cNvPicPr>
          <p:nvPr/>
        </p:nvPicPr>
        <p:blipFill>
          <a:blip r:embed="rId5"/>
          <a:stretch>
            <a:fillRect/>
          </a:stretch>
        </p:blipFill>
        <p:spPr>
          <a:xfrm>
            <a:off x="6707183" y="2447442"/>
            <a:ext cx="390198" cy="390198"/>
          </a:xfrm>
          <a:prstGeom prst="rect">
            <a:avLst/>
          </a:prstGeom>
        </p:spPr>
      </p:pic>
      <p:pic>
        <p:nvPicPr>
          <p:cNvPr id="5" name="Picture 4">
            <a:extLst>
              <a:ext uri="{FF2B5EF4-FFF2-40B4-BE49-F238E27FC236}">
                <a16:creationId xmlns:a16="http://schemas.microsoft.com/office/drawing/2014/main" id="{E3C421D5-6F70-ED02-8B62-E9C702F51464}"/>
              </a:ext>
            </a:extLst>
          </p:cNvPr>
          <p:cNvPicPr>
            <a:picLocks noChangeAspect="1"/>
          </p:cNvPicPr>
          <p:nvPr/>
        </p:nvPicPr>
        <p:blipFill>
          <a:blip r:embed="rId5"/>
          <a:stretch>
            <a:fillRect/>
          </a:stretch>
        </p:blipFill>
        <p:spPr>
          <a:xfrm>
            <a:off x="1016915" y="1945133"/>
            <a:ext cx="2146092" cy="2146092"/>
          </a:xfrm>
          <a:prstGeom prst="rect">
            <a:avLst/>
          </a:prstGeom>
        </p:spPr>
      </p:pic>
      <p:sp>
        <p:nvSpPr>
          <p:cNvPr id="3" name="TextBox 2">
            <a:extLst>
              <a:ext uri="{FF2B5EF4-FFF2-40B4-BE49-F238E27FC236}">
                <a16:creationId xmlns:a16="http://schemas.microsoft.com/office/drawing/2014/main" id="{5480A510-2B30-C856-D99D-66DB4AF04A56}"/>
              </a:ext>
            </a:extLst>
          </p:cNvPr>
          <p:cNvSpPr txBox="1"/>
          <p:nvPr/>
        </p:nvSpPr>
        <p:spPr>
          <a:xfrm>
            <a:off x="2222748" y="4365788"/>
            <a:ext cx="4698501" cy="369332"/>
          </a:xfrm>
          <a:prstGeom prst="rect">
            <a:avLst/>
          </a:prstGeom>
          <a:noFill/>
        </p:spPr>
        <p:txBody>
          <a:bodyPr wrap="square" rtlCol="0">
            <a:spAutoFit/>
          </a:bodyPr>
          <a:lstStyle/>
          <a:p>
            <a:r>
              <a:rPr lang="en-US" sz="1800" dirty="0" err="1">
                <a:solidFill>
                  <a:schemeClr val="tx1"/>
                </a:solidFill>
                <a:latin typeface="Baloo 2" panose="020B0604020202020204" charset="0"/>
                <a:cs typeface="Baloo 2" panose="020B0604020202020204" charset="0"/>
              </a:rPr>
              <a:t>Confronto</a:t>
            </a:r>
            <a:r>
              <a:rPr lang="en-US" sz="1800" dirty="0">
                <a:solidFill>
                  <a:schemeClr val="tx1"/>
                </a:solidFill>
                <a:latin typeface="Baloo 2" panose="020B0604020202020204" charset="0"/>
                <a:cs typeface="Baloo 2" panose="020B0604020202020204" charset="0"/>
              </a:rPr>
              <a:t> </a:t>
            </a:r>
            <a:r>
              <a:rPr lang="en-US" sz="1800" dirty="0" err="1">
                <a:solidFill>
                  <a:schemeClr val="tx1"/>
                </a:solidFill>
                <a:latin typeface="Baloo 2" panose="020B0604020202020204" charset="0"/>
                <a:cs typeface="Baloo 2" panose="020B0604020202020204" charset="0"/>
              </a:rPr>
              <a:t>diretto</a:t>
            </a:r>
            <a:r>
              <a:rPr lang="en-US" sz="1800" dirty="0">
                <a:solidFill>
                  <a:schemeClr val="tx1"/>
                </a:solidFill>
                <a:latin typeface="Baloo 2" panose="020B0604020202020204" charset="0"/>
                <a:cs typeface="Baloo 2" panose="020B0604020202020204" charset="0"/>
              </a:rPr>
              <a:t> </a:t>
            </a:r>
            <a:r>
              <a:rPr lang="en-US" sz="1800" dirty="0" err="1">
                <a:solidFill>
                  <a:schemeClr val="tx1"/>
                </a:solidFill>
                <a:latin typeface="Baloo 2" panose="020B0604020202020204" charset="0"/>
                <a:cs typeface="Baloo 2" panose="020B0604020202020204" charset="0"/>
              </a:rPr>
              <a:t>statisticamente</a:t>
            </a:r>
            <a:r>
              <a:rPr lang="en-US" sz="1800" dirty="0">
                <a:solidFill>
                  <a:schemeClr val="tx1"/>
                </a:solidFill>
                <a:latin typeface="Baloo 2" panose="020B0604020202020204" charset="0"/>
                <a:cs typeface="Baloo 2" panose="020B0604020202020204" charset="0"/>
              </a:rPr>
              <a:t> </a:t>
            </a:r>
            <a:r>
              <a:rPr lang="en-US" sz="1800" dirty="0" err="1">
                <a:solidFill>
                  <a:schemeClr val="tx1"/>
                </a:solidFill>
                <a:latin typeface="Baloo 2" panose="020B0604020202020204" charset="0"/>
                <a:cs typeface="Baloo 2" panose="020B0604020202020204" charset="0"/>
              </a:rPr>
              <a:t>incorretto</a:t>
            </a:r>
            <a:endParaRPr lang="en-US" sz="1800" dirty="0">
              <a:solidFill>
                <a:schemeClr val="tx1"/>
              </a:solidFill>
              <a:latin typeface="Baloo 2" panose="020B0604020202020204" charset="0"/>
              <a:cs typeface="Baloo 2" panose="020B0604020202020204" charset="0"/>
            </a:endParaRPr>
          </a:p>
        </p:txBody>
      </p:sp>
      <p:pic>
        <p:nvPicPr>
          <p:cNvPr id="7" name="Picture 6">
            <a:extLst>
              <a:ext uri="{FF2B5EF4-FFF2-40B4-BE49-F238E27FC236}">
                <a16:creationId xmlns:a16="http://schemas.microsoft.com/office/drawing/2014/main" id="{7DB62BFF-2786-A166-D797-209D1B2E756B}"/>
              </a:ext>
            </a:extLst>
          </p:cNvPr>
          <p:cNvPicPr>
            <a:picLocks noChangeAspect="1"/>
          </p:cNvPicPr>
          <p:nvPr/>
        </p:nvPicPr>
        <p:blipFill>
          <a:blip r:embed="rId6"/>
          <a:stretch>
            <a:fillRect/>
          </a:stretch>
        </p:blipFill>
        <p:spPr>
          <a:xfrm>
            <a:off x="4257483" y="3636613"/>
            <a:ext cx="884716" cy="884716"/>
          </a:xfrm>
          <a:prstGeom prst="rect">
            <a:avLst/>
          </a:prstGeom>
        </p:spPr>
      </p:pic>
      <p:pic>
        <p:nvPicPr>
          <p:cNvPr id="10" name="Google Shape;410;p37">
            <a:extLst>
              <a:ext uri="{FF2B5EF4-FFF2-40B4-BE49-F238E27FC236}">
                <a16:creationId xmlns:a16="http://schemas.microsoft.com/office/drawing/2014/main" id="{62EDA70C-E521-027C-6EAB-12334111D65B}"/>
              </a:ext>
            </a:extLst>
          </p:cNvPr>
          <p:cNvPicPr preferRelativeResize="0"/>
          <p:nvPr/>
        </p:nvPicPr>
        <p:blipFill rotWithShape="1">
          <a:blip r:embed="rId7">
            <a:alphaModFix/>
          </a:blip>
          <a:srcRect t="49657"/>
          <a:stretch/>
        </p:blipFill>
        <p:spPr>
          <a:xfrm>
            <a:off x="683542" y="406649"/>
            <a:ext cx="1114616" cy="741098"/>
          </a:xfrm>
          <a:prstGeom prst="rect">
            <a:avLst/>
          </a:prstGeom>
          <a:noFill/>
          <a:ln>
            <a:noFill/>
          </a:ln>
        </p:spPr>
      </p:pic>
      <p:sp>
        <p:nvSpPr>
          <p:cNvPr id="11" name="Google Shape;415;p37">
            <a:extLst>
              <a:ext uri="{FF2B5EF4-FFF2-40B4-BE49-F238E27FC236}">
                <a16:creationId xmlns:a16="http://schemas.microsoft.com/office/drawing/2014/main" id="{32F88597-EBFD-DD4A-C987-6DB2D38324C8}"/>
              </a:ext>
            </a:extLst>
          </p:cNvPr>
          <p:cNvSpPr txBox="1">
            <a:spLocks/>
          </p:cNvSpPr>
          <p:nvPr/>
        </p:nvSpPr>
        <p:spPr>
          <a:xfrm>
            <a:off x="873500" y="596606"/>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03</a:t>
            </a:r>
          </a:p>
        </p:txBody>
      </p:sp>
    </p:spTree>
    <p:extLst>
      <p:ext uri="{BB962C8B-B14F-4D97-AF65-F5344CB8AC3E}">
        <p14:creationId xmlns:p14="http://schemas.microsoft.com/office/powerpoint/2010/main" val="118872637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E8226CF1-25B2-EBE4-5AF0-851274969EF6}"/>
            </a:ext>
          </a:extLst>
        </p:cNvPr>
        <p:cNvGrpSpPr/>
        <p:nvPr/>
      </p:nvGrpSpPr>
      <p:grpSpPr>
        <a:xfrm>
          <a:off x="0" y="0"/>
          <a:ext cx="0" cy="0"/>
          <a:chOff x="0" y="0"/>
          <a:chExt cx="0" cy="0"/>
        </a:xfrm>
      </p:grpSpPr>
      <p:sp>
        <p:nvSpPr>
          <p:cNvPr id="939" name="Google Shape;939;p61">
            <a:extLst>
              <a:ext uri="{FF2B5EF4-FFF2-40B4-BE49-F238E27FC236}">
                <a16:creationId xmlns:a16="http://schemas.microsoft.com/office/drawing/2014/main" id="{38D9C1F6-B4F4-DEEF-5ADC-E19BE607E7E4}"/>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solidFill>
                  <a:schemeClr val="accent3"/>
                </a:solidFill>
              </a:rPr>
              <a:t>Dataset</a:t>
            </a:r>
            <a:r>
              <a:rPr lang="en-US" dirty="0"/>
              <a:t> e </a:t>
            </a:r>
            <a:r>
              <a:rPr lang="en-US" dirty="0">
                <a:solidFill>
                  <a:schemeClr val="accent3"/>
                </a:solidFill>
              </a:rPr>
              <a:t>Bias</a:t>
            </a:r>
            <a:r>
              <a:rPr lang="en-US" dirty="0"/>
              <a:t> </a:t>
            </a:r>
            <a:r>
              <a:rPr lang="en-US" dirty="0" err="1"/>
              <a:t>Dimensionale</a:t>
            </a:r>
            <a:endParaRPr dirty="0"/>
          </a:p>
        </p:txBody>
      </p:sp>
      <p:pic>
        <p:nvPicPr>
          <p:cNvPr id="957" name="Google Shape;957;p61">
            <a:extLst>
              <a:ext uri="{FF2B5EF4-FFF2-40B4-BE49-F238E27FC236}">
                <a16:creationId xmlns:a16="http://schemas.microsoft.com/office/drawing/2014/main" id="{C39E8007-F749-08B7-C981-B83493BAA8C4}"/>
              </a:ext>
            </a:extLst>
          </p:cNvPr>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pic>
        <p:nvPicPr>
          <p:cNvPr id="23" name="Picture 22">
            <a:extLst>
              <a:ext uri="{FF2B5EF4-FFF2-40B4-BE49-F238E27FC236}">
                <a16:creationId xmlns:a16="http://schemas.microsoft.com/office/drawing/2014/main" id="{8C046F62-AF0F-24BB-4731-163CB730B89C}"/>
              </a:ext>
            </a:extLst>
          </p:cNvPr>
          <p:cNvPicPr>
            <a:picLocks noChangeAspect="1"/>
          </p:cNvPicPr>
          <p:nvPr/>
        </p:nvPicPr>
        <p:blipFill>
          <a:blip r:embed="rId4"/>
          <a:stretch>
            <a:fillRect/>
          </a:stretch>
        </p:blipFill>
        <p:spPr>
          <a:xfrm>
            <a:off x="4021420" y="1213010"/>
            <a:ext cx="1101159" cy="1101159"/>
          </a:xfrm>
          <a:prstGeom prst="rect">
            <a:avLst/>
          </a:prstGeom>
        </p:spPr>
      </p:pic>
      <p:sp>
        <p:nvSpPr>
          <p:cNvPr id="2" name="TextBox 1">
            <a:extLst>
              <a:ext uri="{FF2B5EF4-FFF2-40B4-BE49-F238E27FC236}">
                <a16:creationId xmlns:a16="http://schemas.microsoft.com/office/drawing/2014/main" id="{556EB3A9-40CA-86AB-CED8-0A4F4E8E025C}"/>
              </a:ext>
            </a:extLst>
          </p:cNvPr>
          <p:cNvSpPr txBox="1"/>
          <p:nvPr/>
        </p:nvSpPr>
        <p:spPr>
          <a:xfrm>
            <a:off x="2924748" y="2340169"/>
            <a:ext cx="3550185" cy="369332"/>
          </a:xfrm>
          <a:prstGeom prst="rect">
            <a:avLst/>
          </a:prstGeom>
          <a:noFill/>
        </p:spPr>
        <p:txBody>
          <a:bodyPr wrap="square" rtlCol="0">
            <a:spAutoFit/>
          </a:bodyPr>
          <a:lstStyle/>
          <a:p>
            <a:r>
              <a:rPr lang="en-US" sz="1800" b="1" dirty="0">
                <a:solidFill>
                  <a:schemeClr val="tx1"/>
                </a:solidFill>
                <a:latin typeface="Baloo 2" panose="020B0604020202020204" charset="0"/>
                <a:cs typeface="Baloo 2" panose="020B0604020202020204" charset="0"/>
              </a:rPr>
              <a:t>SOLUZIONE</a:t>
            </a:r>
            <a:r>
              <a:rPr lang="en-US" sz="1800" dirty="0">
                <a:solidFill>
                  <a:schemeClr val="tx1"/>
                </a:solidFill>
                <a:latin typeface="Baloo 2" panose="020B0604020202020204" charset="0"/>
                <a:cs typeface="Baloo 2" panose="020B0604020202020204" charset="0"/>
              </a:rPr>
              <a:t>: </a:t>
            </a:r>
            <a:r>
              <a:rPr lang="en-US" sz="1800" dirty="0">
                <a:solidFill>
                  <a:schemeClr val="tx2"/>
                </a:solidFill>
                <a:latin typeface="Baloo 2" panose="020B0604020202020204" charset="0"/>
                <a:cs typeface="Baloo 2" panose="020B0604020202020204" charset="0"/>
              </a:rPr>
              <a:t>Bootstrap Sampling</a:t>
            </a:r>
          </a:p>
        </p:txBody>
      </p:sp>
      <p:sp>
        <p:nvSpPr>
          <p:cNvPr id="3" name="TextBox 2">
            <a:extLst>
              <a:ext uri="{FF2B5EF4-FFF2-40B4-BE49-F238E27FC236}">
                <a16:creationId xmlns:a16="http://schemas.microsoft.com/office/drawing/2014/main" id="{9F5658D2-BD04-4474-9CE7-DD54028A9035}"/>
              </a:ext>
            </a:extLst>
          </p:cNvPr>
          <p:cNvSpPr txBox="1"/>
          <p:nvPr/>
        </p:nvSpPr>
        <p:spPr>
          <a:xfrm>
            <a:off x="2210884" y="2905584"/>
            <a:ext cx="5657896" cy="1200329"/>
          </a:xfrm>
          <a:prstGeom prst="rect">
            <a:avLst/>
          </a:prstGeom>
          <a:noFill/>
        </p:spPr>
        <p:txBody>
          <a:bodyPr wrap="square" rtlCol="0">
            <a:spAutoFit/>
          </a:bodyPr>
          <a:lstStyle/>
          <a:p>
            <a:r>
              <a:rPr lang="it-IT" sz="1800" dirty="0">
                <a:solidFill>
                  <a:schemeClr val="tx1"/>
                </a:solidFill>
                <a:latin typeface="Baloo 2" panose="020B0604020202020204" charset="0"/>
                <a:cs typeface="Baloo 2" panose="020B0604020202020204" charset="0"/>
              </a:rPr>
              <a:t> 100 campioni casuali dalla rete tradizionale</a:t>
            </a:r>
          </a:p>
          <a:p>
            <a:r>
              <a:rPr lang="it-IT" sz="1800" dirty="0">
                <a:solidFill>
                  <a:schemeClr val="tx1"/>
                </a:solidFill>
                <a:latin typeface="Baloo 2" panose="020B0604020202020204" charset="0"/>
                <a:cs typeface="Baloo 2" panose="020B0604020202020204" charset="0"/>
              </a:rPr>
              <a:t> Ciascuno con esattamente 57 nodi (= dimensione Roca)</a:t>
            </a:r>
          </a:p>
          <a:p>
            <a:r>
              <a:rPr lang="it-IT" sz="1800" dirty="0">
                <a:solidFill>
                  <a:schemeClr val="tx1"/>
                </a:solidFill>
                <a:latin typeface="Baloo 2" panose="020B0604020202020204" charset="0"/>
                <a:cs typeface="Baloo 2" panose="020B0604020202020204" charset="0"/>
              </a:rPr>
              <a:t> Confronto DISTRIBUZIONI vs valore singolo</a:t>
            </a:r>
          </a:p>
          <a:p>
            <a:r>
              <a:rPr lang="it-IT" sz="1800" dirty="0">
                <a:solidFill>
                  <a:schemeClr val="tx1"/>
                </a:solidFill>
                <a:latin typeface="Baloo 2" panose="020B0604020202020204" charset="0"/>
                <a:cs typeface="Baloo 2" panose="020B0604020202020204" charset="0"/>
              </a:rPr>
              <a:t> Elimina completamente bias dimensionale</a:t>
            </a:r>
            <a:endParaRPr lang="en-US" sz="1800" dirty="0">
              <a:solidFill>
                <a:schemeClr val="tx1"/>
              </a:solidFill>
              <a:latin typeface="Baloo 2" panose="020B0604020202020204" charset="0"/>
              <a:cs typeface="Baloo 2" panose="020B0604020202020204" charset="0"/>
            </a:endParaRPr>
          </a:p>
        </p:txBody>
      </p:sp>
      <p:pic>
        <p:nvPicPr>
          <p:cNvPr id="10" name="Picture 9">
            <a:extLst>
              <a:ext uri="{FF2B5EF4-FFF2-40B4-BE49-F238E27FC236}">
                <a16:creationId xmlns:a16="http://schemas.microsoft.com/office/drawing/2014/main" id="{F0329FD3-756D-9C2A-72E0-DC699400152B}"/>
              </a:ext>
            </a:extLst>
          </p:cNvPr>
          <p:cNvPicPr>
            <a:picLocks noChangeAspect="1"/>
          </p:cNvPicPr>
          <p:nvPr/>
        </p:nvPicPr>
        <p:blipFill>
          <a:blip r:embed="rId5"/>
          <a:stretch>
            <a:fillRect/>
          </a:stretch>
        </p:blipFill>
        <p:spPr>
          <a:xfrm>
            <a:off x="2086513" y="2905584"/>
            <a:ext cx="248742" cy="248742"/>
          </a:xfrm>
          <a:prstGeom prst="rect">
            <a:avLst/>
          </a:prstGeom>
        </p:spPr>
      </p:pic>
      <p:pic>
        <p:nvPicPr>
          <p:cNvPr id="11" name="Picture 10">
            <a:extLst>
              <a:ext uri="{FF2B5EF4-FFF2-40B4-BE49-F238E27FC236}">
                <a16:creationId xmlns:a16="http://schemas.microsoft.com/office/drawing/2014/main" id="{B0DF81CF-DD33-6F36-C93C-A1213B32AA9F}"/>
              </a:ext>
            </a:extLst>
          </p:cNvPr>
          <p:cNvPicPr>
            <a:picLocks noChangeAspect="1"/>
          </p:cNvPicPr>
          <p:nvPr/>
        </p:nvPicPr>
        <p:blipFill>
          <a:blip r:embed="rId5"/>
          <a:stretch>
            <a:fillRect/>
          </a:stretch>
        </p:blipFill>
        <p:spPr>
          <a:xfrm>
            <a:off x="2086513" y="3183865"/>
            <a:ext cx="248742" cy="248742"/>
          </a:xfrm>
          <a:prstGeom prst="rect">
            <a:avLst/>
          </a:prstGeom>
        </p:spPr>
      </p:pic>
      <p:pic>
        <p:nvPicPr>
          <p:cNvPr id="12" name="Picture 11">
            <a:extLst>
              <a:ext uri="{FF2B5EF4-FFF2-40B4-BE49-F238E27FC236}">
                <a16:creationId xmlns:a16="http://schemas.microsoft.com/office/drawing/2014/main" id="{8C376EDD-D56E-2CB5-2543-B9A75F2F186D}"/>
              </a:ext>
            </a:extLst>
          </p:cNvPr>
          <p:cNvPicPr>
            <a:picLocks noChangeAspect="1"/>
          </p:cNvPicPr>
          <p:nvPr/>
        </p:nvPicPr>
        <p:blipFill>
          <a:blip r:embed="rId5"/>
          <a:stretch>
            <a:fillRect/>
          </a:stretch>
        </p:blipFill>
        <p:spPr>
          <a:xfrm>
            <a:off x="2086513" y="3474780"/>
            <a:ext cx="248742" cy="248742"/>
          </a:xfrm>
          <a:prstGeom prst="rect">
            <a:avLst/>
          </a:prstGeom>
        </p:spPr>
      </p:pic>
      <p:pic>
        <p:nvPicPr>
          <p:cNvPr id="13" name="Picture 12">
            <a:extLst>
              <a:ext uri="{FF2B5EF4-FFF2-40B4-BE49-F238E27FC236}">
                <a16:creationId xmlns:a16="http://schemas.microsoft.com/office/drawing/2014/main" id="{A09A0892-ACB5-3D57-00EF-8F173C8733F3}"/>
              </a:ext>
            </a:extLst>
          </p:cNvPr>
          <p:cNvPicPr>
            <a:picLocks noChangeAspect="1"/>
          </p:cNvPicPr>
          <p:nvPr/>
        </p:nvPicPr>
        <p:blipFill>
          <a:blip r:embed="rId5"/>
          <a:stretch>
            <a:fillRect/>
          </a:stretch>
        </p:blipFill>
        <p:spPr>
          <a:xfrm>
            <a:off x="2086513" y="3753061"/>
            <a:ext cx="248742" cy="248742"/>
          </a:xfrm>
          <a:prstGeom prst="rect">
            <a:avLst/>
          </a:prstGeom>
        </p:spPr>
      </p:pic>
      <p:pic>
        <p:nvPicPr>
          <p:cNvPr id="22" name="Google Shape;410;p37">
            <a:extLst>
              <a:ext uri="{FF2B5EF4-FFF2-40B4-BE49-F238E27FC236}">
                <a16:creationId xmlns:a16="http://schemas.microsoft.com/office/drawing/2014/main" id="{12C284A3-6FE8-B9B7-FF6B-A5D581E9E11D}"/>
              </a:ext>
            </a:extLst>
          </p:cNvPr>
          <p:cNvPicPr preferRelativeResize="0"/>
          <p:nvPr/>
        </p:nvPicPr>
        <p:blipFill rotWithShape="1">
          <a:blip r:embed="rId6">
            <a:alphaModFix/>
          </a:blip>
          <a:srcRect t="49657"/>
          <a:stretch/>
        </p:blipFill>
        <p:spPr>
          <a:xfrm>
            <a:off x="683542" y="406649"/>
            <a:ext cx="1114616" cy="741098"/>
          </a:xfrm>
          <a:prstGeom prst="rect">
            <a:avLst/>
          </a:prstGeom>
          <a:noFill/>
          <a:ln>
            <a:noFill/>
          </a:ln>
        </p:spPr>
      </p:pic>
      <p:sp>
        <p:nvSpPr>
          <p:cNvPr id="24" name="Google Shape;415;p37">
            <a:extLst>
              <a:ext uri="{FF2B5EF4-FFF2-40B4-BE49-F238E27FC236}">
                <a16:creationId xmlns:a16="http://schemas.microsoft.com/office/drawing/2014/main" id="{7834431F-BC6A-CAB5-C60F-7CA903A9C299}"/>
              </a:ext>
            </a:extLst>
          </p:cNvPr>
          <p:cNvSpPr txBox="1">
            <a:spLocks/>
          </p:cNvSpPr>
          <p:nvPr/>
        </p:nvSpPr>
        <p:spPr>
          <a:xfrm>
            <a:off x="873500" y="596606"/>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03</a:t>
            </a:r>
          </a:p>
        </p:txBody>
      </p:sp>
    </p:spTree>
    <p:extLst>
      <p:ext uri="{BB962C8B-B14F-4D97-AF65-F5344CB8AC3E}">
        <p14:creationId xmlns:p14="http://schemas.microsoft.com/office/powerpoint/2010/main" val="56301522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31"/>
        <p:cNvGrpSpPr/>
        <p:nvPr/>
      </p:nvGrpSpPr>
      <p:grpSpPr>
        <a:xfrm>
          <a:off x="0" y="0"/>
          <a:ext cx="0" cy="0"/>
          <a:chOff x="0" y="0"/>
          <a:chExt cx="0" cy="0"/>
        </a:xfrm>
      </p:grpSpPr>
      <p:sp>
        <p:nvSpPr>
          <p:cNvPr id="432" name="Google Shape;432;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US" dirty="0" err="1"/>
              <a:t>Metriche</a:t>
            </a:r>
            <a:r>
              <a:rPr lang="en-US" dirty="0"/>
              <a:t> </a:t>
            </a:r>
            <a:r>
              <a:rPr lang="en-US" dirty="0">
                <a:solidFill>
                  <a:schemeClr val="accent3"/>
                </a:solidFill>
              </a:rPr>
              <a:t>di</a:t>
            </a:r>
            <a:r>
              <a:rPr lang="en-US" dirty="0"/>
              <a:t> Rete</a:t>
            </a:r>
          </a:p>
        </p:txBody>
      </p:sp>
      <p:pic>
        <p:nvPicPr>
          <p:cNvPr id="435" name="Google Shape;435;p39"/>
          <p:cNvPicPr preferRelativeResize="0"/>
          <p:nvPr/>
        </p:nvPicPr>
        <p:blipFill>
          <a:blip r:embed="rId3">
            <a:alphaModFix/>
          </a:blip>
          <a:stretch>
            <a:fillRect/>
          </a:stretch>
        </p:blipFill>
        <p:spPr>
          <a:xfrm rot="2700148">
            <a:off x="7947197" y="4621120"/>
            <a:ext cx="364095" cy="461187"/>
          </a:xfrm>
          <a:prstGeom prst="rect">
            <a:avLst/>
          </a:prstGeom>
          <a:noFill/>
          <a:ln>
            <a:noFill/>
          </a:ln>
        </p:spPr>
      </p:pic>
      <mc:AlternateContent xmlns:mc="http://schemas.openxmlformats.org/markup-compatibility/2006">
        <mc:Choice xmlns:a14="http://schemas.microsoft.com/office/drawing/2010/main" Requires="a14">
          <p:graphicFrame>
            <p:nvGraphicFramePr>
              <p:cNvPr id="6" name="Table 5">
                <a:extLst>
                  <a:ext uri="{FF2B5EF4-FFF2-40B4-BE49-F238E27FC236}">
                    <a16:creationId xmlns:a16="http://schemas.microsoft.com/office/drawing/2014/main" id="{AA09920A-4D04-3868-CF3C-8B7B4DA4DCAE}"/>
                  </a:ext>
                </a:extLst>
              </p:cNvPr>
              <p:cNvGraphicFramePr>
                <a:graphicFrameLocks noGrp="1"/>
              </p:cNvGraphicFramePr>
              <p:nvPr>
                <p:extLst>
                  <p:ext uri="{D42A27DB-BD31-4B8C-83A1-F6EECF244321}">
                    <p14:modId xmlns:p14="http://schemas.microsoft.com/office/powerpoint/2010/main" val="2414166896"/>
                  </p:ext>
                </p:extLst>
              </p:nvPr>
            </p:nvGraphicFramePr>
            <p:xfrm>
              <a:off x="615182" y="1524282"/>
              <a:ext cx="7913636" cy="3169173"/>
            </p:xfrm>
            <a:graphic>
              <a:graphicData uri="http://schemas.openxmlformats.org/drawingml/2006/table">
                <a:tbl>
                  <a:tblPr firstRow="1" bandRow="1">
                    <a:tableStyleId>{ADAE659C-C952-46C8-91E4-36EE228BC025}</a:tableStyleId>
                  </a:tblPr>
                  <a:tblGrid>
                    <a:gridCol w="1853080">
                      <a:extLst>
                        <a:ext uri="{9D8B030D-6E8A-4147-A177-3AD203B41FA5}">
                          <a16:colId xmlns:a16="http://schemas.microsoft.com/office/drawing/2014/main" val="3320819004"/>
                        </a:ext>
                      </a:extLst>
                    </a:gridCol>
                    <a:gridCol w="3012558">
                      <a:extLst>
                        <a:ext uri="{9D8B030D-6E8A-4147-A177-3AD203B41FA5}">
                          <a16:colId xmlns:a16="http://schemas.microsoft.com/office/drawing/2014/main" val="554133102"/>
                        </a:ext>
                      </a:extLst>
                    </a:gridCol>
                    <a:gridCol w="3047998">
                      <a:extLst>
                        <a:ext uri="{9D8B030D-6E8A-4147-A177-3AD203B41FA5}">
                          <a16:colId xmlns:a16="http://schemas.microsoft.com/office/drawing/2014/main" val="3958016419"/>
                        </a:ext>
                      </a:extLst>
                    </a:gridCol>
                  </a:tblGrid>
                  <a:tr h="487568">
                    <a:tc>
                      <a:txBody>
                        <a:bodyPr/>
                        <a:lstStyle/>
                        <a:p>
                          <a:pPr algn="ctr"/>
                          <a:r>
                            <a:rPr lang="en-US" sz="1400" b="1" dirty="0">
                              <a:solidFill>
                                <a:schemeClr val="tx1"/>
                              </a:solidFill>
                              <a:latin typeface="Averia Serif Libre" panose="020B0604020202020204" charset="0"/>
                            </a:rPr>
                            <a:t>METRICA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FORMULA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SIGNIFICATO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32858198"/>
                      </a:ext>
                    </a:extLst>
                  </a:tr>
                  <a:tr h="513649">
                    <a:tc>
                      <a:txBody>
                        <a:bodyPr/>
                        <a:lstStyle/>
                        <a:p>
                          <a:pPr algn="ctr"/>
                          <a:r>
                            <a:rPr lang="en-US" b="1" dirty="0">
                              <a:solidFill>
                                <a:schemeClr val="tx1"/>
                              </a:solidFill>
                              <a:latin typeface="Baloo 2" panose="020B0604020202020204" charset="0"/>
                              <a:cs typeface="Baloo 2" panose="020B0604020202020204" charset="0"/>
                            </a:rPr>
                            <a:t>Small-</a:t>
                          </a:r>
                          <a:r>
                            <a:rPr lang="en-US" b="1" dirty="0" err="1">
                              <a:solidFill>
                                <a:schemeClr val="tx1"/>
                              </a:solidFill>
                              <a:latin typeface="Baloo 2" panose="020B0604020202020204" charset="0"/>
                              <a:cs typeface="Baloo 2" panose="020B0604020202020204" charset="0"/>
                            </a:rPr>
                            <a:t>Worldness</a:t>
                          </a:r>
                          <a:r>
                            <a:rPr lang="en-US" b="1" dirty="0">
                              <a:solidFill>
                                <a:schemeClr val="tx1"/>
                              </a:solidFill>
                              <a:latin typeface="Baloo 2" panose="020B0604020202020204" charset="0"/>
                              <a:cs typeface="Baloo 2" panose="020B0604020202020204" charset="0"/>
                            </a:rPr>
                            <a:t> (σ)</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14:m>
                            <m:oMathPara xmlns:m="http://schemas.openxmlformats.org/officeDocument/2006/math">
                              <m:oMathParaPr>
                                <m:jc m:val="centerGroup"/>
                              </m:oMathParaPr>
                              <m:oMath xmlns:m="http://schemas.openxmlformats.org/officeDocument/2006/math">
                                <m:r>
                                  <a:rPr lang="pt-BR" b="1" i="1" smtClean="0">
                                    <a:solidFill>
                                      <a:schemeClr val="tx1"/>
                                    </a:solidFill>
                                    <a:latin typeface="Cambria Math" panose="02040503050406030204" pitchFamily="18" charset="0"/>
                                    <a:cs typeface="Baloo 2" panose="020B0604020202020204" charset="0"/>
                                  </a:rPr>
                                  <m:t>𝝈</m:t>
                                </m:r>
                                <m:r>
                                  <a:rPr lang="pt-BR" b="0" i="1" smtClean="0">
                                    <a:solidFill>
                                      <a:schemeClr val="tx1"/>
                                    </a:solidFill>
                                    <a:latin typeface="Cambria Math" panose="02040503050406030204" pitchFamily="18" charset="0"/>
                                    <a:cs typeface="Baloo 2" panose="020B0604020202020204" charset="0"/>
                                  </a:rPr>
                                  <m:t> =</m:t>
                                </m:r>
                                <m:f>
                                  <m:fPr>
                                    <m:ctrlPr>
                                      <a:rPr lang="pt-BR" b="0" i="1" smtClean="0">
                                        <a:solidFill>
                                          <a:schemeClr val="tx1"/>
                                        </a:solidFill>
                                        <a:latin typeface="Cambria Math" panose="02040503050406030204" pitchFamily="18" charset="0"/>
                                        <a:cs typeface="Baloo 2" panose="020B0604020202020204" charset="0"/>
                                      </a:rPr>
                                    </m:ctrlPr>
                                  </m:fPr>
                                  <m:num>
                                    <m:r>
                                      <a:rPr lang="en-US" b="0" i="1" smtClean="0">
                                        <a:solidFill>
                                          <a:schemeClr val="tx1"/>
                                        </a:solidFill>
                                        <a:latin typeface="Cambria Math" panose="02040503050406030204" pitchFamily="18" charset="0"/>
                                        <a:cs typeface="Baloo 2" panose="020B0604020202020204" charset="0"/>
                                      </a:rPr>
                                      <m:t>(</m:t>
                                    </m:r>
                                    <m:f>
                                      <m:fPr>
                                        <m:ctrlPr>
                                          <a:rPr lang="pt-BR" b="0" i="1" smtClean="0">
                                            <a:solidFill>
                                              <a:schemeClr val="tx1"/>
                                            </a:solidFill>
                                            <a:latin typeface="Cambria Math" panose="02040503050406030204" pitchFamily="18" charset="0"/>
                                            <a:cs typeface="Baloo 2" panose="020B0604020202020204" charset="0"/>
                                          </a:rPr>
                                        </m:ctrlPr>
                                      </m:fPr>
                                      <m:num>
                                        <m:r>
                                          <a:rPr lang="pt-BR" b="0" i="1" smtClean="0">
                                            <a:solidFill>
                                              <a:schemeClr val="tx1"/>
                                            </a:solidFill>
                                            <a:latin typeface="Cambria Math" panose="02040503050406030204" pitchFamily="18" charset="0"/>
                                            <a:cs typeface="Baloo 2" panose="020B0604020202020204" charset="0"/>
                                          </a:rPr>
                                          <m:t>𝐶</m:t>
                                        </m:r>
                                      </m:num>
                                      <m:den>
                                        <m:sSub>
                                          <m:sSubPr>
                                            <m:ctrlPr>
                                              <a:rPr lang="pt-BR" b="0" i="1" smtClean="0">
                                                <a:solidFill>
                                                  <a:schemeClr val="tx1"/>
                                                </a:solidFill>
                                                <a:latin typeface="Cambria Math" panose="02040503050406030204" pitchFamily="18" charset="0"/>
                                                <a:cs typeface="Baloo 2" panose="020B0604020202020204" charset="0"/>
                                              </a:rPr>
                                            </m:ctrlPr>
                                          </m:sSubPr>
                                          <m:e>
                                            <m:r>
                                              <a:rPr lang="pt-BR" b="0" i="1" smtClean="0">
                                                <a:solidFill>
                                                  <a:schemeClr val="tx1"/>
                                                </a:solidFill>
                                                <a:latin typeface="Cambria Math" panose="02040503050406030204" pitchFamily="18" charset="0"/>
                                                <a:cs typeface="Baloo 2" panose="020B0604020202020204" charset="0"/>
                                              </a:rPr>
                                              <m:t>𝐶</m:t>
                                            </m:r>
                                          </m:e>
                                          <m:sub>
                                            <m:r>
                                              <a:rPr lang="pt-BR" b="0" i="1" smtClean="0">
                                                <a:solidFill>
                                                  <a:schemeClr val="tx1"/>
                                                </a:solidFill>
                                                <a:latin typeface="Cambria Math" panose="02040503050406030204" pitchFamily="18" charset="0"/>
                                                <a:cs typeface="Baloo 2" panose="020B0604020202020204" charset="0"/>
                                              </a:rPr>
                                              <m:t>𝑟</m:t>
                                            </m:r>
                                          </m:sub>
                                        </m:sSub>
                                      </m:den>
                                    </m:f>
                                    <m:r>
                                      <a:rPr lang="en-US" b="0" i="1" smtClean="0">
                                        <a:solidFill>
                                          <a:schemeClr val="tx1"/>
                                        </a:solidFill>
                                        <a:latin typeface="Cambria Math" panose="02040503050406030204" pitchFamily="18" charset="0"/>
                                        <a:cs typeface="Baloo 2" panose="020B0604020202020204" charset="0"/>
                                      </a:rPr>
                                      <m:t>)</m:t>
                                    </m:r>
                                  </m:num>
                                  <m:den>
                                    <m:r>
                                      <a:rPr lang="en-US" b="0" i="1" smtClean="0">
                                        <a:solidFill>
                                          <a:schemeClr val="tx1"/>
                                        </a:solidFill>
                                        <a:latin typeface="Cambria Math" panose="02040503050406030204" pitchFamily="18" charset="0"/>
                                        <a:cs typeface="Baloo 2" panose="020B0604020202020204" charset="0"/>
                                      </a:rPr>
                                      <m:t>(</m:t>
                                    </m:r>
                                    <m:f>
                                      <m:fPr>
                                        <m:ctrlPr>
                                          <a:rPr lang="pt-BR" b="0" i="1" smtClean="0">
                                            <a:solidFill>
                                              <a:schemeClr val="tx1"/>
                                            </a:solidFill>
                                            <a:latin typeface="Cambria Math" panose="02040503050406030204" pitchFamily="18" charset="0"/>
                                            <a:cs typeface="Baloo 2" panose="020B0604020202020204" charset="0"/>
                                          </a:rPr>
                                        </m:ctrlPr>
                                      </m:fPr>
                                      <m:num>
                                        <m:r>
                                          <a:rPr lang="pt-BR" b="0" i="1" smtClean="0">
                                            <a:solidFill>
                                              <a:schemeClr val="tx1"/>
                                            </a:solidFill>
                                            <a:latin typeface="Cambria Math" panose="02040503050406030204" pitchFamily="18" charset="0"/>
                                            <a:cs typeface="Baloo 2" panose="020B0604020202020204" charset="0"/>
                                          </a:rPr>
                                          <m:t>𝐿</m:t>
                                        </m:r>
                                      </m:num>
                                      <m:den>
                                        <m:sSub>
                                          <m:sSubPr>
                                            <m:ctrlPr>
                                              <a:rPr lang="pt-BR" b="0" i="1" smtClean="0">
                                                <a:solidFill>
                                                  <a:schemeClr val="tx1"/>
                                                </a:solidFill>
                                                <a:latin typeface="Cambria Math" panose="02040503050406030204" pitchFamily="18" charset="0"/>
                                                <a:cs typeface="Baloo 2" panose="020B0604020202020204" charset="0"/>
                                              </a:rPr>
                                            </m:ctrlPr>
                                          </m:sSubPr>
                                          <m:e>
                                            <m:r>
                                              <a:rPr lang="pt-BR" b="0" i="1" smtClean="0">
                                                <a:solidFill>
                                                  <a:schemeClr val="tx1"/>
                                                </a:solidFill>
                                                <a:latin typeface="Cambria Math" panose="02040503050406030204" pitchFamily="18" charset="0"/>
                                                <a:cs typeface="Baloo 2" panose="020B0604020202020204" charset="0"/>
                                              </a:rPr>
                                              <m:t>𝐿</m:t>
                                            </m:r>
                                          </m:e>
                                          <m:sub>
                                            <m:r>
                                              <a:rPr lang="pt-BR" b="0" i="1" smtClean="0">
                                                <a:solidFill>
                                                  <a:schemeClr val="tx1"/>
                                                </a:solidFill>
                                                <a:latin typeface="Cambria Math" panose="02040503050406030204" pitchFamily="18" charset="0"/>
                                                <a:cs typeface="Baloo 2" panose="020B0604020202020204" charset="0"/>
                                              </a:rPr>
                                              <m:t>𝑟</m:t>
                                            </m:r>
                                          </m:sub>
                                        </m:sSub>
                                      </m:den>
                                    </m:f>
                                    <m:r>
                                      <a:rPr lang="en-US" b="0" i="1" smtClean="0">
                                        <a:solidFill>
                                          <a:schemeClr val="tx1"/>
                                        </a:solidFill>
                                        <a:latin typeface="Cambria Math" panose="02040503050406030204" pitchFamily="18" charset="0"/>
                                        <a:cs typeface="Baloo 2" panose="020B0604020202020204" charset="0"/>
                                      </a:rPr>
                                      <m:t>)</m:t>
                                    </m:r>
                                  </m:den>
                                </m:f>
                              </m:oMath>
                            </m:oMathPara>
                          </a14:m>
                          <a:endParaRPr lang="en-US"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l-GR" b="1" dirty="0">
                              <a:solidFill>
                                <a:schemeClr val="tx1"/>
                              </a:solidFill>
                              <a:latin typeface="Baloo 2" panose="020B0604020202020204" charset="0"/>
                              <a:cs typeface="Baloo 2" panose="020B0604020202020204" charset="0"/>
                            </a:rPr>
                            <a:t>σ &gt; 1</a:t>
                          </a:r>
                          <a:r>
                            <a:rPr lang="en-US" dirty="0">
                              <a:solidFill>
                                <a:schemeClr val="tx1"/>
                              </a:solidFill>
                              <a:latin typeface="Baloo 2" panose="020B0604020202020204" charset="0"/>
                              <a:cs typeface="Baloo 2" panose="020B0604020202020204" charset="0"/>
                            </a:rPr>
                            <a:t>:</a:t>
                          </a:r>
                          <a:r>
                            <a:rPr lang="el-GR" dirty="0">
                              <a:solidFill>
                                <a:schemeClr val="tx1"/>
                              </a:solidFill>
                              <a:latin typeface="Baloo 2" panose="020B0604020202020204" charset="0"/>
                              <a:cs typeface="Baloo 2" panose="020B0604020202020204" charset="0"/>
                            </a:rPr>
                            <a:t> </a:t>
                          </a:r>
                          <a:r>
                            <a:rPr lang="en-US" dirty="0">
                              <a:solidFill>
                                <a:schemeClr val="tx1"/>
                              </a:solidFill>
                              <a:latin typeface="Baloo 2" panose="020B0604020202020204" charset="0"/>
                              <a:cs typeface="Baloo 2" panose="020B0604020202020204" charset="0"/>
                            </a:rPr>
                            <a:t>Small-World, </a:t>
                          </a:r>
                        </a:p>
                        <a:p>
                          <a:pPr algn="l"/>
                          <a:r>
                            <a:rPr lang="en-US" dirty="0">
                              <a:solidFill>
                                <a:schemeClr val="tx1"/>
                              </a:solidFill>
                              <a:latin typeface="Baloo 2" panose="020B0604020202020204" charset="0"/>
                              <a:cs typeface="Baloo 2" panose="020B0604020202020204" charset="0"/>
                            </a:rPr>
                            <a:t>Alto clustering locale + </a:t>
                          </a:r>
                          <a:r>
                            <a:rPr lang="en-US" dirty="0" err="1">
                              <a:solidFill>
                                <a:schemeClr val="tx1"/>
                              </a:solidFill>
                              <a:latin typeface="Baloo 2" panose="020B0604020202020204" charset="0"/>
                              <a:cs typeface="Baloo 2" panose="020B0604020202020204" charset="0"/>
                            </a:rPr>
                            <a:t>Cammini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globali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brevi</a:t>
                          </a:r>
                          <a:endParaRPr lang="en-US"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8215096"/>
                      </a:ext>
                    </a:extLst>
                  </a:tr>
                  <a:tr h="513649">
                    <a:tc>
                      <a:txBody>
                        <a:bodyPr/>
                        <a:lstStyle/>
                        <a:p>
                          <a:pPr algn="ctr"/>
                          <a:r>
                            <a:rPr lang="en-US" b="1" dirty="0" err="1">
                              <a:solidFill>
                                <a:schemeClr val="tx1"/>
                              </a:solidFill>
                              <a:latin typeface="Baloo 2" panose="020B0604020202020204" charset="0"/>
                              <a:cs typeface="Baloo 2" panose="020B0604020202020204" charset="0"/>
                            </a:rPr>
                            <a:t>Modularità</a:t>
                          </a:r>
                          <a:r>
                            <a:rPr lang="en-US" b="1" dirty="0">
                              <a:solidFill>
                                <a:schemeClr val="tx1"/>
                              </a:solidFill>
                              <a:latin typeface="Baloo 2" panose="020B0604020202020204" charset="0"/>
                              <a:cs typeface="Baloo 2" panose="020B0604020202020204" charset="0"/>
                            </a:rPr>
                            <a:t> (</a:t>
                          </a:r>
                          <a14:m>
                            <m:oMath xmlns:m="http://schemas.openxmlformats.org/officeDocument/2006/math">
                              <m:r>
                                <a:rPr lang="en-US" b="1" i="1" dirty="0" smtClean="0">
                                  <a:solidFill>
                                    <a:schemeClr val="tx1"/>
                                  </a:solidFill>
                                  <a:latin typeface="Cambria Math" panose="02040503050406030204" pitchFamily="18" charset="0"/>
                                  <a:cs typeface="Baloo 2" panose="020B0604020202020204" charset="0"/>
                                </a:rPr>
                                <m:t>𝑸</m:t>
                              </m:r>
                            </m:oMath>
                          </a14:m>
                          <a:r>
                            <a:rPr lang="en-US" b="1" dirty="0">
                              <a:solidFill>
                                <a:schemeClr val="tx1"/>
                              </a:solidFill>
                              <a:latin typeface="Baloo 2" panose="020B0604020202020204" charset="0"/>
                              <a:cs typeface="Baloo 2" panose="020B0604020202020204" charset="0"/>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14:m>
                            <m:oMathPara xmlns:m="http://schemas.openxmlformats.org/officeDocument/2006/math">
                              <m:oMathParaPr>
                                <m:jc m:val="centerGroup"/>
                              </m:oMathParaPr>
                              <m:oMath xmlns:m="http://schemas.openxmlformats.org/officeDocument/2006/math">
                                <m:r>
                                  <a:rPr lang="pl-PL" i="1" smtClean="0">
                                    <a:solidFill>
                                      <a:schemeClr val="tx1"/>
                                    </a:solidFill>
                                  </a:rPr>
                                  <m:t>𝑄</m:t>
                                </m:r>
                                <m:r>
                                  <a:rPr lang="pl-PL" i="1" smtClean="0">
                                    <a:solidFill>
                                      <a:schemeClr val="tx1"/>
                                    </a:solidFill>
                                  </a:rPr>
                                  <m:t> =</m:t>
                                </m:r>
                                <m:f>
                                  <m:fPr>
                                    <m:ctrlPr>
                                      <a:rPr lang="pl-PL" i="1" smtClean="0">
                                        <a:solidFill>
                                          <a:schemeClr val="tx1"/>
                                        </a:solidFill>
                                        <a:latin typeface="Cambria Math" panose="02040503050406030204" pitchFamily="18" charset="0"/>
                                      </a:rPr>
                                    </m:ctrlPr>
                                  </m:fPr>
                                  <m:num>
                                    <m:r>
                                      <a:rPr lang="pl-PL" i="1" smtClean="0">
                                        <a:solidFill>
                                          <a:schemeClr val="tx1"/>
                                        </a:solidFill>
                                      </a:rPr>
                                      <m:t>1</m:t>
                                    </m:r>
                                  </m:num>
                                  <m:den>
                                    <m:r>
                                      <a:rPr lang="pl-PL" i="1" smtClean="0">
                                        <a:solidFill>
                                          <a:schemeClr val="tx1"/>
                                        </a:solidFill>
                                      </a:rPr>
                                      <m:t>2</m:t>
                                    </m:r>
                                    <m:r>
                                      <a:rPr lang="pl-PL" i="1" smtClean="0">
                                        <a:solidFill>
                                          <a:schemeClr val="tx1"/>
                                        </a:solidFill>
                                      </a:rPr>
                                      <m:t>𝑚</m:t>
                                    </m:r>
                                  </m:den>
                                </m:f>
                                <m:nary>
                                  <m:naryPr>
                                    <m:chr m:val="∑"/>
                                    <m:supHide m:val="on"/>
                                    <m:ctrlPr>
                                      <a:rPr lang="pl-PL" i="1" smtClean="0">
                                        <a:solidFill>
                                          <a:schemeClr val="tx1"/>
                                        </a:solidFill>
                                        <a:latin typeface="Cambria Math" panose="02040503050406030204" pitchFamily="18" charset="0"/>
                                      </a:rPr>
                                    </m:ctrlPr>
                                  </m:naryPr>
                                  <m:sub>
                                    <m:d>
                                      <m:dPr>
                                        <m:begChr m:val="{"/>
                                        <m:endChr m:val="}"/>
                                        <m:ctrlPr>
                                          <a:rPr lang="pl-PL" i="1" smtClean="0">
                                            <a:solidFill>
                                              <a:schemeClr val="tx1"/>
                                            </a:solidFill>
                                            <a:latin typeface="Cambria Math" panose="02040503050406030204" pitchFamily="18" charset="0"/>
                                          </a:rPr>
                                        </m:ctrlPr>
                                      </m:dPr>
                                      <m:e>
                                        <m:r>
                                          <a:rPr lang="pl-PL" i="1" smtClean="0">
                                            <a:solidFill>
                                              <a:schemeClr val="tx1"/>
                                            </a:solidFill>
                                          </a:rPr>
                                          <m:t>𝑖</m:t>
                                        </m:r>
                                        <m:r>
                                          <a:rPr lang="pl-PL" i="1" smtClean="0">
                                            <a:solidFill>
                                              <a:schemeClr val="tx1"/>
                                            </a:solidFill>
                                          </a:rPr>
                                          <m:t>,</m:t>
                                        </m:r>
                                        <m:r>
                                          <a:rPr lang="pl-PL" i="1" smtClean="0">
                                            <a:solidFill>
                                              <a:schemeClr val="tx1"/>
                                            </a:solidFill>
                                          </a:rPr>
                                          <m:t>𝑗</m:t>
                                        </m:r>
                                      </m:e>
                                    </m:d>
                                  </m:sub>
                                  <m:sup/>
                                  <m:e>
                                    <m:d>
                                      <m:dPr>
                                        <m:ctrlPr>
                                          <a:rPr lang="pl-PL" i="1" smtClean="0">
                                            <a:solidFill>
                                              <a:schemeClr val="tx1"/>
                                            </a:solidFill>
                                            <a:latin typeface="Cambria Math" panose="02040503050406030204" pitchFamily="18" charset="0"/>
                                          </a:rPr>
                                        </m:ctrlPr>
                                      </m:dPr>
                                      <m:e>
                                        <m:sSub>
                                          <m:sSubPr>
                                            <m:ctrlPr>
                                              <a:rPr lang="pl-PL" i="1" smtClean="0">
                                                <a:solidFill>
                                                  <a:schemeClr val="tx1"/>
                                                </a:solidFill>
                                                <a:latin typeface="Cambria Math" panose="02040503050406030204" pitchFamily="18" charset="0"/>
                                              </a:rPr>
                                            </m:ctrlPr>
                                          </m:sSubPr>
                                          <m:e>
                                            <m:r>
                                              <a:rPr lang="pl-PL" i="1" smtClean="0">
                                                <a:solidFill>
                                                  <a:schemeClr val="tx1"/>
                                                </a:solidFill>
                                                <a:latin typeface="Cambria Math" panose="02040503050406030204" pitchFamily="18" charset="0"/>
                                              </a:rPr>
                                              <m:t>𝐴</m:t>
                                            </m:r>
                                          </m:e>
                                          <m:sub>
                                            <m:d>
                                              <m:dPr>
                                                <m:begChr m:val="{"/>
                                                <m:endChr m:val="}"/>
                                                <m:ctrlPr>
                                                  <a:rPr lang="pl-PL" i="1" smtClean="0">
                                                    <a:solidFill>
                                                      <a:schemeClr val="tx1"/>
                                                    </a:solidFill>
                                                    <a:latin typeface="Cambria Math" panose="02040503050406030204" pitchFamily="18" charset="0"/>
                                                  </a:rPr>
                                                </m:ctrlPr>
                                              </m:dPr>
                                              <m:e>
                                                <m:r>
                                                  <a:rPr lang="pl-PL" i="1" smtClean="0">
                                                    <a:solidFill>
                                                      <a:schemeClr val="tx1"/>
                                                    </a:solidFill>
                                                    <a:latin typeface="Cambria Math" panose="02040503050406030204" pitchFamily="18" charset="0"/>
                                                  </a:rPr>
                                                  <m:t>𝑖𝑗</m:t>
                                                </m:r>
                                              </m:e>
                                            </m:d>
                                          </m:sub>
                                        </m:sSub>
                                        <m:r>
                                          <a:rPr lang="pl-PL" i="1" smtClean="0">
                                            <a:solidFill>
                                              <a:schemeClr val="tx1"/>
                                            </a:solidFill>
                                            <a:latin typeface="Cambria Math" panose="02040503050406030204" pitchFamily="18" charset="0"/>
                                          </a:rPr>
                                          <m:t>−</m:t>
                                        </m:r>
                                        <m:f>
                                          <m:fPr>
                                            <m:ctrlPr>
                                              <a:rPr lang="pl-PL" i="1" smtClean="0">
                                                <a:solidFill>
                                                  <a:schemeClr val="tx1"/>
                                                </a:solidFill>
                                                <a:latin typeface="Cambria Math" panose="02040503050406030204" pitchFamily="18" charset="0"/>
                                              </a:rPr>
                                            </m:ctrlPr>
                                          </m:fPr>
                                          <m:num>
                                            <m:sSub>
                                              <m:sSubPr>
                                                <m:ctrlPr>
                                                  <a:rPr lang="pl-PL" i="1" smtClean="0">
                                                    <a:solidFill>
                                                      <a:schemeClr val="tx1"/>
                                                    </a:solidFill>
                                                    <a:latin typeface="Cambria Math" panose="02040503050406030204" pitchFamily="18" charset="0"/>
                                                  </a:rPr>
                                                </m:ctrlPr>
                                              </m:sSubPr>
                                              <m:e>
                                                <m:r>
                                                  <a:rPr lang="pl-PL" i="1" smtClean="0">
                                                    <a:solidFill>
                                                      <a:schemeClr val="tx1"/>
                                                    </a:solidFill>
                                                    <a:latin typeface="Cambria Math" panose="02040503050406030204" pitchFamily="18" charset="0"/>
                                                  </a:rPr>
                                                  <m:t>𝑘</m:t>
                                                </m:r>
                                              </m:e>
                                              <m:sub>
                                                <m:r>
                                                  <a:rPr lang="pl-PL" i="1" smtClean="0">
                                                    <a:solidFill>
                                                      <a:schemeClr val="tx1"/>
                                                    </a:solidFill>
                                                    <a:latin typeface="Cambria Math" panose="02040503050406030204" pitchFamily="18" charset="0"/>
                                                  </a:rPr>
                                                  <m:t>𝑖</m:t>
                                                </m:r>
                                              </m:sub>
                                            </m:sSub>
                                            <m:sSub>
                                              <m:sSubPr>
                                                <m:ctrlPr>
                                                  <a:rPr lang="pl-PL" i="1" smtClean="0">
                                                    <a:solidFill>
                                                      <a:schemeClr val="tx1"/>
                                                    </a:solidFill>
                                                    <a:latin typeface="Cambria Math" panose="02040503050406030204" pitchFamily="18" charset="0"/>
                                                  </a:rPr>
                                                </m:ctrlPr>
                                              </m:sSubPr>
                                              <m:e>
                                                <m:r>
                                                  <a:rPr lang="pl-PL" i="1" smtClean="0">
                                                    <a:solidFill>
                                                      <a:schemeClr val="tx1"/>
                                                    </a:solidFill>
                                                    <a:latin typeface="Cambria Math" panose="02040503050406030204" pitchFamily="18" charset="0"/>
                                                  </a:rPr>
                                                  <m:t>𝑘</m:t>
                                                </m:r>
                                              </m:e>
                                              <m:sub>
                                                <m:r>
                                                  <a:rPr lang="pl-PL" i="1" smtClean="0">
                                                    <a:solidFill>
                                                      <a:schemeClr val="tx1"/>
                                                    </a:solidFill>
                                                    <a:latin typeface="Cambria Math" panose="02040503050406030204" pitchFamily="18" charset="0"/>
                                                  </a:rPr>
                                                  <m:t>𝑗</m:t>
                                                </m:r>
                                              </m:sub>
                                            </m:sSub>
                                          </m:num>
                                          <m:den>
                                            <m:r>
                                              <a:rPr lang="pl-PL" i="1" smtClean="0">
                                                <a:solidFill>
                                                  <a:schemeClr val="tx1"/>
                                                </a:solidFill>
                                                <a:latin typeface="Cambria Math" panose="02040503050406030204" pitchFamily="18" charset="0"/>
                                              </a:rPr>
                                              <m:t>2</m:t>
                                            </m:r>
                                            <m:r>
                                              <a:rPr lang="pl-PL" i="1" smtClean="0">
                                                <a:solidFill>
                                                  <a:schemeClr val="tx1"/>
                                                </a:solidFill>
                                                <a:latin typeface="Cambria Math" panose="02040503050406030204" pitchFamily="18" charset="0"/>
                                              </a:rPr>
                                              <m:t>𝑚</m:t>
                                            </m:r>
                                          </m:den>
                                        </m:f>
                                      </m:e>
                                    </m:d>
                                    <m:r>
                                      <a:rPr lang="pl-PL" i="1" smtClean="0">
                                        <a:solidFill>
                                          <a:schemeClr val="tx1"/>
                                        </a:solidFill>
                                        <a:latin typeface="Cambria Math" panose="02040503050406030204" pitchFamily="18" charset="0"/>
                                      </a:rPr>
                                      <m:t>𝛿</m:t>
                                    </m:r>
                                    <m:d>
                                      <m:dPr>
                                        <m:ctrlPr>
                                          <a:rPr lang="pl-PL" i="1" smtClean="0">
                                            <a:solidFill>
                                              <a:schemeClr val="tx1"/>
                                            </a:solidFill>
                                            <a:latin typeface="Cambria Math" panose="02040503050406030204" pitchFamily="18" charset="0"/>
                                          </a:rPr>
                                        </m:ctrlPr>
                                      </m:dPr>
                                      <m:e>
                                        <m:sSub>
                                          <m:sSubPr>
                                            <m:ctrlPr>
                                              <a:rPr lang="pl-PL" i="1" smtClean="0">
                                                <a:solidFill>
                                                  <a:schemeClr val="tx1"/>
                                                </a:solidFill>
                                                <a:latin typeface="Cambria Math" panose="02040503050406030204" pitchFamily="18" charset="0"/>
                                              </a:rPr>
                                            </m:ctrlPr>
                                          </m:sSubPr>
                                          <m:e>
                                            <m:r>
                                              <a:rPr lang="pl-PL" i="1" smtClean="0">
                                                <a:solidFill>
                                                  <a:schemeClr val="tx1"/>
                                                </a:solidFill>
                                                <a:latin typeface="Cambria Math" panose="02040503050406030204" pitchFamily="18" charset="0"/>
                                              </a:rPr>
                                              <m:t>𝑐</m:t>
                                            </m:r>
                                          </m:e>
                                          <m:sub>
                                            <m:r>
                                              <a:rPr lang="pl-PL" i="1" smtClean="0">
                                                <a:solidFill>
                                                  <a:schemeClr val="tx1"/>
                                                </a:solidFill>
                                                <a:latin typeface="Cambria Math" panose="02040503050406030204" pitchFamily="18" charset="0"/>
                                              </a:rPr>
                                              <m:t>𝑖</m:t>
                                            </m:r>
                                          </m:sub>
                                        </m:sSub>
                                        <m:r>
                                          <a:rPr lang="pl-PL" i="1" smtClean="0">
                                            <a:solidFill>
                                              <a:schemeClr val="tx1"/>
                                            </a:solidFill>
                                            <a:latin typeface="Cambria Math" panose="02040503050406030204" pitchFamily="18" charset="0"/>
                                          </a:rPr>
                                          <m:t>, </m:t>
                                        </m:r>
                                        <m:sSub>
                                          <m:sSubPr>
                                            <m:ctrlPr>
                                              <a:rPr lang="pl-PL" i="1" smtClean="0">
                                                <a:solidFill>
                                                  <a:schemeClr val="tx1"/>
                                                </a:solidFill>
                                                <a:latin typeface="Cambria Math" panose="02040503050406030204" pitchFamily="18" charset="0"/>
                                              </a:rPr>
                                            </m:ctrlPr>
                                          </m:sSubPr>
                                          <m:e>
                                            <m:r>
                                              <a:rPr lang="pl-PL" i="1" smtClean="0">
                                                <a:solidFill>
                                                  <a:schemeClr val="tx1"/>
                                                </a:solidFill>
                                                <a:latin typeface="Cambria Math" panose="02040503050406030204" pitchFamily="18" charset="0"/>
                                              </a:rPr>
                                              <m:t>𝑐</m:t>
                                            </m:r>
                                          </m:e>
                                          <m:sub>
                                            <m:r>
                                              <a:rPr lang="pl-PL" i="1" smtClean="0">
                                                <a:solidFill>
                                                  <a:schemeClr val="tx1"/>
                                                </a:solidFill>
                                                <a:latin typeface="Cambria Math" panose="02040503050406030204" pitchFamily="18" charset="0"/>
                                              </a:rPr>
                                              <m:t>𝑗</m:t>
                                            </m:r>
                                          </m:sub>
                                        </m:sSub>
                                      </m:e>
                                    </m:d>
                                  </m:e>
                                </m:nary>
                              </m:oMath>
                            </m:oMathPara>
                          </a14:m>
                          <a:endParaRPr lang="pl-PL" i="0" dirty="0">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14:m>
                            <m:oMath xmlns:m="http://schemas.openxmlformats.org/officeDocument/2006/math">
                              <m:r>
                                <a:rPr lang="en-US" b="1" i="1" dirty="0" smtClean="0">
                                  <a:solidFill>
                                    <a:schemeClr val="tx1"/>
                                  </a:solidFill>
                                  <a:latin typeface="Cambria Math" panose="02040503050406030204" pitchFamily="18" charset="0"/>
                                  <a:cs typeface="Baloo 2" panose="020B0604020202020204" charset="0"/>
                                </a:rPr>
                                <m:t>𝑸</m:t>
                              </m:r>
                            </m:oMath>
                          </a14:m>
                          <a:r>
                            <a:rPr lang="en-US" b="1" dirty="0">
                              <a:solidFill>
                                <a:schemeClr val="tx1"/>
                              </a:solidFill>
                              <a:latin typeface="Baloo 2" panose="020B0604020202020204" charset="0"/>
                              <a:cs typeface="Baloo 2" panose="020B0604020202020204" charset="0"/>
                            </a:rPr>
                            <a:t> &gt; 0.3</a:t>
                          </a:r>
                          <a:r>
                            <a:rPr lang="en-US" dirty="0">
                              <a:solidFill>
                                <a:schemeClr val="tx1"/>
                              </a:solidFill>
                              <a:latin typeface="Baloo 2" panose="020B0604020202020204" charset="0"/>
                              <a:cs typeface="Baloo 2" panose="020B0604020202020204" charset="0"/>
                            </a:rPr>
                            <a:t>: Forte </a:t>
                          </a:r>
                          <a:r>
                            <a:rPr lang="en-US" dirty="0" err="1">
                              <a:solidFill>
                                <a:schemeClr val="tx1"/>
                              </a:solidFill>
                              <a:latin typeface="Baloo 2" panose="020B0604020202020204" charset="0"/>
                              <a:cs typeface="Baloo 2" panose="020B0604020202020204" charset="0"/>
                            </a:rPr>
                            <a:t>compartimentazione</a:t>
                          </a:r>
                          <a:endParaRPr lang="en-US"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20408026"/>
                      </a:ext>
                    </a:extLst>
                  </a:tr>
                  <a:tr h="513649">
                    <a:tc>
                      <a:txBody>
                        <a:bodyPr/>
                        <a:lstStyle/>
                        <a:p>
                          <a:pPr algn="ctr"/>
                          <a:r>
                            <a:rPr lang="en-US" b="1" dirty="0" err="1">
                              <a:solidFill>
                                <a:schemeClr val="tx1"/>
                              </a:solidFill>
                              <a:latin typeface="Baloo 2" panose="020B0604020202020204" charset="0"/>
                              <a:cs typeface="Baloo 2" panose="020B0604020202020204" charset="0"/>
                            </a:rPr>
                            <a:t>Centralità</a:t>
                          </a:r>
                          <a:endParaRPr lang="en-US" b="1"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Degree, </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Betweenness, </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Closeness, </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Eigenvector</a:t>
                          </a:r>
                        </a:p>
                        <a:p>
                          <a:pPr algn="ctr"/>
                          <a:endParaRPr lang="en-US"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dirty="0" err="1">
                              <a:solidFill>
                                <a:schemeClr val="tx1"/>
                              </a:solidFill>
                              <a:latin typeface="Baloo 2" panose="020B0604020202020204" charset="0"/>
                              <a:cs typeface="Baloo 2" panose="020B0604020202020204" charset="0"/>
                            </a:rPr>
                            <a:t>Importanza</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dei</a:t>
                          </a:r>
                          <a:r>
                            <a:rPr lang="en-US" dirty="0">
                              <a:solidFill>
                                <a:schemeClr val="tx1"/>
                              </a:solidFill>
                              <a:latin typeface="Baloo 2" panose="020B0604020202020204" charset="0"/>
                              <a:cs typeface="Baloo 2" panose="020B0604020202020204" charset="0"/>
                            </a:rPr>
                            <a:t> nodi da </a:t>
                          </a:r>
                          <a:r>
                            <a:rPr lang="en-US" dirty="0" err="1">
                              <a:solidFill>
                                <a:schemeClr val="tx1"/>
                              </a:solidFill>
                              <a:latin typeface="Baloo 2" panose="020B0604020202020204" charset="0"/>
                              <a:cs typeface="Baloo 2" panose="020B0604020202020204" charset="0"/>
                            </a:rPr>
                            <a:t>prospettive</a:t>
                          </a:r>
                          <a:r>
                            <a:rPr lang="en-US" dirty="0">
                              <a:solidFill>
                                <a:schemeClr val="tx1"/>
                              </a:solidFill>
                              <a:latin typeface="Baloo 2" panose="020B0604020202020204" charset="0"/>
                              <a:cs typeface="Baloo 2" panose="020B0604020202020204" charset="0"/>
                            </a:rPr>
                            <a:t> diverse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51585361"/>
                      </a:ext>
                    </a:extLst>
                  </a:tr>
                </a:tbl>
              </a:graphicData>
            </a:graphic>
          </p:graphicFrame>
        </mc:Choice>
        <mc:Fallback>
          <p:graphicFrame>
            <p:nvGraphicFramePr>
              <p:cNvPr id="6" name="Table 5">
                <a:extLst>
                  <a:ext uri="{FF2B5EF4-FFF2-40B4-BE49-F238E27FC236}">
                    <a16:creationId xmlns:a16="http://schemas.microsoft.com/office/drawing/2014/main" id="{AA09920A-4D04-3868-CF3C-8B7B4DA4DCAE}"/>
                  </a:ext>
                </a:extLst>
              </p:cNvPr>
              <p:cNvGraphicFramePr>
                <a:graphicFrameLocks noGrp="1"/>
              </p:cNvGraphicFramePr>
              <p:nvPr>
                <p:extLst>
                  <p:ext uri="{D42A27DB-BD31-4B8C-83A1-F6EECF244321}">
                    <p14:modId xmlns:p14="http://schemas.microsoft.com/office/powerpoint/2010/main" val="2414166896"/>
                  </p:ext>
                </p:extLst>
              </p:nvPr>
            </p:nvGraphicFramePr>
            <p:xfrm>
              <a:off x="615182" y="1524282"/>
              <a:ext cx="7913636" cy="3169173"/>
            </p:xfrm>
            <a:graphic>
              <a:graphicData uri="http://schemas.openxmlformats.org/drawingml/2006/table">
                <a:tbl>
                  <a:tblPr firstRow="1" bandRow="1">
                    <a:tableStyleId>{ADAE659C-C952-46C8-91E4-36EE228BC025}</a:tableStyleId>
                  </a:tblPr>
                  <a:tblGrid>
                    <a:gridCol w="1853080">
                      <a:extLst>
                        <a:ext uri="{9D8B030D-6E8A-4147-A177-3AD203B41FA5}">
                          <a16:colId xmlns:a16="http://schemas.microsoft.com/office/drawing/2014/main" val="3320819004"/>
                        </a:ext>
                      </a:extLst>
                    </a:gridCol>
                    <a:gridCol w="3012558">
                      <a:extLst>
                        <a:ext uri="{9D8B030D-6E8A-4147-A177-3AD203B41FA5}">
                          <a16:colId xmlns:a16="http://schemas.microsoft.com/office/drawing/2014/main" val="554133102"/>
                        </a:ext>
                      </a:extLst>
                    </a:gridCol>
                    <a:gridCol w="3047998">
                      <a:extLst>
                        <a:ext uri="{9D8B030D-6E8A-4147-A177-3AD203B41FA5}">
                          <a16:colId xmlns:a16="http://schemas.microsoft.com/office/drawing/2014/main" val="3958016419"/>
                        </a:ext>
                      </a:extLst>
                    </a:gridCol>
                  </a:tblGrid>
                  <a:tr h="487568">
                    <a:tc>
                      <a:txBody>
                        <a:bodyPr/>
                        <a:lstStyle/>
                        <a:p>
                          <a:pPr algn="ctr"/>
                          <a:r>
                            <a:rPr lang="en-US" sz="1400" b="1" dirty="0">
                              <a:solidFill>
                                <a:schemeClr val="tx1"/>
                              </a:solidFill>
                              <a:latin typeface="Averia Serif Libre" panose="020B0604020202020204" charset="0"/>
                            </a:rPr>
                            <a:t>METRICA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FORMULA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SIGNIFICATO</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32858198"/>
                      </a:ext>
                    </a:extLst>
                  </a:tr>
                  <a:tr h="872236">
                    <a:tc>
                      <a:txBody>
                        <a:bodyPr/>
                        <a:lstStyle/>
                        <a:p>
                          <a:pPr algn="ctr"/>
                          <a:r>
                            <a:rPr lang="en-US" b="1" dirty="0">
                              <a:solidFill>
                                <a:schemeClr val="tx1"/>
                              </a:solidFill>
                              <a:latin typeface="Baloo 2" panose="020B0604020202020204" charset="0"/>
                              <a:cs typeface="Baloo 2" panose="020B0604020202020204" charset="0"/>
                            </a:rPr>
                            <a:t>Small-</a:t>
                          </a:r>
                          <a:r>
                            <a:rPr lang="en-US" b="1" dirty="0" err="1">
                              <a:solidFill>
                                <a:schemeClr val="tx1"/>
                              </a:solidFill>
                              <a:latin typeface="Baloo 2" panose="020B0604020202020204" charset="0"/>
                              <a:cs typeface="Baloo 2" panose="020B0604020202020204" charset="0"/>
                            </a:rPr>
                            <a:t>Worldness</a:t>
                          </a:r>
                          <a:r>
                            <a:rPr lang="en-US" b="1" dirty="0">
                              <a:solidFill>
                                <a:schemeClr val="tx1"/>
                              </a:solidFill>
                              <a:latin typeface="Baloo 2" panose="020B0604020202020204" charset="0"/>
                              <a:cs typeface="Baloo 2" panose="020B0604020202020204" charset="0"/>
                            </a:rPr>
                            <a:t> (σ)</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61616" t="-56643" r="-101616" b="-209790"/>
                          </a:stretch>
                        </a:blipFill>
                      </a:tcPr>
                    </a:tc>
                    <a:tc>
                      <a:txBody>
                        <a:bodyPr/>
                        <a:lstStyle/>
                        <a:p>
                          <a:pPr algn="l"/>
                          <a:r>
                            <a:rPr lang="el-GR" b="1" dirty="0">
                              <a:solidFill>
                                <a:schemeClr val="tx1"/>
                              </a:solidFill>
                              <a:latin typeface="Baloo 2" panose="020B0604020202020204" charset="0"/>
                              <a:cs typeface="Baloo 2" panose="020B0604020202020204" charset="0"/>
                            </a:rPr>
                            <a:t>σ &gt; 1</a:t>
                          </a:r>
                          <a:r>
                            <a:rPr lang="en-US" dirty="0">
                              <a:solidFill>
                                <a:schemeClr val="tx1"/>
                              </a:solidFill>
                              <a:latin typeface="Baloo 2" panose="020B0604020202020204" charset="0"/>
                              <a:cs typeface="Baloo 2" panose="020B0604020202020204" charset="0"/>
                            </a:rPr>
                            <a:t>:</a:t>
                          </a:r>
                          <a:r>
                            <a:rPr lang="el-GR" dirty="0">
                              <a:solidFill>
                                <a:schemeClr val="tx1"/>
                              </a:solidFill>
                              <a:latin typeface="Baloo 2" panose="020B0604020202020204" charset="0"/>
                              <a:cs typeface="Baloo 2" panose="020B0604020202020204" charset="0"/>
                            </a:rPr>
                            <a:t> </a:t>
                          </a:r>
                          <a:r>
                            <a:rPr lang="en-US" dirty="0">
                              <a:solidFill>
                                <a:schemeClr val="tx1"/>
                              </a:solidFill>
                              <a:latin typeface="Baloo 2" panose="020B0604020202020204" charset="0"/>
                              <a:cs typeface="Baloo 2" panose="020B0604020202020204" charset="0"/>
                            </a:rPr>
                            <a:t>Small-World, </a:t>
                          </a:r>
                        </a:p>
                        <a:p>
                          <a:pPr algn="l"/>
                          <a:r>
                            <a:rPr lang="en-US" dirty="0">
                              <a:solidFill>
                                <a:schemeClr val="tx1"/>
                              </a:solidFill>
                              <a:latin typeface="Baloo 2" panose="020B0604020202020204" charset="0"/>
                              <a:cs typeface="Baloo 2" panose="020B0604020202020204" charset="0"/>
                            </a:rPr>
                            <a:t>Alto clustering locale + </a:t>
                          </a:r>
                          <a:r>
                            <a:rPr lang="en-US" dirty="0" err="1">
                              <a:solidFill>
                                <a:schemeClr val="tx1"/>
                              </a:solidFill>
                              <a:latin typeface="Baloo 2" panose="020B0604020202020204" charset="0"/>
                              <a:cs typeface="Baloo 2" panose="020B0604020202020204" charset="0"/>
                            </a:rPr>
                            <a:t>Cammini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globali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brevi</a:t>
                          </a:r>
                          <a:endParaRPr lang="en-US"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8215096"/>
                      </a:ext>
                    </a:extLst>
                  </a:tr>
                  <a:tr h="651129">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329" t="-209346" r="-328289" b="-180374"/>
                          </a:stretch>
                        </a:blip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61616" t="-209346" r="-101616" b="-180374"/>
                          </a:stretch>
                        </a:blipFill>
                      </a:tcPr>
                    </a:tc>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159681" t="-209346" r="-399" b="-180374"/>
                          </a:stretch>
                        </a:blipFill>
                      </a:tcPr>
                    </a:tc>
                    <a:extLst>
                      <a:ext uri="{0D108BD9-81ED-4DB2-BD59-A6C34878D82A}">
                        <a16:rowId xmlns:a16="http://schemas.microsoft.com/office/drawing/2014/main" val="4120408026"/>
                      </a:ext>
                    </a:extLst>
                  </a:tr>
                  <a:tr h="1158240">
                    <a:tc>
                      <a:txBody>
                        <a:bodyPr/>
                        <a:lstStyle/>
                        <a:p>
                          <a:pPr algn="ctr"/>
                          <a:r>
                            <a:rPr lang="en-US" b="1" dirty="0" err="1">
                              <a:solidFill>
                                <a:schemeClr val="tx1"/>
                              </a:solidFill>
                              <a:latin typeface="Baloo 2" panose="020B0604020202020204" charset="0"/>
                              <a:cs typeface="Baloo 2" panose="020B0604020202020204" charset="0"/>
                            </a:rPr>
                            <a:t>Centralità</a:t>
                          </a:r>
                          <a:endParaRPr lang="en-US" b="1"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Degree, </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Betweenness, </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Closeness, </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Eigenvector</a:t>
                          </a:r>
                        </a:p>
                        <a:p>
                          <a:pPr algn="ctr"/>
                          <a:endParaRPr lang="en-US"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dirty="0" err="1">
                              <a:solidFill>
                                <a:schemeClr val="tx1"/>
                              </a:solidFill>
                              <a:latin typeface="Baloo 2" panose="020B0604020202020204" charset="0"/>
                              <a:cs typeface="Baloo 2" panose="020B0604020202020204" charset="0"/>
                            </a:rPr>
                            <a:t>Importanza</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dei</a:t>
                          </a:r>
                          <a:r>
                            <a:rPr lang="en-US" dirty="0">
                              <a:solidFill>
                                <a:schemeClr val="tx1"/>
                              </a:solidFill>
                              <a:latin typeface="Baloo 2" panose="020B0604020202020204" charset="0"/>
                              <a:cs typeface="Baloo 2" panose="020B0604020202020204" charset="0"/>
                            </a:rPr>
                            <a:t> nodi da </a:t>
                          </a:r>
                          <a:r>
                            <a:rPr lang="en-US" dirty="0" err="1">
                              <a:solidFill>
                                <a:schemeClr val="tx1"/>
                              </a:solidFill>
                              <a:latin typeface="Baloo 2" panose="020B0604020202020204" charset="0"/>
                              <a:cs typeface="Baloo 2" panose="020B0604020202020204" charset="0"/>
                            </a:rPr>
                            <a:t>prospettive</a:t>
                          </a:r>
                          <a:r>
                            <a:rPr lang="en-US" dirty="0">
                              <a:solidFill>
                                <a:schemeClr val="tx1"/>
                              </a:solidFill>
                              <a:latin typeface="Baloo 2" panose="020B0604020202020204" charset="0"/>
                              <a:cs typeface="Baloo 2" panose="020B0604020202020204" charset="0"/>
                            </a:rPr>
                            <a:t> diverse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51585361"/>
                      </a:ext>
                    </a:extLst>
                  </a:tr>
                </a:tbl>
              </a:graphicData>
            </a:graphic>
          </p:graphicFrame>
        </mc:Fallback>
      </mc:AlternateContent>
      <p:pic>
        <p:nvPicPr>
          <p:cNvPr id="7" name="Google Shape;408;p37">
            <a:extLst>
              <a:ext uri="{FF2B5EF4-FFF2-40B4-BE49-F238E27FC236}">
                <a16:creationId xmlns:a16="http://schemas.microsoft.com/office/drawing/2014/main" id="{4CEBDF60-8B3D-9092-5B39-47D7B2DAA8CA}"/>
              </a:ext>
            </a:extLst>
          </p:cNvPr>
          <p:cNvPicPr preferRelativeResize="0"/>
          <p:nvPr/>
        </p:nvPicPr>
        <p:blipFill rotWithShape="1">
          <a:blip r:embed="rId5">
            <a:alphaModFix/>
          </a:blip>
          <a:srcRect t="49657"/>
          <a:stretch/>
        </p:blipFill>
        <p:spPr>
          <a:xfrm>
            <a:off x="1598283" y="445025"/>
            <a:ext cx="1114616" cy="741098"/>
          </a:xfrm>
          <a:prstGeom prst="rect">
            <a:avLst/>
          </a:prstGeom>
          <a:noFill/>
          <a:ln>
            <a:noFill/>
          </a:ln>
        </p:spPr>
      </p:pic>
      <p:sp>
        <p:nvSpPr>
          <p:cNvPr id="8" name="Google Shape;413;p37">
            <a:extLst>
              <a:ext uri="{FF2B5EF4-FFF2-40B4-BE49-F238E27FC236}">
                <a16:creationId xmlns:a16="http://schemas.microsoft.com/office/drawing/2014/main" id="{AA3C450B-312A-084C-C641-1D9CD16EE19E}"/>
              </a:ext>
            </a:extLst>
          </p:cNvPr>
          <p:cNvSpPr txBox="1">
            <a:spLocks/>
          </p:cNvSpPr>
          <p:nvPr/>
        </p:nvSpPr>
        <p:spPr>
          <a:xfrm>
            <a:off x="1788241" y="634982"/>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04</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31">
          <a:extLst>
            <a:ext uri="{FF2B5EF4-FFF2-40B4-BE49-F238E27FC236}">
              <a16:creationId xmlns:a16="http://schemas.microsoft.com/office/drawing/2014/main" id="{46490B54-5652-AE2B-A028-027E2001D994}"/>
            </a:ext>
          </a:extLst>
        </p:cNvPr>
        <p:cNvGrpSpPr/>
        <p:nvPr/>
      </p:nvGrpSpPr>
      <p:grpSpPr>
        <a:xfrm>
          <a:off x="0" y="0"/>
          <a:ext cx="0" cy="0"/>
          <a:chOff x="0" y="0"/>
          <a:chExt cx="0" cy="0"/>
        </a:xfrm>
      </p:grpSpPr>
      <p:sp>
        <p:nvSpPr>
          <p:cNvPr id="432" name="Google Shape;432;p39">
            <a:extLst>
              <a:ext uri="{FF2B5EF4-FFF2-40B4-BE49-F238E27FC236}">
                <a16:creationId xmlns:a16="http://schemas.microsoft.com/office/drawing/2014/main" id="{C6FF94B2-5881-AD58-59EF-9EEA24EDD528}"/>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lvl="0"/>
            <a:r>
              <a:rPr lang="en-US" dirty="0" err="1"/>
              <a:t>Metriche</a:t>
            </a:r>
            <a:r>
              <a:rPr lang="en-US" dirty="0"/>
              <a:t> </a:t>
            </a:r>
            <a:r>
              <a:rPr lang="en-US" dirty="0">
                <a:solidFill>
                  <a:schemeClr val="accent3"/>
                </a:solidFill>
              </a:rPr>
              <a:t>di</a:t>
            </a:r>
            <a:r>
              <a:rPr lang="en-US" dirty="0"/>
              <a:t> Rete</a:t>
            </a:r>
          </a:p>
        </p:txBody>
      </p:sp>
      <p:pic>
        <p:nvPicPr>
          <p:cNvPr id="435" name="Google Shape;435;p39">
            <a:extLst>
              <a:ext uri="{FF2B5EF4-FFF2-40B4-BE49-F238E27FC236}">
                <a16:creationId xmlns:a16="http://schemas.microsoft.com/office/drawing/2014/main" id="{F5C65445-C49F-FDCD-114B-565125BD66EC}"/>
              </a:ext>
            </a:extLst>
          </p:cNvPr>
          <p:cNvPicPr preferRelativeResize="0"/>
          <p:nvPr/>
        </p:nvPicPr>
        <p:blipFill>
          <a:blip r:embed="rId3">
            <a:alphaModFix/>
          </a:blip>
          <a:stretch>
            <a:fillRect/>
          </a:stretch>
        </p:blipFill>
        <p:spPr>
          <a:xfrm rot="2700148">
            <a:off x="7947197" y="4621120"/>
            <a:ext cx="364095" cy="461187"/>
          </a:xfrm>
          <a:prstGeom prst="rect">
            <a:avLst/>
          </a:prstGeom>
          <a:noFill/>
          <a:ln>
            <a:noFill/>
          </a:ln>
        </p:spPr>
      </p:pic>
      <p:pic>
        <p:nvPicPr>
          <p:cNvPr id="7" name="Google Shape;408;p37">
            <a:extLst>
              <a:ext uri="{FF2B5EF4-FFF2-40B4-BE49-F238E27FC236}">
                <a16:creationId xmlns:a16="http://schemas.microsoft.com/office/drawing/2014/main" id="{5F119C8F-63D5-ADAE-475F-DA4B3AA16C29}"/>
              </a:ext>
            </a:extLst>
          </p:cNvPr>
          <p:cNvPicPr preferRelativeResize="0"/>
          <p:nvPr/>
        </p:nvPicPr>
        <p:blipFill rotWithShape="1">
          <a:blip r:embed="rId4">
            <a:alphaModFix/>
          </a:blip>
          <a:srcRect t="49657"/>
          <a:stretch/>
        </p:blipFill>
        <p:spPr>
          <a:xfrm>
            <a:off x="1598283" y="445025"/>
            <a:ext cx="1114616" cy="741098"/>
          </a:xfrm>
          <a:prstGeom prst="rect">
            <a:avLst/>
          </a:prstGeom>
          <a:noFill/>
          <a:ln>
            <a:noFill/>
          </a:ln>
        </p:spPr>
      </p:pic>
      <p:sp>
        <p:nvSpPr>
          <p:cNvPr id="8" name="Google Shape;413;p37">
            <a:extLst>
              <a:ext uri="{FF2B5EF4-FFF2-40B4-BE49-F238E27FC236}">
                <a16:creationId xmlns:a16="http://schemas.microsoft.com/office/drawing/2014/main" id="{FE79E8F4-AA24-30F4-6A39-96ECEB1C33D3}"/>
              </a:ext>
            </a:extLst>
          </p:cNvPr>
          <p:cNvSpPr txBox="1">
            <a:spLocks/>
          </p:cNvSpPr>
          <p:nvPr/>
        </p:nvSpPr>
        <p:spPr>
          <a:xfrm>
            <a:off x="1788241" y="634982"/>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04</a:t>
            </a:r>
          </a:p>
        </p:txBody>
      </p:sp>
      <p:pic>
        <p:nvPicPr>
          <p:cNvPr id="3" name="Picture 2">
            <a:extLst>
              <a:ext uri="{FF2B5EF4-FFF2-40B4-BE49-F238E27FC236}">
                <a16:creationId xmlns:a16="http://schemas.microsoft.com/office/drawing/2014/main" id="{CB62979A-8DF3-D850-5DF9-FF3FAC852038}"/>
              </a:ext>
            </a:extLst>
          </p:cNvPr>
          <p:cNvPicPr>
            <a:picLocks noChangeAspect="1"/>
          </p:cNvPicPr>
          <p:nvPr/>
        </p:nvPicPr>
        <p:blipFill>
          <a:blip r:embed="rId5"/>
          <a:stretch>
            <a:fillRect/>
          </a:stretch>
        </p:blipFill>
        <p:spPr>
          <a:xfrm>
            <a:off x="1008147" y="215138"/>
            <a:ext cx="7127706" cy="4713225"/>
          </a:xfrm>
          <a:prstGeom prst="rect">
            <a:avLst/>
          </a:prstGeom>
        </p:spPr>
      </p:pic>
    </p:spTree>
    <p:extLst>
      <p:ext uri="{BB962C8B-B14F-4D97-AF65-F5344CB8AC3E}">
        <p14:creationId xmlns:p14="http://schemas.microsoft.com/office/powerpoint/2010/main" val="334983308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31">
          <a:extLst>
            <a:ext uri="{FF2B5EF4-FFF2-40B4-BE49-F238E27FC236}">
              <a16:creationId xmlns:a16="http://schemas.microsoft.com/office/drawing/2014/main" id="{4A7F51DE-81D9-56B9-D295-62513A3DC52B}"/>
            </a:ext>
          </a:extLst>
        </p:cNvPr>
        <p:cNvGrpSpPr/>
        <p:nvPr/>
      </p:nvGrpSpPr>
      <p:grpSpPr>
        <a:xfrm>
          <a:off x="0" y="0"/>
          <a:ext cx="0" cy="0"/>
          <a:chOff x="0" y="0"/>
          <a:chExt cx="0" cy="0"/>
        </a:xfrm>
      </p:grpSpPr>
      <p:sp>
        <p:nvSpPr>
          <p:cNvPr id="432" name="Google Shape;432;p39">
            <a:extLst>
              <a:ext uri="{FF2B5EF4-FFF2-40B4-BE49-F238E27FC236}">
                <a16:creationId xmlns:a16="http://schemas.microsoft.com/office/drawing/2014/main" id="{7E1C5CEA-1FB3-92D3-DA03-9FB06C0235FC}"/>
              </a:ext>
            </a:extLst>
          </p:cNvPr>
          <p:cNvSpPr txBox="1">
            <a:spLocks noGrp="1"/>
          </p:cNvSpPr>
          <p:nvPr>
            <p:ph type="title"/>
          </p:nvPr>
        </p:nvSpPr>
        <p:spPr>
          <a:xfrm>
            <a:off x="824818" y="445025"/>
            <a:ext cx="7704000" cy="572700"/>
          </a:xfrm>
          <a:prstGeom prst="rect">
            <a:avLst/>
          </a:prstGeom>
        </p:spPr>
        <p:txBody>
          <a:bodyPr spcFirstLastPara="1" wrap="square" lIns="91425" tIns="91425" rIns="91425" bIns="91425" anchor="t" anchorCtr="0">
            <a:noAutofit/>
          </a:bodyPr>
          <a:lstStyle/>
          <a:p>
            <a:pPr lvl="0"/>
            <a:r>
              <a:rPr lang="en-US" dirty="0" err="1"/>
              <a:t>Confronto</a:t>
            </a:r>
            <a:r>
              <a:rPr lang="en-US" dirty="0"/>
              <a:t> </a:t>
            </a:r>
            <a:r>
              <a:rPr lang="en-US" dirty="0" err="1">
                <a:solidFill>
                  <a:schemeClr val="accent3"/>
                </a:solidFill>
              </a:rPr>
              <a:t>Statistico</a:t>
            </a:r>
            <a:endParaRPr lang="en-US" dirty="0">
              <a:solidFill>
                <a:schemeClr val="accent3"/>
              </a:solidFill>
            </a:endParaRPr>
          </a:p>
        </p:txBody>
      </p:sp>
      <p:pic>
        <p:nvPicPr>
          <p:cNvPr id="435" name="Google Shape;435;p39">
            <a:extLst>
              <a:ext uri="{FF2B5EF4-FFF2-40B4-BE49-F238E27FC236}">
                <a16:creationId xmlns:a16="http://schemas.microsoft.com/office/drawing/2014/main" id="{F887B398-038D-BB12-7465-86FA55257352}"/>
              </a:ext>
            </a:extLst>
          </p:cNvPr>
          <p:cNvPicPr preferRelativeResize="0"/>
          <p:nvPr/>
        </p:nvPicPr>
        <p:blipFill>
          <a:blip r:embed="rId3">
            <a:alphaModFix/>
          </a:blip>
          <a:stretch>
            <a:fillRect/>
          </a:stretch>
        </p:blipFill>
        <p:spPr>
          <a:xfrm rot="2700148">
            <a:off x="7947197" y="4621120"/>
            <a:ext cx="364095" cy="461187"/>
          </a:xfrm>
          <a:prstGeom prst="rect">
            <a:avLst/>
          </a:prstGeom>
          <a:noFill/>
          <a:ln>
            <a:noFill/>
          </a:ln>
        </p:spPr>
      </p:pic>
      <mc:AlternateContent xmlns:mc="http://schemas.openxmlformats.org/markup-compatibility/2006">
        <mc:Choice xmlns:a14="http://schemas.microsoft.com/office/drawing/2010/main" Requires="a14">
          <p:graphicFrame>
            <p:nvGraphicFramePr>
              <p:cNvPr id="6" name="Table 5">
                <a:extLst>
                  <a:ext uri="{FF2B5EF4-FFF2-40B4-BE49-F238E27FC236}">
                    <a16:creationId xmlns:a16="http://schemas.microsoft.com/office/drawing/2014/main" id="{5B86B5D6-5331-B56B-A7F0-E0190EB69EF8}"/>
                  </a:ext>
                </a:extLst>
              </p:cNvPr>
              <p:cNvGraphicFramePr>
                <a:graphicFrameLocks noGrp="1"/>
              </p:cNvGraphicFramePr>
              <p:nvPr>
                <p:extLst>
                  <p:ext uri="{D42A27DB-BD31-4B8C-83A1-F6EECF244321}">
                    <p14:modId xmlns:p14="http://schemas.microsoft.com/office/powerpoint/2010/main" val="3755000814"/>
                  </p:ext>
                </p:extLst>
              </p:nvPr>
            </p:nvGraphicFramePr>
            <p:xfrm>
              <a:off x="615182" y="1372792"/>
              <a:ext cx="7913636" cy="3226216"/>
            </p:xfrm>
            <a:graphic>
              <a:graphicData uri="http://schemas.openxmlformats.org/drawingml/2006/table">
                <a:tbl>
                  <a:tblPr firstRow="1" bandRow="1">
                    <a:tableStyleId>{ADAE659C-C952-46C8-91E4-36EE228BC025}</a:tableStyleId>
                  </a:tblPr>
                  <a:tblGrid>
                    <a:gridCol w="1337812">
                      <a:extLst>
                        <a:ext uri="{9D8B030D-6E8A-4147-A177-3AD203B41FA5}">
                          <a16:colId xmlns:a16="http://schemas.microsoft.com/office/drawing/2014/main" val="3320819004"/>
                        </a:ext>
                      </a:extLst>
                    </a:gridCol>
                    <a:gridCol w="2174884">
                      <a:extLst>
                        <a:ext uri="{9D8B030D-6E8A-4147-A177-3AD203B41FA5}">
                          <a16:colId xmlns:a16="http://schemas.microsoft.com/office/drawing/2014/main" val="554133102"/>
                        </a:ext>
                      </a:extLst>
                    </a:gridCol>
                    <a:gridCol w="2200470">
                      <a:extLst>
                        <a:ext uri="{9D8B030D-6E8A-4147-A177-3AD203B41FA5}">
                          <a16:colId xmlns:a16="http://schemas.microsoft.com/office/drawing/2014/main" val="3958016419"/>
                        </a:ext>
                      </a:extLst>
                    </a:gridCol>
                    <a:gridCol w="2200470">
                      <a:extLst>
                        <a:ext uri="{9D8B030D-6E8A-4147-A177-3AD203B41FA5}">
                          <a16:colId xmlns:a16="http://schemas.microsoft.com/office/drawing/2014/main" val="3847586671"/>
                        </a:ext>
                      </a:extLst>
                    </a:gridCol>
                  </a:tblGrid>
                  <a:tr h="657971">
                    <a:tc>
                      <a:txBody>
                        <a:bodyPr/>
                        <a:lstStyle/>
                        <a:p>
                          <a:pPr algn="ctr"/>
                          <a:r>
                            <a:rPr lang="en-US" sz="1400" b="1" dirty="0">
                              <a:solidFill>
                                <a:schemeClr val="tx1"/>
                              </a:solidFill>
                              <a:latin typeface="Averia Serif Libre" panose="020B0604020202020204" charset="0"/>
                            </a:rPr>
                            <a:t>METRICA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TRADIZIONALE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ROCA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P-VALUE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32858198"/>
                      </a:ext>
                    </a:extLst>
                  </a:tr>
                  <a:tr h="513649">
                    <a:tc>
                      <a:txBody>
                        <a:bodyPr/>
                        <a:lstStyle/>
                        <a:p>
                          <a:pPr algn="ctr"/>
                          <a:r>
                            <a:rPr lang="en-US" sz="1400" b="1" dirty="0">
                              <a:solidFill>
                                <a:schemeClr val="tx1"/>
                              </a:solidFill>
                              <a:latin typeface="Baloo 2" panose="020B0604020202020204" charset="0"/>
                              <a:cs typeface="Baloo 2" panose="020B0604020202020204" charset="0"/>
                            </a:rPr>
                            <a:t>Sigma (σ)</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1.25 ± 0.12</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1.99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8215096"/>
                      </a:ext>
                    </a:extLst>
                  </a:tr>
                  <a:tr h="513649">
                    <a:tc>
                      <a:txBody>
                        <a:bodyPr/>
                        <a:lstStyle/>
                        <a:p>
                          <a:pPr algn="ctr"/>
                          <a:r>
                            <a:rPr lang="en-US" sz="1400" b="1" dirty="0" err="1">
                              <a:solidFill>
                                <a:schemeClr val="tx1"/>
                              </a:solidFill>
                              <a:latin typeface="Baloo 2" panose="020B0604020202020204" charset="0"/>
                              <a:cs typeface="Baloo 2" panose="020B0604020202020204" charset="0"/>
                            </a:rPr>
                            <a:t>Modularità</a:t>
                          </a:r>
                          <a:r>
                            <a:rPr lang="en-US" sz="1400" b="1" dirty="0">
                              <a:solidFill>
                                <a:schemeClr val="tx1"/>
                              </a:solidFill>
                              <a:latin typeface="Baloo 2" panose="020B0604020202020204" charset="0"/>
                              <a:cs typeface="Baloo 2" panose="020B0604020202020204" charset="0"/>
                            </a:rPr>
                            <a:t> (</a:t>
                          </a:r>
                          <a14:m>
                            <m:oMath xmlns:m="http://schemas.openxmlformats.org/officeDocument/2006/math">
                              <m:r>
                                <a:rPr lang="en-US" sz="1400" b="1" i="1" dirty="0" smtClean="0">
                                  <a:solidFill>
                                    <a:schemeClr val="tx1"/>
                                  </a:solidFill>
                                  <a:latin typeface="Cambria Math" panose="02040503050406030204" pitchFamily="18" charset="0"/>
                                  <a:cs typeface="Baloo 2" panose="020B0604020202020204" charset="0"/>
                                </a:rPr>
                                <m:t>𝑸</m:t>
                              </m:r>
                            </m:oMath>
                          </a14:m>
                          <a:r>
                            <a:rPr lang="en-US" sz="1400" b="1" dirty="0">
                              <a:solidFill>
                                <a:schemeClr val="tx1"/>
                              </a:solidFill>
                              <a:latin typeface="Baloo 2" panose="020B0604020202020204" charset="0"/>
                              <a:cs typeface="Baloo 2" panose="020B0604020202020204" charset="0"/>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0.023 ± 0.01</a:t>
                          </a:r>
                          <a:endParaRPr lang="pl-PL" sz="1400" i="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0.164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20408026"/>
                      </a:ext>
                    </a:extLst>
                  </a:tr>
                  <a:tr h="513649">
                    <a:tc>
                      <a:txBody>
                        <a:bodyPr/>
                        <a:lstStyle/>
                        <a:p>
                          <a:pPr algn="ctr"/>
                          <a:r>
                            <a:rPr lang="en-US" sz="1400" b="1" dirty="0">
                              <a:solidFill>
                                <a:schemeClr val="tx1"/>
                              </a:solidFill>
                              <a:latin typeface="Baloo 2" panose="020B0604020202020204" charset="0"/>
                              <a:cs typeface="Baloo 2" panose="020B0604020202020204" charset="0"/>
                            </a:rPr>
                            <a:t>Clustering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0.87 ± 0.03</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0.78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51585361"/>
                      </a:ext>
                    </a:extLst>
                  </a:tr>
                  <a:tr h="513649">
                    <a:tc>
                      <a:txBody>
                        <a:bodyPr/>
                        <a:lstStyle/>
                        <a:p>
                          <a:pPr algn="ctr"/>
                          <a:r>
                            <a:rPr lang="en-US" sz="1400" b="1" dirty="0">
                              <a:solidFill>
                                <a:schemeClr val="tx1"/>
                              </a:solidFill>
                              <a:latin typeface="Baloo 2" panose="020B0604020202020204" charset="0"/>
                              <a:cs typeface="Baloo 2" panose="020B0604020202020204" charset="0"/>
                            </a:rPr>
                            <a:t>Path Length</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1.20 ± 0.08</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1.60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475731"/>
                      </a:ext>
                    </a:extLst>
                  </a:tr>
                  <a:tr h="513649">
                    <a:tc>
                      <a:txBody>
                        <a:bodyPr/>
                        <a:lstStyle/>
                        <a:p>
                          <a:pPr algn="ctr"/>
                          <a:r>
                            <a:rPr lang="en-US" sz="1400" b="1" dirty="0" err="1">
                              <a:solidFill>
                                <a:schemeClr val="tx1"/>
                              </a:solidFill>
                              <a:latin typeface="Baloo 2" panose="020B0604020202020204" charset="0"/>
                              <a:cs typeface="Baloo 2" panose="020B0604020202020204" charset="0"/>
                            </a:rPr>
                            <a:t>Densità</a:t>
                          </a:r>
                          <a:endParaRPr lang="en-US" sz="1400" b="1"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0.74 ± 0.06</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0.40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7040930"/>
                      </a:ext>
                    </a:extLst>
                  </a:tr>
                </a:tbl>
              </a:graphicData>
            </a:graphic>
          </p:graphicFrame>
        </mc:Choice>
        <mc:Fallback>
          <p:graphicFrame>
            <p:nvGraphicFramePr>
              <p:cNvPr id="6" name="Table 5">
                <a:extLst>
                  <a:ext uri="{FF2B5EF4-FFF2-40B4-BE49-F238E27FC236}">
                    <a16:creationId xmlns:a16="http://schemas.microsoft.com/office/drawing/2014/main" id="{5B86B5D6-5331-B56B-A7F0-E0190EB69EF8}"/>
                  </a:ext>
                </a:extLst>
              </p:cNvPr>
              <p:cNvGraphicFramePr>
                <a:graphicFrameLocks noGrp="1"/>
              </p:cNvGraphicFramePr>
              <p:nvPr>
                <p:extLst>
                  <p:ext uri="{D42A27DB-BD31-4B8C-83A1-F6EECF244321}">
                    <p14:modId xmlns:p14="http://schemas.microsoft.com/office/powerpoint/2010/main" val="3755000814"/>
                  </p:ext>
                </p:extLst>
              </p:nvPr>
            </p:nvGraphicFramePr>
            <p:xfrm>
              <a:off x="615182" y="1372792"/>
              <a:ext cx="7913636" cy="3226216"/>
            </p:xfrm>
            <a:graphic>
              <a:graphicData uri="http://schemas.openxmlformats.org/drawingml/2006/table">
                <a:tbl>
                  <a:tblPr firstRow="1" bandRow="1">
                    <a:tableStyleId>{ADAE659C-C952-46C8-91E4-36EE228BC025}</a:tableStyleId>
                  </a:tblPr>
                  <a:tblGrid>
                    <a:gridCol w="1337812">
                      <a:extLst>
                        <a:ext uri="{9D8B030D-6E8A-4147-A177-3AD203B41FA5}">
                          <a16:colId xmlns:a16="http://schemas.microsoft.com/office/drawing/2014/main" val="3320819004"/>
                        </a:ext>
                      </a:extLst>
                    </a:gridCol>
                    <a:gridCol w="2174884">
                      <a:extLst>
                        <a:ext uri="{9D8B030D-6E8A-4147-A177-3AD203B41FA5}">
                          <a16:colId xmlns:a16="http://schemas.microsoft.com/office/drawing/2014/main" val="554133102"/>
                        </a:ext>
                      </a:extLst>
                    </a:gridCol>
                    <a:gridCol w="2200470">
                      <a:extLst>
                        <a:ext uri="{9D8B030D-6E8A-4147-A177-3AD203B41FA5}">
                          <a16:colId xmlns:a16="http://schemas.microsoft.com/office/drawing/2014/main" val="3958016419"/>
                        </a:ext>
                      </a:extLst>
                    </a:gridCol>
                    <a:gridCol w="2200470">
                      <a:extLst>
                        <a:ext uri="{9D8B030D-6E8A-4147-A177-3AD203B41FA5}">
                          <a16:colId xmlns:a16="http://schemas.microsoft.com/office/drawing/2014/main" val="3847586671"/>
                        </a:ext>
                      </a:extLst>
                    </a:gridCol>
                  </a:tblGrid>
                  <a:tr h="657971">
                    <a:tc>
                      <a:txBody>
                        <a:bodyPr/>
                        <a:lstStyle/>
                        <a:p>
                          <a:pPr algn="ctr"/>
                          <a:r>
                            <a:rPr lang="en-US" sz="1400" b="1" dirty="0">
                              <a:solidFill>
                                <a:schemeClr val="tx1"/>
                              </a:solidFill>
                              <a:latin typeface="Averia Serif Libre" panose="020B0604020202020204" charset="0"/>
                            </a:rPr>
                            <a:t>METRICA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TRADIZIONALE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ROCA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algn="ctr"/>
                          <a:r>
                            <a:rPr lang="en-US" sz="1400" b="1" dirty="0">
                              <a:solidFill>
                                <a:schemeClr val="tx1"/>
                              </a:solidFill>
                              <a:latin typeface="Averia Serif Libre" panose="020B0604020202020204" charset="0"/>
                            </a:rPr>
                            <a:t>P-VALUE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32858198"/>
                      </a:ext>
                    </a:extLst>
                  </a:tr>
                  <a:tr h="513649">
                    <a:tc>
                      <a:txBody>
                        <a:bodyPr/>
                        <a:lstStyle/>
                        <a:p>
                          <a:pPr algn="ctr"/>
                          <a:r>
                            <a:rPr lang="en-US" sz="1400" b="1" dirty="0">
                              <a:solidFill>
                                <a:schemeClr val="tx1"/>
                              </a:solidFill>
                              <a:latin typeface="Baloo 2" panose="020B0604020202020204" charset="0"/>
                              <a:cs typeface="Baloo 2" panose="020B0604020202020204" charset="0"/>
                            </a:rPr>
                            <a:t>Sigma (σ)</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tx1"/>
                              </a:solidFill>
                              <a:effectLst/>
                              <a:latin typeface="Baloo 2" panose="020B0604020202020204" charset="0"/>
                              <a:ea typeface="Arial"/>
                              <a:cs typeface="Baloo 2" panose="020B0604020202020204" charset="0"/>
                              <a:sym typeface="Arial"/>
                            </a:rPr>
                            <a:t>1.25 ± 0.12</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1.99</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8215096"/>
                      </a:ext>
                    </a:extLst>
                  </a:tr>
                  <a:tr h="513649">
                    <a:tc>
                      <a:txBody>
                        <a:bodyPr/>
                        <a:lstStyle/>
                        <a:p>
                          <a:endParaRPr 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blipFill>
                          <a:blip r:embed="rId4"/>
                          <a:stretch>
                            <a:fillRect l="-455" t="-227059" r="-491818" b="-300000"/>
                          </a:stretch>
                        </a:blip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0.023 ± 0.01</a:t>
                          </a:r>
                          <a:endParaRPr lang="pl-PL" sz="1400" i="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0.164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20408026"/>
                      </a:ext>
                    </a:extLst>
                  </a:tr>
                  <a:tr h="513649">
                    <a:tc>
                      <a:txBody>
                        <a:bodyPr/>
                        <a:lstStyle/>
                        <a:p>
                          <a:pPr algn="ctr"/>
                          <a:r>
                            <a:rPr lang="en-US" sz="1400" b="1" dirty="0">
                              <a:solidFill>
                                <a:schemeClr val="tx1"/>
                              </a:solidFill>
                              <a:latin typeface="Baloo 2" panose="020B0604020202020204" charset="0"/>
                              <a:cs typeface="Baloo 2" panose="020B0604020202020204" charset="0"/>
                            </a:rPr>
                            <a:t>Clustering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0.87 ± 0.03</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0.78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51585361"/>
                      </a:ext>
                    </a:extLst>
                  </a:tr>
                  <a:tr h="513649">
                    <a:tc>
                      <a:txBody>
                        <a:bodyPr/>
                        <a:lstStyle/>
                        <a:p>
                          <a:pPr algn="ctr"/>
                          <a:r>
                            <a:rPr lang="en-US" sz="1400" b="1" dirty="0">
                              <a:solidFill>
                                <a:schemeClr val="tx1"/>
                              </a:solidFill>
                              <a:latin typeface="Baloo 2" panose="020B0604020202020204" charset="0"/>
                              <a:cs typeface="Baloo 2" panose="020B0604020202020204" charset="0"/>
                            </a:rPr>
                            <a:t>Path Length</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1.20 ± 0.08</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1.60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3475731"/>
                      </a:ext>
                    </a:extLst>
                  </a:tr>
                  <a:tr h="513649">
                    <a:tc>
                      <a:txBody>
                        <a:bodyPr/>
                        <a:lstStyle/>
                        <a:p>
                          <a:pPr algn="ctr"/>
                          <a:r>
                            <a:rPr lang="en-US" sz="1400" b="1" dirty="0" err="1">
                              <a:solidFill>
                                <a:schemeClr val="tx1"/>
                              </a:solidFill>
                              <a:latin typeface="Baloo 2" panose="020B0604020202020204" charset="0"/>
                              <a:cs typeface="Baloo 2" panose="020B0604020202020204" charset="0"/>
                            </a:rPr>
                            <a:t>Densità</a:t>
                          </a:r>
                          <a:endParaRPr lang="en-US" sz="1400" b="1"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a:r>
                            <a:rPr lang="en-US" sz="1400" b="0" i="0" u="none" strike="noStrike" cap="none" dirty="0">
                              <a:solidFill>
                                <a:schemeClr val="tx1"/>
                              </a:solidFill>
                              <a:effectLst/>
                              <a:latin typeface="Baloo 2" panose="020B0604020202020204" charset="0"/>
                              <a:ea typeface="Arial"/>
                              <a:cs typeface="Baloo 2" panose="020B0604020202020204" charset="0"/>
                              <a:sym typeface="Arial"/>
                            </a:rPr>
                            <a:t>0.74 ± 0.06</a:t>
                          </a:r>
                          <a:endParaRPr lang="en-US" sz="1400" dirty="0">
                            <a:solidFill>
                              <a:schemeClr val="tx1"/>
                            </a:solidFill>
                            <a:latin typeface="Baloo 2" panose="020B0604020202020204" charset="0"/>
                            <a:cs typeface="Baloo 2" panose="020B060402020202020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0.40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400" dirty="0">
                              <a:solidFill>
                                <a:schemeClr val="tx1"/>
                              </a:solidFill>
                              <a:latin typeface="Baloo 2" panose="020B0604020202020204" charset="0"/>
                              <a:cs typeface="Baloo 2" panose="020B0604020202020204" charset="0"/>
                            </a:rPr>
                            <a:t>&lt;0.001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7040930"/>
                      </a:ext>
                    </a:extLst>
                  </a:tr>
                </a:tbl>
              </a:graphicData>
            </a:graphic>
          </p:graphicFrame>
        </mc:Fallback>
      </mc:AlternateContent>
      <p:pic>
        <p:nvPicPr>
          <p:cNvPr id="7" name="Google Shape;408;p37">
            <a:extLst>
              <a:ext uri="{FF2B5EF4-FFF2-40B4-BE49-F238E27FC236}">
                <a16:creationId xmlns:a16="http://schemas.microsoft.com/office/drawing/2014/main" id="{8F138EEF-4465-5D5B-DA79-156B549C82D6}"/>
              </a:ext>
            </a:extLst>
          </p:cNvPr>
          <p:cNvPicPr preferRelativeResize="0"/>
          <p:nvPr/>
        </p:nvPicPr>
        <p:blipFill rotWithShape="1">
          <a:blip r:embed="rId5">
            <a:alphaModFix/>
          </a:blip>
          <a:srcRect t="49657"/>
          <a:stretch/>
        </p:blipFill>
        <p:spPr>
          <a:xfrm>
            <a:off x="1598283" y="445025"/>
            <a:ext cx="1114616" cy="741098"/>
          </a:xfrm>
          <a:prstGeom prst="rect">
            <a:avLst/>
          </a:prstGeom>
          <a:noFill/>
          <a:ln>
            <a:noFill/>
          </a:ln>
        </p:spPr>
      </p:pic>
      <p:sp>
        <p:nvSpPr>
          <p:cNvPr id="8" name="Google Shape;413;p37">
            <a:extLst>
              <a:ext uri="{FF2B5EF4-FFF2-40B4-BE49-F238E27FC236}">
                <a16:creationId xmlns:a16="http://schemas.microsoft.com/office/drawing/2014/main" id="{E4B4BF25-DFD6-3717-1708-E089C8392C1D}"/>
              </a:ext>
            </a:extLst>
          </p:cNvPr>
          <p:cNvSpPr txBox="1">
            <a:spLocks/>
          </p:cNvSpPr>
          <p:nvPr/>
        </p:nvSpPr>
        <p:spPr>
          <a:xfrm>
            <a:off x="1788241" y="634982"/>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04</a:t>
            </a:r>
          </a:p>
        </p:txBody>
      </p:sp>
    </p:spTree>
    <p:extLst>
      <p:ext uri="{BB962C8B-B14F-4D97-AF65-F5344CB8AC3E}">
        <p14:creationId xmlns:p14="http://schemas.microsoft.com/office/powerpoint/2010/main" val="62413708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63ADDB62-564F-DE17-914C-852B0023E9FE}"/>
            </a:ext>
          </a:extLst>
        </p:cNvPr>
        <p:cNvGrpSpPr/>
        <p:nvPr/>
      </p:nvGrpSpPr>
      <p:grpSpPr>
        <a:xfrm>
          <a:off x="0" y="0"/>
          <a:ext cx="0" cy="0"/>
          <a:chOff x="0" y="0"/>
          <a:chExt cx="0" cy="0"/>
        </a:xfrm>
      </p:grpSpPr>
      <p:sp>
        <p:nvSpPr>
          <p:cNvPr id="939" name="Google Shape;939;p61">
            <a:extLst>
              <a:ext uri="{FF2B5EF4-FFF2-40B4-BE49-F238E27FC236}">
                <a16:creationId xmlns:a16="http://schemas.microsoft.com/office/drawing/2014/main" id="{12E21B92-E76E-B575-860D-8702335F686D}"/>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err="1">
                <a:solidFill>
                  <a:schemeClr val="accent3"/>
                </a:solidFill>
              </a:rPr>
              <a:t>Analisi</a:t>
            </a:r>
            <a:r>
              <a:rPr lang="en-US" dirty="0"/>
              <a:t> della </a:t>
            </a:r>
            <a:r>
              <a:rPr lang="en-US" dirty="0" err="1">
                <a:solidFill>
                  <a:schemeClr val="accent3"/>
                </a:solidFill>
              </a:rPr>
              <a:t>Centralità</a:t>
            </a:r>
            <a:endParaRPr dirty="0">
              <a:solidFill>
                <a:schemeClr val="accent3"/>
              </a:solidFill>
            </a:endParaRPr>
          </a:p>
        </p:txBody>
      </p:sp>
      <p:pic>
        <p:nvPicPr>
          <p:cNvPr id="957" name="Google Shape;957;p61">
            <a:extLst>
              <a:ext uri="{FF2B5EF4-FFF2-40B4-BE49-F238E27FC236}">
                <a16:creationId xmlns:a16="http://schemas.microsoft.com/office/drawing/2014/main" id="{6DCE04B5-0F94-1F58-53E0-2BB969F1DCAB}"/>
              </a:ext>
            </a:extLst>
          </p:cNvPr>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sp>
        <p:nvSpPr>
          <p:cNvPr id="18" name="Google Shape;404;p37">
            <a:extLst>
              <a:ext uri="{FF2B5EF4-FFF2-40B4-BE49-F238E27FC236}">
                <a16:creationId xmlns:a16="http://schemas.microsoft.com/office/drawing/2014/main" id="{A797FEFA-4928-4D95-E1AC-4A548574B7AC}"/>
              </a:ext>
            </a:extLst>
          </p:cNvPr>
          <p:cNvSpPr txBox="1">
            <a:spLocks/>
          </p:cNvSpPr>
          <p:nvPr/>
        </p:nvSpPr>
        <p:spPr>
          <a:xfrm>
            <a:off x="955761" y="1550633"/>
            <a:ext cx="2723243"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TRADIZIONALE</a:t>
            </a:r>
          </a:p>
        </p:txBody>
      </p:sp>
      <p:sp>
        <p:nvSpPr>
          <p:cNvPr id="19" name="Google Shape;404;p37">
            <a:extLst>
              <a:ext uri="{FF2B5EF4-FFF2-40B4-BE49-F238E27FC236}">
                <a16:creationId xmlns:a16="http://schemas.microsoft.com/office/drawing/2014/main" id="{A37AE7EA-E404-C390-7AFB-8D52334A9D87}"/>
              </a:ext>
            </a:extLst>
          </p:cNvPr>
          <p:cNvSpPr txBox="1">
            <a:spLocks/>
          </p:cNvSpPr>
          <p:nvPr/>
        </p:nvSpPr>
        <p:spPr>
          <a:xfrm>
            <a:off x="5237605" y="1550633"/>
            <a:ext cx="3043436"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ROCA (</a:t>
            </a:r>
            <a:r>
              <a:rPr lang="en-US" sz="1800" dirty="0" err="1">
                <a:solidFill>
                  <a:schemeClr val="accent4"/>
                </a:solidFill>
                <a:latin typeface="Averia Serif Libre" panose="020B0604020202020204" charset="0"/>
                <a:cs typeface="Baloo 2" panose="020B0604020202020204" charset="0"/>
              </a:rPr>
              <a:t>Avanguardia</a:t>
            </a:r>
            <a:r>
              <a:rPr lang="en-US" sz="1800" dirty="0">
                <a:solidFill>
                  <a:schemeClr val="accent4"/>
                </a:solidFill>
                <a:latin typeface="Averia Serif Libre" panose="020B0604020202020204" charset="0"/>
                <a:cs typeface="Baloo 2" panose="020B0604020202020204" charset="0"/>
              </a:rPr>
              <a:t>)     </a:t>
            </a:r>
          </a:p>
        </p:txBody>
      </p:sp>
      <p:sp>
        <p:nvSpPr>
          <p:cNvPr id="2" name="TextBox 1">
            <a:extLst>
              <a:ext uri="{FF2B5EF4-FFF2-40B4-BE49-F238E27FC236}">
                <a16:creationId xmlns:a16="http://schemas.microsoft.com/office/drawing/2014/main" id="{A6E6B82A-C25F-6AEA-9723-F430E4E2431E}"/>
              </a:ext>
            </a:extLst>
          </p:cNvPr>
          <p:cNvSpPr txBox="1"/>
          <p:nvPr/>
        </p:nvSpPr>
        <p:spPr>
          <a:xfrm>
            <a:off x="5237605" y="2478041"/>
            <a:ext cx="3329354" cy="646331"/>
          </a:xfrm>
          <a:prstGeom prst="rect">
            <a:avLst/>
          </a:prstGeom>
          <a:noFill/>
        </p:spPr>
        <p:txBody>
          <a:bodyPr wrap="square" rtlCol="0">
            <a:spAutoFit/>
          </a:bodyPr>
          <a:lstStyle/>
          <a:p>
            <a:r>
              <a:rPr lang="it-IT" sz="1800" b="1" dirty="0">
                <a:solidFill>
                  <a:schemeClr val="tx1"/>
                </a:solidFill>
                <a:latin typeface="Baloo 2" panose="020B0604020202020204" charset="0"/>
                <a:cs typeface="Baloo 2" panose="020B0604020202020204" charset="0"/>
              </a:rPr>
              <a:t>Nessun</a:t>
            </a:r>
            <a:r>
              <a:rPr lang="it-IT" sz="1800" dirty="0">
                <a:solidFill>
                  <a:schemeClr val="tx1"/>
                </a:solidFill>
                <a:latin typeface="Baloo 2" panose="020B0604020202020204" charset="0"/>
                <a:cs typeface="Baloo 2" panose="020B0604020202020204" charset="0"/>
              </a:rPr>
              <a:t> ingrediente domina</a:t>
            </a:r>
          </a:p>
          <a:p>
            <a:r>
              <a:rPr lang="it-IT" sz="1800" dirty="0">
                <a:solidFill>
                  <a:schemeClr val="tx1"/>
                </a:solidFill>
                <a:latin typeface="Baloo 2" panose="020B0604020202020204" charset="0"/>
                <a:cs typeface="Baloo 2" panose="020B0604020202020204" charset="0"/>
              </a:rPr>
              <a:t>eccessivamente</a:t>
            </a:r>
            <a:endParaRPr lang="en-US" sz="1800" dirty="0">
              <a:solidFill>
                <a:schemeClr val="tx1"/>
              </a:solidFill>
              <a:latin typeface="Baloo 2" panose="020B0604020202020204" charset="0"/>
              <a:cs typeface="Baloo 2" panose="020B0604020202020204" charset="0"/>
            </a:endParaRPr>
          </a:p>
        </p:txBody>
      </p:sp>
      <p:pic>
        <p:nvPicPr>
          <p:cNvPr id="9" name="Google Shape;408;p37">
            <a:extLst>
              <a:ext uri="{FF2B5EF4-FFF2-40B4-BE49-F238E27FC236}">
                <a16:creationId xmlns:a16="http://schemas.microsoft.com/office/drawing/2014/main" id="{F7D45920-CD38-C55D-D4E4-A631E2B14014}"/>
              </a:ext>
            </a:extLst>
          </p:cNvPr>
          <p:cNvPicPr preferRelativeResize="0"/>
          <p:nvPr/>
        </p:nvPicPr>
        <p:blipFill rotWithShape="1">
          <a:blip r:embed="rId4">
            <a:alphaModFix/>
          </a:blip>
          <a:srcRect t="49657"/>
          <a:stretch/>
        </p:blipFill>
        <p:spPr>
          <a:xfrm>
            <a:off x="449966" y="471912"/>
            <a:ext cx="1114616" cy="741098"/>
          </a:xfrm>
          <a:prstGeom prst="rect">
            <a:avLst/>
          </a:prstGeom>
          <a:noFill/>
          <a:ln>
            <a:noFill/>
          </a:ln>
        </p:spPr>
      </p:pic>
      <p:sp>
        <p:nvSpPr>
          <p:cNvPr id="11" name="Google Shape;413;p37">
            <a:extLst>
              <a:ext uri="{FF2B5EF4-FFF2-40B4-BE49-F238E27FC236}">
                <a16:creationId xmlns:a16="http://schemas.microsoft.com/office/drawing/2014/main" id="{E89B314F-9DA9-A71A-3CBB-C6A2F82C0F7B}"/>
              </a:ext>
            </a:extLst>
          </p:cNvPr>
          <p:cNvSpPr txBox="1">
            <a:spLocks/>
          </p:cNvSpPr>
          <p:nvPr/>
        </p:nvSpPr>
        <p:spPr>
          <a:xfrm>
            <a:off x="639924" y="661869"/>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05</a:t>
            </a:r>
          </a:p>
        </p:txBody>
      </p:sp>
      <p:sp>
        <p:nvSpPr>
          <p:cNvPr id="20" name="TextBox 19">
            <a:extLst>
              <a:ext uri="{FF2B5EF4-FFF2-40B4-BE49-F238E27FC236}">
                <a16:creationId xmlns:a16="http://schemas.microsoft.com/office/drawing/2014/main" id="{7E954B3D-3A9A-B1F7-4817-CC75ECADB74E}"/>
              </a:ext>
            </a:extLst>
          </p:cNvPr>
          <p:cNvSpPr txBox="1"/>
          <p:nvPr/>
        </p:nvSpPr>
        <p:spPr>
          <a:xfrm>
            <a:off x="933351" y="2051358"/>
            <a:ext cx="2768061" cy="1754326"/>
          </a:xfrm>
          <a:prstGeom prst="rect">
            <a:avLst/>
          </a:prstGeom>
          <a:noFill/>
        </p:spPr>
        <p:txBody>
          <a:bodyPr wrap="square" rtlCol="0">
            <a:spAutoFit/>
          </a:bodyPr>
          <a:lstStyle/>
          <a:p>
            <a:r>
              <a:rPr lang="it-IT" sz="1800" b="1" dirty="0">
                <a:solidFill>
                  <a:schemeClr val="tx1"/>
                </a:solidFill>
                <a:latin typeface="Baloo 2" panose="020B0604020202020204" charset="0"/>
                <a:cs typeface="Baloo 2" panose="020B0604020202020204" charset="0"/>
              </a:rPr>
              <a:t>Top 5 (Betweenness):</a:t>
            </a:r>
          </a:p>
          <a:p>
            <a:r>
              <a:rPr lang="it-IT" sz="1800" dirty="0">
                <a:solidFill>
                  <a:schemeClr val="tx1"/>
                </a:solidFill>
                <a:latin typeface="Baloo 2" panose="020B0604020202020204" charset="0"/>
                <a:cs typeface="Baloo 2" panose="020B0604020202020204" charset="0"/>
              </a:rPr>
              <a:t>	Sale</a:t>
            </a:r>
          </a:p>
          <a:p>
            <a:r>
              <a:rPr lang="it-IT" sz="1800" dirty="0">
                <a:solidFill>
                  <a:schemeClr val="tx1"/>
                </a:solidFill>
                <a:latin typeface="Baloo 2" panose="020B0604020202020204" charset="0"/>
                <a:cs typeface="Baloo 2" panose="020B0604020202020204" charset="0"/>
              </a:rPr>
              <a:t>	Aglio</a:t>
            </a:r>
          </a:p>
          <a:p>
            <a:r>
              <a:rPr lang="it-IT" sz="1800" dirty="0">
                <a:solidFill>
                  <a:schemeClr val="tx1"/>
                </a:solidFill>
                <a:latin typeface="Baloo 2" panose="020B0604020202020204" charset="0"/>
                <a:cs typeface="Baloo 2" panose="020B0604020202020204" charset="0"/>
              </a:rPr>
              <a:t>	Olio d'oliva</a:t>
            </a:r>
          </a:p>
          <a:p>
            <a:r>
              <a:rPr lang="it-IT" sz="1800" dirty="0">
                <a:solidFill>
                  <a:schemeClr val="tx1"/>
                </a:solidFill>
                <a:latin typeface="Baloo 2" panose="020B0604020202020204" charset="0"/>
                <a:cs typeface="Baloo 2" panose="020B0604020202020204" charset="0"/>
              </a:rPr>
              <a:t>	Cipolla</a:t>
            </a:r>
          </a:p>
          <a:p>
            <a:r>
              <a:rPr lang="it-IT" sz="1800" dirty="0">
                <a:solidFill>
                  <a:schemeClr val="tx1"/>
                </a:solidFill>
                <a:latin typeface="Baloo 2" panose="020B0604020202020204" charset="0"/>
                <a:cs typeface="Baloo 2" panose="020B0604020202020204" charset="0"/>
              </a:rPr>
              <a:t>	Pepe</a:t>
            </a:r>
            <a:endParaRPr lang="en-US" sz="1800" dirty="0">
              <a:solidFill>
                <a:schemeClr val="tx1"/>
              </a:solidFill>
              <a:latin typeface="Baloo 2" panose="020B0604020202020204" charset="0"/>
              <a:cs typeface="Baloo 2" panose="020B0604020202020204" charset="0"/>
            </a:endParaRPr>
          </a:p>
        </p:txBody>
      </p:sp>
      <p:pic>
        <p:nvPicPr>
          <p:cNvPr id="25" name="Picture 24">
            <a:extLst>
              <a:ext uri="{FF2B5EF4-FFF2-40B4-BE49-F238E27FC236}">
                <a16:creationId xmlns:a16="http://schemas.microsoft.com/office/drawing/2014/main" id="{1926B670-E594-1EDA-7A02-A8665A055990}"/>
              </a:ext>
            </a:extLst>
          </p:cNvPr>
          <p:cNvPicPr>
            <a:picLocks noChangeAspect="1"/>
          </p:cNvPicPr>
          <p:nvPr/>
        </p:nvPicPr>
        <p:blipFill>
          <a:blip r:embed="rId5"/>
          <a:stretch>
            <a:fillRect/>
          </a:stretch>
        </p:blipFill>
        <p:spPr>
          <a:xfrm>
            <a:off x="2493477" y="2631211"/>
            <a:ext cx="194006" cy="194006"/>
          </a:xfrm>
          <a:prstGeom prst="rect">
            <a:avLst/>
          </a:prstGeom>
        </p:spPr>
      </p:pic>
      <p:pic>
        <p:nvPicPr>
          <p:cNvPr id="27" name="Picture 26">
            <a:extLst>
              <a:ext uri="{FF2B5EF4-FFF2-40B4-BE49-F238E27FC236}">
                <a16:creationId xmlns:a16="http://schemas.microsoft.com/office/drawing/2014/main" id="{43D7E4DC-704B-15CF-C8B8-72CD57299637}"/>
              </a:ext>
            </a:extLst>
          </p:cNvPr>
          <p:cNvPicPr>
            <a:picLocks noChangeAspect="1"/>
          </p:cNvPicPr>
          <p:nvPr/>
        </p:nvPicPr>
        <p:blipFill>
          <a:blip r:embed="rId6"/>
          <a:stretch>
            <a:fillRect/>
          </a:stretch>
        </p:blipFill>
        <p:spPr>
          <a:xfrm>
            <a:off x="1699367" y="2884434"/>
            <a:ext cx="239938" cy="239938"/>
          </a:xfrm>
          <a:prstGeom prst="rect">
            <a:avLst/>
          </a:prstGeom>
        </p:spPr>
      </p:pic>
      <p:pic>
        <p:nvPicPr>
          <p:cNvPr id="29" name="Picture 28">
            <a:extLst>
              <a:ext uri="{FF2B5EF4-FFF2-40B4-BE49-F238E27FC236}">
                <a16:creationId xmlns:a16="http://schemas.microsoft.com/office/drawing/2014/main" id="{A4122726-A100-CB39-F1FE-E242781D9A9C}"/>
              </a:ext>
            </a:extLst>
          </p:cNvPr>
          <p:cNvPicPr>
            <a:picLocks noChangeAspect="1"/>
          </p:cNvPicPr>
          <p:nvPr/>
        </p:nvPicPr>
        <p:blipFill>
          <a:blip r:embed="rId7"/>
          <a:stretch>
            <a:fillRect/>
          </a:stretch>
        </p:blipFill>
        <p:spPr>
          <a:xfrm>
            <a:off x="2687483" y="3168841"/>
            <a:ext cx="293219" cy="293219"/>
          </a:xfrm>
          <a:prstGeom prst="rect">
            <a:avLst/>
          </a:prstGeom>
        </p:spPr>
      </p:pic>
      <p:pic>
        <p:nvPicPr>
          <p:cNvPr id="31" name="Picture 30">
            <a:extLst>
              <a:ext uri="{FF2B5EF4-FFF2-40B4-BE49-F238E27FC236}">
                <a16:creationId xmlns:a16="http://schemas.microsoft.com/office/drawing/2014/main" id="{1AA52752-E004-5138-5B61-3798667E6E4B}"/>
              </a:ext>
            </a:extLst>
          </p:cNvPr>
          <p:cNvPicPr>
            <a:picLocks noChangeAspect="1"/>
          </p:cNvPicPr>
          <p:nvPr/>
        </p:nvPicPr>
        <p:blipFill>
          <a:blip r:embed="rId8"/>
          <a:stretch>
            <a:fillRect/>
          </a:stretch>
        </p:blipFill>
        <p:spPr>
          <a:xfrm>
            <a:off x="1739603" y="3511673"/>
            <a:ext cx="159466" cy="159466"/>
          </a:xfrm>
          <a:prstGeom prst="rect">
            <a:avLst/>
          </a:prstGeom>
        </p:spPr>
      </p:pic>
      <p:pic>
        <p:nvPicPr>
          <p:cNvPr id="33" name="Picture 32">
            <a:extLst>
              <a:ext uri="{FF2B5EF4-FFF2-40B4-BE49-F238E27FC236}">
                <a16:creationId xmlns:a16="http://schemas.microsoft.com/office/drawing/2014/main" id="{21E99B78-EAD8-4F1E-D612-F7CF9A90F691}"/>
              </a:ext>
            </a:extLst>
          </p:cNvPr>
          <p:cNvPicPr>
            <a:picLocks noChangeAspect="1"/>
          </p:cNvPicPr>
          <p:nvPr/>
        </p:nvPicPr>
        <p:blipFill>
          <a:blip r:embed="rId9"/>
          <a:stretch>
            <a:fillRect/>
          </a:stretch>
        </p:blipFill>
        <p:spPr>
          <a:xfrm>
            <a:off x="1779840" y="2398308"/>
            <a:ext cx="159465" cy="159465"/>
          </a:xfrm>
          <a:prstGeom prst="rect">
            <a:avLst/>
          </a:prstGeom>
        </p:spPr>
      </p:pic>
      <p:pic>
        <p:nvPicPr>
          <p:cNvPr id="34" name="Picture 33">
            <a:extLst>
              <a:ext uri="{FF2B5EF4-FFF2-40B4-BE49-F238E27FC236}">
                <a16:creationId xmlns:a16="http://schemas.microsoft.com/office/drawing/2014/main" id="{6D48D5C3-44B9-17F6-92A0-7FCD95A1D701}"/>
              </a:ext>
            </a:extLst>
          </p:cNvPr>
          <p:cNvPicPr>
            <a:picLocks noChangeAspect="1"/>
          </p:cNvPicPr>
          <p:nvPr/>
        </p:nvPicPr>
        <p:blipFill>
          <a:blip r:embed="rId10"/>
          <a:stretch>
            <a:fillRect/>
          </a:stretch>
        </p:blipFill>
        <p:spPr>
          <a:xfrm>
            <a:off x="3596346" y="3094254"/>
            <a:ext cx="1684159" cy="1684159"/>
          </a:xfrm>
          <a:prstGeom prst="rect">
            <a:avLst/>
          </a:prstGeom>
        </p:spPr>
      </p:pic>
    </p:spTree>
    <p:extLst>
      <p:ext uri="{BB962C8B-B14F-4D97-AF65-F5344CB8AC3E}">
        <p14:creationId xmlns:p14="http://schemas.microsoft.com/office/powerpoint/2010/main" val="208698359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0773908F-A6F6-8A04-6D45-F74127968E5F}"/>
            </a:ext>
          </a:extLst>
        </p:cNvPr>
        <p:cNvGrpSpPr/>
        <p:nvPr/>
      </p:nvGrpSpPr>
      <p:grpSpPr>
        <a:xfrm>
          <a:off x="0" y="0"/>
          <a:ext cx="0" cy="0"/>
          <a:chOff x="0" y="0"/>
          <a:chExt cx="0" cy="0"/>
        </a:xfrm>
      </p:grpSpPr>
      <p:sp>
        <p:nvSpPr>
          <p:cNvPr id="939" name="Google Shape;939;p61">
            <a:extLst>
              <a:ext uri="{FF2B5EF4-FFF2-40B4-BE49-F238E27FC236}">
                <a16:creationId xmlns:a16="http://schemas.microsoft.com/office/drawing/2014/main" id="{2EBC2854-A058-5634-45A7-DDB32116B788}"/>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err="1">
                <a:solidFill>
                  <a:schemeClr val="accent3"/>
                </a:solidFill>
              </a:rPr>
              <a:t>Analisi</a:t>
            </a:r>
            <a:r>
              <a:rPr lang="en-US" dirty="0"/>
              <a:t> della </a:t>
            </a:r>
            <a:r>
              <a:rPr lang="en-US" dirty="0" err="1">
                <a:solidFill>
                  <a:schemeClr val="accent3"/>
                </a:solidFill>
              </a:rPr>
              <a:t>Centralità</a:t>
            </a:r>
            <a:endParaRPr dirty="0">
              <a:solidFill>
                <a:schemeClr val="accent3"/>
              </a:solidFill>
            </a:endParaRPr>
          </a:p>
        </p:txBody>
      </p:sp>
      <p:pic>
        <p:nvPicPr>
          <p:cNvPr id="957" name="Google Shape;957;p61">
            <a:extLst>
              <a:ext uri="{FF2B5EF4-FFF2-40B4-BE49-F238E27FC236}">
                <a16:creationId xmlns:a16="http://schemas.microsoft.com/office/drawing/2014/main" id="{CD0536F8-4CCD-4320-EACA-9FA6B40A31DB}"/>
              </a:ext>
            </a:extLst>
          </p:cNvPr>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sp>
        <p:nvSpPr>
          <p:cNvPr id="18" name="Google Shape;404;p37">
            <a:extLst>
              <a:ext uri="{FF2B5EF4-FFF2-40B4-BE49-F238E27FC236}">
                <a16:creationId xmlns:a16="http://schemas.microsoft.com/office/drawing/2014/main" id="{C64B2A28-00F9-9C53-F5EE-CCDAFA99AD13}"/>
              </a:ext>
            </a:extLst>
          </p:cNvPr>
          <p:cNvSpPr txBox="1">
            <a:spLocks/>
          </p:cNvSpPr>
          <p:nvPr/>
        </p:nvSpPr>
        <p:spPr>
          <a:xfrm>
            <a:off x="955761" y="1550633"/>
            <a:ext cx="2723243"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TRADIZIONALE</a:t>
            </a:r>
          </a:p>
        </p:txBody>
      </p:sp>
      <p:sp>
        <p:nvSpPr>
          <p:cNvPr id="19" name="Google Shape;404;p37">
            <a:extLst>
              <a:ext uri="{FF2B5EF4-FFF2-40B4-BE49-F238E27FC236}">
                <a16:creationId xmlns:a16="http://schemas.microsoft.com/office/drawing/2014/main" id="{8AB545A6-4910-2E2F-9C2F-1558A5159D4F}"/>
              </a:ext>
            </a:extLst>
          </p:cNvPr>
          <p:cNvSpPr txBox="1">
            <a:spLocks/>
          </p:cNvSpPr>
          <p:nvPr/>
        </p:nvSpPr>
        <p:spPr>
          <a:xfrm>
            <a:off x="5237605" y="1550633"/>
            <a:ext cx="3043436" cy="3945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1800" dirty="0">
                <a:solidFill>
                  <a:schemeClr val="accent4"/>
                </a:solidFill>
                <a:latin typeface="Averia Serif Libre" panose="020B0604020202020204" charset="0"/>
                <a:cs typeface="Baloo 2" panose="020B0604020202020204" charset="0"/>
              </a:rPr>
              <a:t>RETE ROCA (</a:t>
            </a:r>
            <a:r>
              <a:rPr lang="en-US" sz="1800" dirty="0" err="1">
                <a:solidFill>
                  <a:schemeClr val="accent4"/>
                </a:solidFill>
                <a:latin typeface="Averia Serif Libre" panose="020B0604020202020204" charset="0"/>
                <a:cs typeface="Baloo 2" panose="020B0604020202020204" charset="0"/>
              </a:rPr>
              <a:t>Avanguardia</a:t>
            </a:r>
            <a:r>
              <a:rPr lang="en-US" sz="1800" dirty="0">
                <a:solidFill>
                  <a:schemeClr val="accent4"/>
                </a:solidFill>
                <a:latin typeface="Averia Serif Libre" panose="020B0604020202020204" charset="0"/>
                <a:cs typeface="Baloo 2" panose="020B0604020202020204" charset="0"/>
              </a:rPr>
              <a:t>)     </a:t>
            </a:r>
          </a:p>
        </p:txBody>
      </p:sp>
      <p:sp>
        <p:nvSpPr>
          <p:cNvPr id="2" name="TextBox 1">
            <a:extLst>
              <a:ext uri="{FF2B5EF4-FFF2-40B4-BE49-F238E27FC236}">
                <a16:creationId xmlns:a16="http://schemas.microsoft.com/office/drawing/2014/main" id="{D2C97784-F326-4184-FB69-4DD4B634820C}"/>
              </a:ext>
            </a:extLst>
          </p:cNvPr>
          <p:cNvSpPr txBox="1"/>
          <p:nvPr/>
        </p:nvSpPr>
        <p:spPr>
          <a:xfrm>
            <a:off x="5382856" y="2110506"/>
            <a:ext cx="3329354" cy="1200329"/>
          </a:xfrm>
          <a:prstGeom prst="rect">
            <a:avLst/>
          </a:prstGeom>
          <a:noFill/>
        </p:spPr>
        <p:txBody>
          <a:bodyPr wrap="square" rtlCol="0">
            <a:spAutoFit/>
          </a:bodyPr>
          <a:lstStyle/>
          <a:p>
            <a:r>
              <a:rPr lang="it-IT" sz="1800" b="1" dirty="0">
                <a:solidFill>
                  <a:schemeClr val="tx1"/>
                </a:solidFill>
                <a:latin typeface="Baloo 2" panose="020B0604020202020204" charset="0"/>
                <a:cs typeface="Baloo 2" panose="020B0604020202020204" charset="0"/>
              </a:rPr>
              <a:t>Caratteristiche:</a:t>
            </a:r>
          </a:p>
          <a:p>
            <a:r>
              <a:rPr lang="it-IT" sz="1800" dirty="0">
                <a:solidFill>
                  <a:schemeClr val="tx1"/>
                </a:solidFill>
                <a:latin typeface="Baloo 2" panose="020B0604020202020204" charset="0"/>
                <a:cs typeface="Baloo 2" panose="020B0604020202020204" charset="0"/>
              </a:rPr>
              <a:t>Distribuzione piatta</a:t>
            </a:r>
          </a:p>
          <a:p>
            <a:r>
              <a:rPr lang="it-IT" sz="1800" dirty="0">
                <a:solidFill>
                  <a:schemeClr val="tx1"/>
                </a:solidFill>
                <a:latin typeface="Baloo 2" panose="020B0604020202020204" charset="0"/>
                <a:cs typeface="Baloo 2" panose="020B0604020202020204" charset="0"/>
              </a:rPr>
              <a:t>Maggiore esplorazione Innovazione non vincolata</a:t>
            </a:r>
            <a:endParaRPr lang="en-US" sz="1800" dirty="0">
              <a:solidFill>
                <a:schemeClr val="tx1"/>
              </a:solidFill>
              <a:latin typeface="Baloo 2" panose="020B0604020202020204" charset="0"/>
              <a:cs typeface="Baloo 2" panose="020B0604020202020204" charset="0"/>
            </a:endParaRPr>
          </a:p>
        </p:txBody>
      </p:sp>
      <p:pic>
        <p:nvPicPr>
          <p:cNvPr id="9" name="Google Shape;408;p37">
            <a:extLst>
              <a:ext uri="{FF2B5EF4-FFF2-40B4-BE49-F238E27FC236}">
                <a16:creationId xmlns:a16="http://schemas.microsoft.com/office/drawing/2014/main" id="{0BABA738-8113-6AA0-FADE-7D459FA563F5}"/>
              </a:ext>
            </a:extLst>
          </p:cNvPr>
          <p:cNvPicPr preferRelativeResize="0"/>
          <p:nvPr/>
        </p:nvPicPr>
        <p:blipFill rotWithShape="1">
          <a:blip r:embed="rId4">
            <a:alphaModFix/>
          </a:blip>
          <a:srcRect t="49657"/>
          <a:stretch/>
        </p:blipFill>
        <p:spPr>
          <a:xfrm>
            <a:off x="449966" y="471912"/>
            <a:ext cx="1114616" cy="741098"/>
          </a:xfrm>
          <a:prstGeom prst="rect">
            <a:avLst/>
          </a:prstGeom>
          <a:noFill/>
          <a:ln>
            <a:noFill/>
          </a:ln>
        </p:spPr>
      </p:pic>
      <p:sp>
        <p:nvSpPr>
          <p:cNvPr id="11" name="Google Shape;413;p37">
            <a:extLst>
              <a:ext uri="{FF2B5EF4-FFF2-40B4-BE49-F238E27FC236}">
                <a16:creationId xmlns:a16="http://schemas.microsoft.com/office/drawing/2014/main" id="{B049A830-115A-4656-C5C6-386A4FD7375B}"/>
              </a:ext>
            </a:extLst>
          </p:cNvPr>
          <p:cNvSpPr txBox="1">
            <a:spLocks/>
          </p:cNvSpPr>
          <p:nvPr/>
        </p:nvSpPr>
        <p:spPr>
          <a:xfrm>
            <a:off x="639924" y="661869"/>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05</a:t>
            </a:r>
          </a:p>
        </p:txBody>
      </p:sp>
      <p:sp>
        <p:nvSpPr>
          <p:cNvPr id="20" name="TextBox 19">
            <a:extLst>
              <a:ext uri="{FF2B5EF4-FFF2-40B4-BE49-F238E27FC236}">
                <a16:creationId xmlns:a16="http://schemas.microsoft.com/office/drawing/2014/main" id="{C7940F3E-57FC-D36F-D2C5-E209870C784B}"/>
              </a:ext>
            </a:extLst>
          </p:cNvPr>
          <p:cNvSpPr txBox="1"/>
          <p:nvPr/>
        </p:nvSpPr>
        <p:spPr>
          <a:xfrm>
            <a:off x="933351" y="2051358"/>
            <a:ext cx="3070613" cy="1200329"/>
          </a:xfrm>
          <a:prstGeom prst="rect">
            <a:avLst/>
          </a:prstGeom>
          <a:noFill/>
        </p:spPr>
        <p:txBody>
          <a:bodyPr wrap="square" rtlCol="0">
            <a:spAutoFit/>
          </a:bodyPr>
          <a:lstStyle/>
          <a:p>
            <a:r>
              <a:rPr lang="it-IT" sz="1800" b="1" dirty="0">
                <a:solidFill>
                  <a:schemeClr val="tx1"/>
                </a:solidFill>
                <a:latin typeface="Baloo 2" panose="020B0604020202020204" charset="0"/>
                <a:cs typeface="Baloo 2" panose="020B0604020202020204" charset="0"/>
              </a:rPr>
              <a:t>Caratteristiche:</a:t>
            </a:r>
          </a:p>
          <a:p>
            <a:r>
              <a:rPr lang="it-IT" sz="1800" dirty="0">
                <a:solidFill>
                  <a:schemeClr val="tx1"/>
                </a:solidFill>
                <a:latin typeface="Baloo 2" panose="020B0604020202020204" charset="0"/>
                <a:cs typeface="Baloo 2" panose="020B0604020202020204" charset="0"/>
              </a:rPr>
              <a:t>Pochi "superstar" dominano</a:t>
            </a:r>
          </a:p>
          <a:p>
            <a:r>
              <a:rPr lang="it-IT" sz="1800" dirty="0">
                <a:solidFill>
                  <a:schemeClr val="tx1"/>
                </a:solidFill>
                <a:latin typeface="Baloo 2" panose="020B0604020202020204" charset="0"/>
                <a:cs typeface="Baloo 2" panose="020B0604020202020204" charset="0"/>
              </a:rPr>
              <a:t>Centralizzazione elevata</a:t>
            </a:r>
          </a:p>
          <a:p>
            <a:r>
              <a:rPr lang="it-IT" sz="1800" dirty="0">
                <a:solidFill>
                  <a:schemeClr val="tx1"/>
                </a:solidFill>
                <a:latin typeface="Baloo 2" panose="020B0604020202020204" charset="0"/>
                <a:cs typeface="Baloo 2" panose="020B0604020202020204" charset="0"/>
              </a:rPr>
              <a:t>Ingredienti canonici</a:t>
            </a:r>
            <a:endParaRPr lang="en-US" sz="1800" dirty="0">
              <a:solidFill>
                <a:schemeClr val="tx1"/>
              </a:solidFill>
              <a:latin typeface="Baloo 2" panose="020B0604020202020204" charset="0"/>
              <a:cs typeface="Baloo 2" panose="020B0604020202020204" charset="0"/>
            </a:endParaRPr>
          </a:p>
        </p:txBody>
      </p:sp>
      <p:pic>
        <p:nvPicPr>
          <p:cNvPr id="22" name="Picture 21">
            <a:extLst>
              <a:ext uri="{FF2B5EF4-FFF2-40B4-BE49-F238E27FC236}">
                <a16:creationId xmlns:a16="http://schemas.microsoft.com/office/drawing/2014/main" id="{B845B59F-5B73-13F2-4DA3-86B7E7B29697}"/>
              </a:ext>
            </a:extLst>
          </p:cNvPr>
          <p:cNvPicPr>
            <a:picLocks noChangeAspect="1"/>
          </p:cNvPicPr>
          <p:nvPr/>
        </p:nvPicPr>
        <p:blipFill>
          <a:blip r:embed="rId5"/>
          <a:stretch>
            <a:fillRect/>
          </a:stretch>
        </p:blipFill>
        <p:spPr>
          <a:xfrm>
            <a:off x="3596346" y="3094254"/>
            <a:ext cx="1684159" cy="1684159"/>
          </a:xfrm>
          <a:prstGeom prst="rect">
            <a:avLst/>
          </a:prstGeom>
        </p:spPr>
      </p:pic>
      <p:pic>
        <p:nvPicPr>
          <p:cNvPr id="25" name="Picture 24">
            <a:extLst>
              <a:ext uri="{FF2B5EF4-FFF2-40B4-BE49-F238E27FC236}">
                <a16:creationId xmlns:a16="http://schemas.microsoft.com/office/drawing/2014/main" id="{C8821861-3BF6-9F45-884C-2A545735EA03}"/>
              </a:ext>
            </a:extLst>
          </p:cNvPr>
          <p:cNvPicPr>
            <a:picLocks noChangeAspect="1"/>
          </p:cNvPicPr>
          <p:nvPr/>
        </p:nvPicPr>
        <p:blipFill>
          <a:blip r:embed="rId6"/>
          <a:stretch>
            <a:fillRect/>
          </a:stretch>
        </p:blipFill>
        <p:spPr>
          <a:xfrm>
            <a:off x="2865442" y="2125128"/>
            <a:ext cx="194006" cy="194006"/>
          </a:xfrm>
          <a:prstGeom prst="rect">
            <a:avLst/>
          </a:prstGeom>
        </p:spPr>
      </p:pic>
      <p:pic>
        <p:nvPicPr>
          <p:cNvPr id="27" name="Picture 26">
            <a:extLst>
              <a:ext uri="{FF2B5EF4-FFF2-40B4-BE49-F238E27FC236}">
                <a16:creationId xmlns:a16="http://schemas.microsoft.com/office/drawing/2014/main" id="{96CDB32F-086D-D39F-CEDD-280615F37DD4}"/>
              </a:ext>
            </a:extLst>
          </p:cNvPr>
          <p:cNvPicPr>
            <a:picLocks noChangeAspect="1"/>
          </p:cNvPicPr>
          <p:nvPr/>
        </p:nvPicPr>
        <p:blipFill>
          <a:blip r:embed="rId7"/>
          <a:stretch>
            <a:fillRect/>
          </a:stretch>
        </p:blipFill>
        <p:spPr>
          <a:xfrm>
            <a:off x="776335" y="2854316"/>
            <a:ext cx="239938" cy="239938"/>
          </a:xfrm>
          <a:prstGeom prst="rect">
            <a:avLst/>
          </a:prstGeom>
        </p:spPr>
      </p:pic>
      <p:pic>
        <p:nvPicPr>
          <p:cNvPr id="29" name="Picture 28">
            <a:extLst>
              <a:ext uri="{FF2B5EF4-FFF2-40B4-BE49-F238E27FC236}">
                <a16:creationId xmlns:a16="http://schemas.microsoft.com/office/drawing/2014/main" id="{39AF298D-C6C7-A985-D3F4-4DD4CBA54310}"/>
              </a:ext>
            </a:extLst>
          </p:cNvPr>
          <p:cNvPicPr>
            <a:picLocks noChangeAspect="1"/>
          </p:cNvPicPr>
          <p:nvPr/>
        </p:nvPicPr>
        <p:blipFill>
          <a:blip r:embed="rId8"/>
          <a:stretch>
            <a:fillRect/>
          </a:stretch>
        </p:blipFill>
        <p:spPr>
          <a:xfrm>
            <a:off x="3059448" y="2901589"/>
            <a:ext cx="293219" cy="293219"/>
          </a:xfrm>
          <a:prstGeom prst="rect">
            <a:avLst/>
          </a:prstGeom>
        </p:spPr>
      </p:pic>
      <p:pic>
        <p:nvPicPr>
          <p:cNvPr id="31" name="Picture 30">
            <a:extLst>
              <a:ext uri="{FF2B5EF4-FFF2-40B4-BE49-F238E27FC236}">
                <a16:creationId xmlns:a16="http://schemas.microsoft.com/office/drawing/2014/main" id="{C37DB3C6-F749-86C5-6ED9-628509F02579}"/>
              </a:ext>
            </a:extLst>
          </p:cNvPr>
          <p:cNvPicPr>
            <a:picLocks noChangeAspect="1"/>
          </p:cNvPicPr>
          <p:nvPr/>
        </p:nvPicPr>
        <p:blipFill>
          <a:blip r:embed="rId9"/>
          <a:stretch>
            <a:fillRect/>
          </a:stretch>
        </p:blipFill>
        <p:spPr>
          <a:xfrm>
            <a:off x="3599271" y="2641740"/>
            <a:ext cx="159466" cy="159466"/>
          </a:xfrm>
          <a:prstGeom prst="rect">
            <a:avLst/>
          </a:prstGeom>
        </p:spPr>
      </p:pic>
      <p:pic>
        <p:nvPicPr>
          <p:cNvPr id="33" name="Picture 32">
            <a:extLst>
              <a:ext uri="{FF2B5EF4-FFF2-40B4-BE49-F238E27FC236}">
                <a16:creationId xmlns:a16="http://schemas.microsoft.com/office/drawing/2014/main" id="{CE30D9DD-242D-4342-739C-2A68304E2682}"/>
              </a:ext>
            </a:extLst>
          </p:cNvPr>
          <p:cNvPicPr>
            <a:picLocks noChangeAspect="1"/>
          </p:cNvPicPr>
          <p:nvPr/>
        </p:nvPicPr>
        <p:blipFill>
          <a:blip r:embed="rId10"/>
          <a:stretch>
            <a:fillRect/>
          </a:stretch>
        </p:blipFill>
        <p:spPr>
          <a:xfrm>
            <a:off x="853618" y="2398308"/>
            <a:ext cx="159465" cy="159465"/>
          </a:xfrm>
          <a:prstGeom prst="rect">
            <a:avLst/>
          </a:prstGeom>
        </p:spPr>
      </p:pic>
      <p:pic>
        <p:nvPicPr>
          <p:cNvPr id="4" name="Picture 3">
            <a:extLst>
              <a:ext uri="{FF2B5EF4-FFF2-40B4-BE49-F238E27FC236}">
                <a16:creationId xmlns:a16="http://schemas.microsoft.com/office/drawing/2014/main" id="{C7D87A4D-0060-AB83-A756-F1EBCBBD20B4}"/>
              </a:ext>
            </a:extLst>
          </p:cNvPr>
          <p:cNvPicPr>
            <a:picLocks noChangeAspect="1"/>
          </p:cNvPicPr>
          <p:nvPr/>
        </p:nvPicPr>
        <p:blipFill>
          <a:blip r:embed="rId11"/>
          <a:stretch>
            <a:fillRect/>
          </a:stretch>
        </p:blipFill>
        <p:spPr>
          <a:xfrm>
            <a:off x="5332529" y="2635431"/>
            <a:ext cx="146610" cy="146610"/>
          </a:xfrm>
          <a:prstGeom prst="rect">
            <a:avLst/>
          </a:prstGeom>
        </p:spPr>
      </p:pic>
      <p:pic>
        <p:nvPicPr>
          <p:cNvPr id="6" name="Picture 5">
            <a:extLst>
              <a:ext uri="{FF2B5EF4-FFF2-40B4-BE49-F238E27FC236}">
                <a16:creationId xmlns:a16="http://schemas.microsoft.com/office/drawing/2014/main" id="{42096A46-7531-544E-BA32-A9100640F3DA}"/>
              </a:ext>
            </a:extLst>
          </p:cNvPr>
          <p:cNvPicPr>
            <a:picLocks noChangeAspect="1"/>
          </p:cNvPicPr>
          <p:nvPr/>
        </p:nvPicPr>
        <p:blipFill>
          <a:blip r:embed="rId12"/>
          <a:stretch>
            <a:fillRect/>
          </a:stretch>
        </p:blipFill>
        <p:spPr>
          <a:xfrm>
            <a:off x="7776529" y="2729123"/>
            <a:ext cx="250386" cy="250386"/>
          </a:xfrm>
          <a:prstGeom prst="rect">
            <a:avLst/>
          </a:prstGeom>
        </p:spPr>
      </p:pic>
      <p:pic>
        <p:nvPicPr>
          <p:cNvPr id="8" name="Picture 7">
            <a:extLst>
              <a:ext uri="{FF2B5EF4-FFF2-40B4-BE49-F238E27FC236}">
                <a16:creationId xmlns:a16="http://schemas.microsoft.com/office/drawing/2014/main" id="{EB5FB80E-E9AC-382B-2FAF-C05749AF5C75}"/>
              </a:ext>
            </a:extLst>
          </p:cNvPr>
          <p:cNvPicPr>
            <a:picLocks noChangeAspect="1"/>
          </p:cNvPicPr>
          <p:nvPr/>
        </p:nvPicPr>
        <p:blipFill>
          <a:blip r:embed="rId13"/>
          <a:stretch>
            <a:fillRect/>
          </a:stretch>
        </p:blipFill>
        <p:spPr>
          <a:xfrm>
            <a:off x="5314622" y="3182379"/>
            <a:ext cx="250386" cy="250386"/>
          </a:xfrm>
          <a:prstGeom prst="rect">
            <a:avLst/>
          </a:prstGeom>
        </p:spPr>
      </p:pic>
      <p:pic>
        <p:nvPicPr>
          <p:cNvPr id="12" name="Picture 11">
            <a:extLst>
              <a:ext uri="{FF2B5EF4-FFF2-40B4-BE49-F238E27FC236}">
                <a16:creationId xmlns:a16="http://schemas.microsoft.com/office/drawing/2014/main" id="{F30733DF-F480-9515-41D9-31C1D86C9407}"/>
              </a:ext>
            </a:extLst>
          </p:cNvPr>
          <p:cNvPicPr>
            <a:picLocks noChangeAspect="1"/>
          </p:cNvPicPr>
          <p:nvPr/>
        </p:nvPicPr>
        <p:blipFill>
          <a:blip r:embed="rId14"/>
          <a:stretch>
            <a:fillRect/>
          </a:stretch>
        </p:blipFill>
        <p:spPr>
          <a:xfrm>
            <a:off x="7200485" y="2260714"/>
            <a:ext cx="158153" cy="158153"/>
          </a:xfrm>
          <a:prstGeom prst="rect">
            <a:avLst/>
          </a:prstGeom>
        </p:spPr>
      </p:pic>
      <p:pic>
        <p:nvPicPr>
          <p:cNvPr id="14" name="Picture 13">
            <a:extLst>
              <a:ext uri="{FF2B5EF4-FFF2-40B4-BE49-F238E27FC236}">
                <a16:creationId xmlns:a16="http://schemas.microsoft.com/office/drawing/2014/main" id="{C8EB4DCD-9EC5-73A1-76D7-23A2F342D89E}"/>
              </a:ext>
            </a:extLst>
          </p:cNvPr>
          <p:cNvPicPr>
            <a:picLocks noChangeAspect="1"/>
          </p:cNvPicPr>
          <p:nvPr/>
        </p:nvPicPr>
        <p:blipFill>
          <a:blip r:embed="rId15"/>
          <a:stretch>
            <a:fillRect/>
          </a:stretch>
        </p:blipFill>
        <p:spPr>
          <a:xfrm>
            <a:off x="5266439" y="1950203"/>
            <a:ext cx="278789" cy="278789"/>
          </a:xfrm>
          <a:prstGeom prst="rect">
            <a:avLst/>
          </a:prstGeom>
        </p:spPr>
      </p:pic>
    </p:spTree>
    <p:extLst>
      <p:ext uri="{BB962C8B-B14F-4D97-AF65-F5344CB8AC3E}">
        <p14:creationId xmlns:p14="http://schemas.microsoft.com/office/powerpoint/2010/main" val="46291378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50"/>
        <p:cNvGrpSpPr/>
        <p:nvPr/>
      </p:nvGrpSpPr>
      <p:grpSpPr>
        <a:xfrm>
          <a:off x="0" y="0"/>
          <a:ext cx="0" cy="0"/>
          <a:chOff x="0" y="0"/>
          <a:chExt cx="0" cy="0"/>
        </a:xfrm>
      </p:grpSpPr>
      <p:sp>
        <p:nvSpPr>
          <p:cNvPr id="452" name="Google Shape;452;p41"/>
          <p:cNvSpPr txBox="1">
            <a:spLocks noGrp="1"/>
          </p:cNvSpPr>
          <p:nvPr>
            <p:ph type="subTitle" idx="1"/>
          </p:nvPr>
        </p:nvSpPr>
        <p:spPr>
          <a:xfrm>
            <a:off x="1888690" y="1392817"/>
            <a:ext cx="5366620" cy="1016400"/>
          </a:xfrm>
          <a:prstGeom prst="rect">
            <a:avLst/>
          </a:prstGeom>
        </p:spPr>
        <p:txBody>
          <a:bodyPr spcFirstLastPara="1" wrap="square" lIns="91425" tIns="91425" rIns="91425" bIns="91425" anchor="ctr" anchorCtr="0">
            <a:noAutofit/>
          </a:bodyPr>
          <a:lstStyle/>
          <a:p>
            <a:pPr marL="0" lvl="0" indent="0" algn="l"/>
            <a:r>
              <a:rPr lang="it-IT" dirty="0"/>
              <a:t>Dataset Ahn et al. (2011) - Nature Scientific Reports</a:t>
            </a:r>
          </a:p>
          <a:p>
            <a:pPr marL="0" lvl="0" indent="0" algn="l"/>
            <a:r>
              <a:rPr lang="it-IT" dirty="0"/>
              <a:t>• 1.531 ingredienti analizzati scientificamente</a:t>
            </a:r>
          </a:p>
          <a:p>
            <a:pPr marL="0" lvl="0" indent="0" algn="l"/>
            <a:r>
              <a:rPr lang="it-IT" dirty="0"/>
              <a:t>• 1.000+ composti volatili identificati</a:t>
            </a:r>
          </a:p>
          <a:p>
            <a:pPr marL="0" lvl="0" indent="0" algn="l"/>
            <a:r>
              <a:rPr lang="it-IT" dirty="0"/>
              <a:t>• 221.777 connessioni basate su composti aromatici condivisi</a:t>
            </a:r>
            <a:endParaRPr dirty="0"/>
          </a:p>
        </p:txBody>
      </p:sp>
      <p:sp>
        <p:nvSpPr>
          <p:cNvPr id="453" name="Google Shape;453;p41"/>
          <p:cNvSpPr/>
          <p:nvPr/>
        </p:nvSpPr>
        <p:spPr>
          <a:xfrm flipH="1">
            <a:off x="-2726815" y="2168516"/>
            <a:ext cx="6764116" cy="4495212"/>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54" name="Google Shape;454;p41"/>
          <p:cNvPicPr preferRelativeResize="0"/>
          <p:nvPr/>
        </p:nvPicPr>
        <p:blipFill>
          <a:blip r:embed="rId3">
            <a:alphaModFix/>
          </a:blip>
          <a:stretch>
            <a:fillRect/>
          </a:stretch>
        </p:blipFill>
        <p:spPr>
          <a:xfrm flipH="1">
            <a:off x="-804845" y="3004050"/>
            <a:ext cx="3418375" cy="2960750"/>
          </a:xfrm>
          <a:prstGeom prst="rect">
            <a:avLst/>
          </a:prstGeom>
          <a:noFill/>
          <a:ln>
            <a:noFill/>
          </a:ln>
        </p:spPr>
      </p:pic>
      <p:pic>
        <p:nvPicPr>
          <p:cNvPr id="455" name="Google Shape;455;p41"/>
          <p:cNvPicPr preferRelativeResize="0"/>
          <p:nvPr/>
        </p:nvPicPr>
        <p:blipFill>
          <a:blip r:embed="rId4">
            <a:alphaModFix/>
          </a:blip>
          <a:stretch>
            <a:fillRect/>
          </a:stretch>
        </p:blipFill>
        <p:spPr>
          <a:xfrm flipH="1">
            <a:off x="7451768" y="965033"/>
            <a:ext cx="1397926" cy="3143551"/>
          </a:xfrm>
          <a:prstGeom prst="rect">
            <a:avLst/>
          </a:prstGeom>
          <a:noFill/>
          <a:ln>
            <a:noFill/>
          </a:ln>
        </p:spPr>
      </p:pic>
      <p:pic>
        <p:nvPicPr>
          <p:cNvPr id="456" name="Google Shape;456;p41"/>
          <p:cNvPicPr preferRelativeResize="0"/>
          <p:nvPr/>
        </p:nvPicPr>
        <p:blipFill>
          <a:blip r:embed="rId5">
            <a:alphaModFix/>
          </a:blip>
          <a:stretch>
            <a:fillRect/>
          </a:stretch>
        </p:blipFill>
        <p:spPr>
          <a:xfrm rot="-8999989" flipH="1">
            <a:off x="2927552" y="4183716"/>
            <a:ext cx="474806" cy="601418"/>
          </a:xfrm>
          <a:prstGeom prst="rect">
            <a:avLst/>
          </a:prstGeom>
          <a:noFill/>
          <a:ln>
            <a:noFill/>
          </a:ln>
        </p:spPr>
      </p:pic>
      <p:pic>
        <p:nvPicPr>
          <p:cNvPr id="457" name="Google Shape;457;p41"/>
          <p:cNvPicPr preferRelativeResize="0"/>
          <p:nvPr/>
        </p:nvPicPr>
        <p:blipFill>
          <a:blip r:embed="rId6">
            <a:alphaModFix/>
          </a:blip>
          <a:stretch>
            <a:fillRect/>
          </a:stretch>
        </p:blipFill>
        <p:spPr>
          <a:xfrm flipH="1">
            <a:off x="7942400" y="983800"/>
            <a:ext cx="1146700" cy="3272150"/>
          </a:xfrm>
          <a:prstGeom prst="rect">
            <a:avLst/>
          </a:prstGeom>
          <a:noFill/>
          <a:ln>
            <a:noFill/>
          </a:ln>
        </p:spPr>
      </p:pic>
      <p:sp>
        <p:nvSpPr>
          <p:cNvPr id="4" name="Google Shape;939;p61">
            <a:extLst>
              <a:ext uri="{FF2B5EF4-FFF2-40B4-BE49-F238E27FC236}">
                <a16:creationId xmlns:a16="http://schemas.microsoft.com/office/drawing/2014/main" id="{8B21CC73-3C12-EA5E-4FDE-922D60176ADE}"/>
              </a:ext>
            </a:extLst>
          </p:cNvPr>
          <p:cNvSpPr txBox="1">
            <a:spLocks/>
          </p:cNvSpPr>
          <p:nvPr/>
        </p:nvSpPr>
        <p:spPr>
          <a:xfrm>
            <a:off x="720000" y="309467"/>
            <a:ext cx="7704000" cy="10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1"/>
              </a:buClr>
              <a:buSzPts val="6000"/>
              <a:buFont typeface="Averia Serif Libre"/>
              <a:buNone/>
              <a:defRPr sz="6000" b="0" i="0" u="none" strike="noStrike" cap="none">
                <a:solidFill>
                  <a:schemeClr val="accent1"/>
                </a:solidFill>
                <a:latin typeface="Averia Serif Libre"/>
                <a:ea typeface="Averia Serif Libre"/>
                <a:cs typeface="Averia Serif Libre"/>
                <a:sym typeface="Averia Serif Libre"/>
              </a:defRPr>
            </a:lvl1pPr>
            <a:lvl2pPr marR="0" lvl="1"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2pPr>
            <a:lvl3pPr marR="0" lvl="2"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3pPr>
            <a:lvl4pPr marR="0" lvl="3"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4pPr>
            <a:lvl5pPr marR="0" lvl="4"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5pPr>
            <a:lvl6pPr marR="0" lvl="5"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6pPr>
            <a:lvl7pPr marR="0" lvl="6"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7pPr>
            <a:lvl8pPr marR="0" lvl="7"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8pPr>
            <a:lvl9pPr marR="0" lvl="8" algn="l" rtl="0">
              <a:lnSpc>
                <a:spcPct val="100000"/>
              </a:lnSpc>
              <a:spcBef>
                <a:spcPts val="0"/>
              </a:spcBef>
              <a:spcAft>
                <a:spcPts val="0"/>
              </a:spcAft>
              <a:buClr>
                <a:schemeClr val="dk1"/>
              </a:buClr>
              <a:buSzPts val="6000"/>
              <a:buFont typeface="Averia Serif Libre"/>
              <a:buNone/>
              <a:defRPr sz="6000" b="0" i="0" u="none" strike="noStrike" cap="none">
                <a:solidFill>
                  <a:schemeClr val="dk1"/>
                </a:solidFill>
                <a:latin typeface="Averia Serif Libre"/>
                <a:ea typeface="Averia Serif Libre"/>
                <a:cs typeface="Averia Serif Libre"/>
                <a:sym typeface="Averia Serif Libre"/>
              </a:defRPr>
            </a:lvl9pPr>
          </a:lstStyle>
          <a:p>
            <a:r>
              <a:rPr lang="en-US" sz="2800" dirty="0" err="1">
                <a:solidFill>
                  <a:schemeClr val="accent3"/>
                </a:solidFill>
              </a:rPr>
              <a:t>Validazione</a:t>
            </a:r>
            <a:r>
              <a:rPr lang="en-US" sz="2800" dirty="0">
                <a:solidFill>
                  <a:schemeClr val="accent3"/>
                </a:solidFill>
              </a:rPr>
              <a:t> </a:t>
            </a:r>
            <a:r>
              <a:rPr lang="en-US" sz="2800" dirty="0" err="1"/>
              <a:t>Chimica</a:t>
            </a:r>
            <a:r>
              <a:rPr lang="en-US" sz="2800" dirty="0">
                <a:solidFill>
                  <a:schemeClr val="accent3"/>
                </a:solidFill>
              </a:rPr>
              <a:t>: </a:t>
            </a:r>
          </a:p>
          <a:p>
            <a:r>
              <a:rPr lang="en-US" sz="2800" dirty="0" err="1"/>
              <a:t>Flavour</a:t>
            </a:r>
            <a:r>
              <a:rPr lang="en-US" sz="2800" dirty="0">
                <a:solidFill>
                  <a:schemeClr val="accent3"/>
                </a:solidFill>
              </a:rPr>
              <a:t> Network</a:t>
            </a:r>
          </a:p>
        </p:txBody>
      </p:sp>
      <p:pic>
        <p:nvPicPr>
          <p:cNvPr id="6" name="Picture 5">
            <a:extLst>
              <a:ext uri="{FF2B5EF4-FFF2-40B4-BE49-F238E27FC236}">
                <a16:creationId xmlns:a16="http://schemas.microsoft.com/office/drawing/2014/main" id="{F426C6EC-B7D2-9B96-E53B-FECAA59A8D09}"/>
              </a:ext>
            </a:extLst>
          </p:cNvPr>
          <p:cNvPicPr>
            <a:picLocks noChangeAspect="1"/>
          </p:cNvPicPr>
          <p:nvPr/>
        </p:nvPicPr>
        <p:blipFill>
          <a:blip r:embed="rId7"/>
          <a:stretch>
            <a:fillRect/>
          </a:stretch>
        </p:blipFill>
        <p:spPr>
          <a:xfrm>
            <a:off x="1768721" y="1263198"/>
            <a:ext cx="239938" cy="239938"/>
          </a:xfrm>
          <a:prstGeom prst="rect">
            <a:avLst/>
          </a:prstGeom>
        </p:spPr>
      </p:pic>
      <p:pic>
        <p:nvPicPr>
          <p:cNvPr id="7" name="Picture 6">
            <a:extLst>
              <a:ext uri="{FF2B5EF4-FFF2-40B4-BE49-F238E27FC236}">
                <a16:creationId xmlns:a16="http://schemas.microsoft.com/office/drawing/2014/main" id="{F035D5FD-2172-5E8E-110D-8DD43E2AF600}"/>
              </a:ext>
            </a:extLst>
          </p:cNvPr>
          <p:cNvPicPr>
            <a:picLocks noChangeAspect="1"/>
          </p:cNvPicPr>
          <p:nvPr/>
        </p:nvPicPr>
        <p:blipFill>
          <a:blip r:embed="rId8"/>
          <a:stretch>
            <a:fillRect/>
          </a:stretch>
        </p:blipFill>
        <p:spPr>
          <a:xfrm>
            <a:off x="6455850" y="1248189"/>
            <a:ext cx="293219" cy="293219"/>
          </a:xfrm>
          <a:prstGeom prst="rect">
            <a:avLst/>
          </a:prstGeom>
        </p:spPr>
      </p:pic>
      <p:pic>
        <p:nvPicPr>
          <p:cNvPr id="8" name="Picture 7">
            <a:extLst>
              <a:ext uri="{FF2B5EF4-FFF2-40B4-BE49-F238E27FC236}">
                <a16:creationId xmlns:a16="http://schemas.microsoft.com/office/drawing/2014/main" id="{12DAEE8C-3BA9-EF5D-90F0-E62DFA5A5FE5}"/>
              </a:ext>
            </a:extLst>
          </p:cNvPr>
          <p:cNvPicPr>
            <a:picLocks noChangeAspect="1"/>
          </p:cNvPicPr>
          <p:nvPr/>
        </p:nvPicPr>
        <p:blipFill>
          <a:blip r:embed="rId9"/>
          <a:stretch>
            <a:fillRect/>
          </a:stretch>
        </p:blipFill>
        <p:spPr>
          <a:xfrm>
            <a:off x="5910118" y="1633824"/>
            <a:ext cx="159466" cy="159466"/>
          </a:xfrm>
          <a:prstGeom prst="rect">
            <a:avLst/>
          </a:prstGeom>
        </p:spPr>
      </p:pic>
      <p:pic>
        <p:nvPicPr>
          <p:cNvPr id="10" name="Picture 9">
            <a:extLst>
              <a:ext uri="{FF2B5EF4-FFF2-40B4-BE49-F238E27FC236}">
                <a16:creationId xmlns:a16="http://schemas.microsoft.com/office/drawing/2014/main" id="{B6C4A797-CB06-C6CA-B6DD-7D91A05BB1E9}"/>
              </a:ext>
            </a:extLst>
          </p:cNvPr>
          <p:cNvPicPr>
            <a:picLocks noChangeAspect="1"/>
          </p:cNvPicPr>
          <p:nvPr/>
        </p:nvPicPr>
        <p:blipFill>
          <a:blip r:embed="rId10"/>
          <a:stretch>
            <a:fillRect/>
          </a:stretch>
        </p:blipFill>
        <p:spPr>
          <a:xfrm>
            <a:off x="5221756" y="1868888"/>
            <a:ext cx="146610" cy="146610"/>
          </a:xfrm>
          <a:prstGeom prst="rect">
            <a:avLst/>
          </a:prstGeom>
        </p:spPr>
      </p:pic>
      <p:pic>
        <p:nvPicPr>
          <p:cNvPr id="11" name="Picture 10">
            <a:extLst>
              <a:ext uri="{FF2B5EF4-FFF2-40B4-BE49-F238E27FC236}">
                <a16:creationId xmlns:a16="http://schemas.microsoft.com/office/drawing/2014/main" id="{2A2CC720-81A7-B6C0-0B0E-76B073485FCB}"/>
              </a:ext>
            </a:extLst>
          </p:cNvPr>
          <p:cNvPicPr>
            <a:picLocks noChangeAspect="1"/>
          </p:cNvPicPr>
          <p:nvPr/>
        </p:nvPicPr>
        <p:blipFill>
          <a:blip r:embed="rId11"/>
          <a:stretch>
            <a:fillRect/>
          </a:stretch>
        </p:blipFill>
        <p:spPr>
          <a:xfrm>
            <a:off x="1703513" y="1691807"/>
            <a:ext cx="250386" cy="250386"/>
          </a:xfrm>
          <a:prstGeom prst="rect">
            <a:avLst/>
          </a:prstGeom>
        </p:spPr>
      </p:pic>
      <p:pic>
        <p:nvPicPr>
          <p:cNvPr id="12" name="Picture 11">
            <a:extLst>
              <a:ext uri="{FF2B5EF4-FFF2-40B4-BE49-F238E27FC236}">
                <a16:creationId xmlns:a16="http://schemas.microsoft.com/office/drawing/2014/main" id="{024EB74E-4837-E94A-B373-699BCF6F5C89}"/>
              </a:ext>
            </a:extLst>
          </p:cNvPr>
          <p:cNvPicPr>
            <a:picLocks noChangeAspect="1"/>
          </p:cNvPicPr>
          <p:nvPr/>
        </p:nvPicPr>
        <p:blipFill>
          <a:blip r:embed="rId12"/>
          <a:stretch>
            <a:fillRect/>
          </a:stretch>
        </p:blipFill>
        <p:spPr>
          <a:xfrm>
            <a:off x="1643528" y="2058651"/>
            <a:ext cx="250386" cy="250386"/>
          </a:xfrm>
          <a:prstGeom prst="rect">
            <a:avLst/>
          </a:prstGeom>
        </p:spPr>
      </p:pic>
      <p:pic>
        <p:nvPicPr>
          <p:cNvPr id="13" name="Picture 12">
            <a:extLst>
              <a:ext uri="{FF2B5EF4-FFF2-40B4-BE49-F238E27FC236}">
                <a16:creationId xmlns:a16="http://schemas.microsoft.com/office/drawing/2014/main" id="{C2E7839D-96A3-D8B7-D795-0C709111F95A}"/>
              </a:ext>
            </a:extLst>
          </p:cNvPr>
          <p:cNvPicPr>
            <a:picLocks noChangeAspect="1"/>
          </p:cNvPicPr>
          <p:nvPr/>
        </p:nvPicPr>
        <p:blipFill>
          <a:blip r:embed="rId13"/>
          <a:stretch>
            <a:fillRect/>
          </a:stretch>
        </p:blipFill>
        <p:spPr>
          <a:xfrm>
            <a:off x="7200485" y="2260714"/>
            <a:ext cx="158153" cy="158153"/>
          </a:xfrm>
          <a:prstGeom prst="rect">
            <a:avLst/>
          </a:prstGeom>
        </p:spPr>
      </p:pic>
      <p:pic>
        <p:nvPicPr>
          <p:cNvPr id="14" name="Picture 13">
            <a:extLst>
              <a:ext uri="{FF2B5EF4-FFF2-40B4-BE49-F238E27FC236}">
                <a16:creationId xmlns:a16="http://schemas.microsoft.com/office/drawing/2014/main" id="{35234B02-CC15-DDF3-A0D8-073CEE7DD9F4}"/>
              </a:ext>
            </a:extLst>
          </p:cNvPr>
          <p:cNvPicPr>
            <a:picLocks noChangeAspect="1"/>
          </p:cNvPicPr>
          <p:nvPr/>
        </p:nvPicPr>
        <p:blipFill>
          <a:blip r:embed="rId14"/>
          <a:stretch>
            <a:fillRect/>
          </a:stretch>
        </p:blipFill>
        <p:spPr>
          <a:xfrm>
            <a:off x="5930189" y="1919256"/>
            <a:ext cx="278789" cy="278789"/>
          </a:xfrm>
          <a:prstGeom prst="rect">
            <a:avLst/>
          </a:prstGeom>
        </p:spPr>
      </p:pic>
      <p:pic>
        <p:nvPicPr>
          <p:cNvPr id="15" name="Google Shape;408;p37">
            <a:extLst>
              <a:ext uri="{FF2B5EF4-FFF2-40B4-BE49-F238E27FC236}">
                <a16:creationId xmlns:a16="http://schemas.microsoft.com/office/drawing/2014/main" id="{32A05A75-8045-2A8E-2BEE-C55CE7B13424}"/>
              </a:ext>
            </a:extLst>
          </p:cNvPr>
          <p:cNvPicPr preferRelativeResize="0"/>
          <p:nvPr/>
        </p:nvPicPr>
        <p:blipFill rotWithShape="1">
          <a:blip r:embed="rId15">
            <a:alphaModFix/>
          </a:blip>
          <a:srcRect t="49657"/>
          <a:stretch/>
        </p:blipFill>
        <p:spPr>
          <a:xfrm>
            <a:off x="1534921" y="470931"/>
            <a:ext cx="1114616" cy="741098"/>
          </a:xfrm>
          <a:prstGeom prst="rect">
            <a:avLst/>
          </a:prstGeom>
          <a:noFill/>
          <a:ln>
            <a:noFill/>
          </a:ln>
        </p:spPr>
      </p:pic>
      <p:sp>
        <p:nvSpPr>
          <p:cNvPr id="16" name="Google Shape;413;p37">
            <a:extLst>
              <a:ext uri="{FF2B5EF4-FFF2-40B4-BE49-F238E27FC236}">
                <a16:creationId xmlns:a16="http://schemas.microsoft.com/office/drawing/2014/main" id="{46C02257-CDB6-C231-7FA7-49912554A97D}"/>
              </a:ext>
            </a:extLst>
          </p:cNvPr>
          <p:cNvSpPr txBox="1">
            <a:spLocks/>
          </p:cNvSpPr>
          <p:nvPr/>
        </p:nvSpPr>
        <p:spPr>
          <a:xfrm>
            <a:off x="1724879" y="660888"/>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06</a:t>
            </a:r>
          </a:p>
        </p:txBody>
      </p:sp>
      <p:sp>
        <p:nvSpPr>
          <p:cNvPr id="18" name="TextBox 17">
            <a:extLst>
              <a:ext uri="{FF2B5EF4-FFF2-40B4-BE49-F238E27FC236}">
                <a16:creationId xmlns:a16="http://schemas.microsoft.com/office/drawing/2014/main" id="{93558B32-3D53-F062-F577-BAB41FE441F7}"/>
              </a:ext>
            </a:extLst>
          </p:cNvPr>
          <p:cNvSpPr txBox="1"/>
          <p:nvPr/>
        </p:nvSpPr>
        <p:spPr>
          <a:xfrm>
            <a:off x="1920988" y="2984382"/>
            <a:ext cx="5302025" cy="738664"/>
          </a:xfrm>
          <a:prstGeom prst="rect">
            <a:avLst/>
          </a:prstGeom>
          <a:noFill/>
        </p:spPr>
        <p:txBody>
          <a:bodyPr wrap="square" rtlCol="0">
            <a:spAutoFit/>
          </a:bodyPr>
          <a:lstStyle/>
          <a:p>
            <a:r>
              <a:rPr lang="en-US" dirty="0">
                <a:solidFill>
                  <a:schemeClr val="tx1"/>
                </a:solidFill>
                <a:latin typeface="Baloo 2" panose="020B0604020202020204" charset="0"/>
                <a:cs typeface="Baloo 2" panose="020B0604020202020204" charset="0"/>
              </a:rPr>
              <a:t>Roasted Beef (meat) ↔ Beer (alcohol) 106 </a:t>
            </a:r>
            <a:r>
              <a:rPr lang="en-US" dirty="0" err="1">
                <a:solidFill>
                  <a:schemeClr val="tx1"/>
                </a:solidFill>
                <a:latin typeface="Baloo 2" panose="020B0604020202020204" charset="0"/>
                <a:cs typeface="Baloo 2" panose="020B0604020202020204" charset="0"/>
              </a:rPr>
              <a:t>composti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condivisi</a:t>
            </a:r>
            <a:r>
              <a:rPr lang="en-US" dirty="0">
                <a:solidFill>
                  <a:schemeClr val="tx1"/>
                </a:solidFill>
                <a:latin typeface="Baloo 2" panose="020B0604020202020204" charset="0"/>
                <a:cs typeface="Baloo 2" panose="020B0604020202020204" charset="0"/>
              </a:rPr>
              <a:t> </a:t>
            </a:r>
          </a:p>
          <a:p>
            <a:r>
              <a:rPr lang="en-US" dirty="0">
                <a:solidFill>
                  <a:schemeClr val="tx1"/>
                </a:solidFill>
                <a:latin typeface="Baloo 2" panose="020B0604020202020204" charset="0"/>
                <a:cs typeface="Baloo 2" panose="020B0604020202020204" charset="0"/>
              </a:rPr>
              <a:t>Grilled Beef (meat) ↔ Coffee (coffee) 106 </a:t>
            </a:r>
            <a:r>
              <a:rPr lang="en-US" dirty="0" err="1">
                <a:solidFill>
                  <a:schemeClr val="tx1"/>
                </a:solidFill>
                <a:latin typeface="Baloo 2" panose="020B0604020202020204" charset="0"/>
                <a:cs typeface="Baloo 2" panose="020B0604020202020204" charset="0"/>
              </a:rPr>
              <a:t>composti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condivisi</a:t>
            </a:r>
            <a:endParaRPr lang="en-US" dirty="0">
              <a:solidFill>
                <a:schemeClr val="tx1"/>
              </a:solidFill>
              <a:latin typeface="Baloo 2" panose="020B0604020202020204" charset="0"/>
              <a:cs typeface="Baloo 2" panose="020B0604020202020204" charset="0"/>
            </a:endParaRPr>
          </a:p>
          <a:p>
            <a:r>
              <a:rPr lang="en-US" dirty="0">
                <a:solidFill>
                  <a:schemeClr val="tx1"/>
                </a:solidFill>
                <a:latin typeface="Baloo 2" panose="020B0604020202020204" charset="0"/>
                <a:cs typeface="Baloo 2" panose="020B0604020202020204" charset="0"/>
              </a:rPr>
              <a:t>Cooked Apple (fruit) ↔ White Wine (alcohol) 106 </a:t>
            </a:r>
            <a:r>
              <a:rPr lang="en-US" dirty="0" err="1">
                <a:solidFill>
                  <a:schemeClr val="tx1"/>
                </a:solidFill>
                <a:latin typeface="Baloo 2" panose="020B0604020202020204" charset="0"/>
                <a:cs typeface="Baloo 2" panose="020B0604020202020204" charset="0"/>
              </a:rPr>
              <a:t>composti</a:t>
            </a:r>
            <a:r>
              <a:rPr lang="en-US" dirty="0">
                <a:solidFill>
                  <a:schemeClr val="tx1"/>
                </a:solidFill>
                <a:latin typeface="Baloo 2" panose="020B0604020202020204" charset="0"/>
                <a:cs typeface="Baloo 2" panose="020B0604020202020204" charset="0"/>
              </a:rPr>
              <a:t> </a:t>
            </a:r>
            <a:r>
              <a:rPr lang="en-US" dirty="0" err="1">
                <a:solidFill>
                  <a:schemeClr val="tx1"/>
                </a:solidFill>
                <a:latin typeface="Baloo 2" panose="020B0604020202020204" charset="0"/>
                <a:cs typeface="Baloo 2" panose="020B0604020202020204" charset="0"/>
              </a:rPr>
              <a:t>condivisi</a:t>
            </a:r>
            <a:endParaRPr lang="en-US" dirty="0">
              <a:solidFill>
                <a:schemeClr val="tx1"/>
              </a:solidFill>
              <a:latin typeface="Baloo 2" panose="020B0604020202020204" charset="0"/>
              <a:cs typeface="Baloo 2" panose="020B0604020202020204" charset="0"/>
            </a:endParaRPr>
          </a:p>
        </p:txBody>
      </p:sp>
      <p:pic>
        <p:nvPicPr>
          <p:cNvPr id="20" name="Picture 19">
            <a:extLst>
              <a:ext uri="{FF2B5EF4-FFF2-40B4-BE49-F238E27FC236}">
                <a16:creationId xmlns:a16="http://schemas.microsoft.com/office/drawing/2014/main" id="{3B410E01-FBB2-1A59-ADD9-7D5CFEA38FC6}"/>
              </a:ext>
            </a:extLst>
          </p:cNvPr>
          <p:cNvPicPr>
            <a:picLocks noChangeAspect="1"/>
          </p:cNvPicPr>
          <p:nvPr/>
        </p:nvPicPr>
        <p:blipFill>
          <a:blip r:embed="rId16"/>
          <a:stretch>
            <a:fillRect/>
          </a:stretch>
        </p:blipFill>
        <p:spPr>
          <a:xfrm>
            <a:off x="1749230" y="3001480"/>
            <a:ext cx="250386" cy="250386"/>
          </a:xfrm>
          <a:prstGeom prst="rect">
            <a:avLst/>
          </a:prstGeom>
        </p:spPr>
      </p:pic>
      <p:pic>
        <p:nvPicPr>
          <p:cNvPr id="21" name="Picture 20">
            <a:extLst>
              <a:ext uri="{FF2B5EF4-FFF2-40B4-BE49-F238E27FC236}">
                <a16:creationId xmlns:a16="http://schemas.microsoft.com/office/drawing/2014/main" id="{066D2FCF-3B09-E621-A0F2-C08F99224D28}"/>
              </a:ext>
            </a:extLst>
          </p:cNvPr>
          <p:cNvPicPr>
            <a:picLocks noChangeAspect="1"/>
          </p:cNvPicPr>
          <p:nvPr/>
        </p:nvPicPr>
        <p:blipFill>
          <a:blip r:embed="rId16"/>
          <a:stretch>
            <a:fillRect/>
          </a:stretch>
        </p:blipFill>
        <p:spPr>
          <a:xfrm>
            <a:off x="1749230" y="3217648"/>
            <a:ext cx="250386" cy="250386"/>
          </a:xfrm>
          <a:prstGeom prst="rect">
            <a:avLst/>
          </a:prstGeom>
        </p:spPr>
      </p:pic>
      <p:pic>
        <p:nvPicPr>
          <p:cNvPr id="22" name="Picture 21">
            <a:extLst>
              <a:ext uri="{FF2B5EF4-FFF2-40B4-BE49-F238E27FC236}">
                <a16:creationId xmlns:a16="http://schemas.microsoft.com/office/drawing/2014/main" id="{F8233D19-FC71-F46F-5A62-3A53F7DC7D43}"/>
              </a:ext>
            </a:extLst>
          </p:cNvPr>
          <p:cNvPicPr>
            <a:picLocks noChangeAspect="1"/>
          </p:cNvPicPr>
          <p:nvPr/>
        </p:nvPicPr>
        <p:blipFill>
          <a:blip r:embed="rId16"/>
          <a:stretch>
            <a:fillRect/>
          </a:stretch>
        </p:blipFill>
        <p:spPr>
          <a:xfrm>
            <a:off x="1749230" y="3447073"/>
            <a:ext cx="250386" cy="250386"/>
          </a:xfrm>
          <a:prstGeom prst="rect">
            <a:avLst/>
          </a:prstGeom>
        </p:spPr>
      </p:pic>
      <p:sp>
        <p:nvSpPr>
          <p:cNvPr id="23" name="TextBox 22">
            <a:extLst>
              <a:ext uri="{FF2B5EF4-FFF2-40B4-BE49-F238E27FC236}">
                <a16:creationId xmlns:a16="http://schemas.microsoft.com/office/drawing/2014/main" id="{BCC6A512-1843-0ABA-BBBF-A5CABC9FA520}"/>
              </a:ext>
            </a:extLst>
          </p:cNvPr>
          <p:cNvSpPr txBox="1"/>
          <p:nvPr/>
        </p:nvSpPr>
        <p:spPr>
          <a:xfrm>
            <a:off x="1643528" y="2791197"/>
            <a:ext cx="4856018" cy="307777"/>
          </a:xfrm>
          <a:prstGeom prst="rect">
            <a:avLst/>
          </a:prstGeom>
          <a:noFill/>
        </p:spPr>
        <p:txBody>
          <a:bodyPr wrap="square" rtlCol="0">
            <a:spAutoFit/>
          </a:bodyPr>
          <a:lstStyle/>
          <a:p>
            <a:r>
              <a:rPr lang="en-US" b="1" dirty="0" err="1">
                <a:solidFill>
                  <a:schemeClr val="accent2"/>
                </a:solidFill>
                <a:latin typeface="Baloo 2" panose="020B0604020202020204" charset="0"/>
                <a:cs typeface="Baloo 2" panose="020B0604020202020204" charset="0"/>
              </a:rPr>
              <a:t>Flavour</a:t>
            </a:r>
            <a:r>
              <a:rPr lang="en-US" b="1" dirty="0">
                <a:solidFill>
                  <a:schemeClr val="accent2"/>
                </a:solidFill>
                <a:latin typeface="Baloo 2" panose="020B0604020202020204" charset="0"/>
                <a:cs typeface="Baloo 2" panose="020B0604020202020204" charset="0"/>
              </a:rPr>
              <a:t> </a:t>
            </a:r>
            <a:r>
              <a:rPr lang="en-US" b="1" dirty="0" err="1">
                <a:solidFill>
                  <a:schemeClr val="accent2"/>
                </a:solidFill>
                <a:latin typeface="Baloo 2" panose="020B0604020202020204" charset="0"/>
                <a:cs typeface="Baloo 2" panose="020B0604020202020204" charset="0"/>
              </a:rPr>
              <a:t>più</a:t>
            </a:r>
            <a:r>
              <a:rPr lang="en-US" b="1" dirty="0">
                <a:solidFill>
                  <a:schemeClr val="accent2"/>
                </a:solidFill>
                <a:latin typeface="Baloo 2" panose="020B0604020202020204" charset="0"/>
                <a:cs typeface="Baloo 2" panose="020B0604020202020204" charset="0"/>
              </a:rPr>
              <a:t> </a:t>
            </a:r>
            <a:r>
              <a:rPr lang="en-US" b="1" dirty="0" err="1">
                <a:solidFill>
                  <a:schemeClr val="accent2"/>
                </a:solidFill>
                <a:latin typeface="Baloo 2" panose="020B0604020202020204" charset="0"/>
                <a:cs typeface="Baloo 2" panose="020B0604020202020204" charset="0"/>
              </a:rPr>
              <a:t>interessanti</a:t>
            </a:r>
            <a:r>
              <a:rPr lang="en-US" b="1" dirty="0">
                <a:solidFill>
                  <a:schemeClr val="accent2"/>
                </a:solidFill>
                <a:latin typeface="Baloo 2" panose="020B0604020202020204" charset="0"/>
                <a:cs typeface="Baloo 2" panose="020B0604020202020204" charset="0"/>
              </a:rPr>
              <a:t>: </a:t>
            </a: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68"/>
        <p:cNvGrpSpPr/>
        <p:nvPr/>
      </p:nvGrpSpPr>
      <p:grpSpPr>
        <a:xfrm>
          <a:off x="0" y="0"/>
          <a:ext cx="0" cy="0"/>
          <a:chOff x="0" y="0"/>
          <a:chExt cx="0" cy="0"/>
        </a:xfrm>
      </p:grpSpPr>
      <p:sp>
        <p:nvSpPr>
          <p:cNvPr id="469" name="Google Shape;469;p43"/>
          <p:cNvSpPr/>
          <p:nvPr/>
        </p:nvSpPr>
        <p:spPr>
          <a:xfrm>
            <a:off x="3571663" y="11676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3"/>
          <p:cNvSpPr/>
          <p:nvPr/>
        </p:nvSpPr>
        <p:spPr>
          <a:xfrm>
            <a:off x="4923137" y="11676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3"/>
          <p:cNvSpPr txBox="1">
            <a:spLocks noGrp="1"/>
          </p:cNvSpPr>
          <p:nvPr>
            <p:ph type="title"/>
          </p:nvPr>
        </p:nvSpPr>
        <p:spPr>
          <a:xfrm>
            <a:off x="1421175" y="445025"/>
            <a:ext cx="6301800" cy="74109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solidFill>
                  <a:schemeClr val="accent3"/>
                </a:solidFill>
              </a:rPr>
              <a:t>Bridge</a:t>
            </a:r>
            <a:r>
              <a:rPr lang="en" dirty="0"/>
              <a:t> Discovery</a:t>
            </a:r>
            <a:endParaRPr dirty="0"/>
          </a:p>
        </p:txBody>
      </p:sp>
      <p:sp>
        <p:nvSpPr>
          <p:cNvPr id="474" name="Google Shape;474;p43"/>
          <p:cNvSpPr txBox="1">
            <a:spLocks noGrp="1"/>
          </p:cNvSpPr>
          <p:nvPr>
            <p:ph type="subTitle" idx="2"/>
          </p:nvPr>
        </p:nvSpPr>
        <p:spPr>
          <a:xfrm>
            <a:off x="2354961" y="2052595"/>
            <a:ext cx="4434079" cy="2548130"/>
          </a:xfrm>
          <a:prstGeom prst="rect">
            <a:avLst/>
          </a:prstGeom>
        </p:spPr>
        <p:txBody>
          <a:bodyPr spcFirstLastPara="1" wrap="square" lIns="91425" tIns="91425" rIns="91425" bIns="91425" anchor="t" anchorCtr="0">
            <a:noAutofit/>
          </a:bodyPr>
          <a:lstStyle/>
          <a:p>
            <a:pPr marL="0" lvl="0" indent="0" algn="l"/>
            <a:r>
              <a:rPr lang="en-US" b="1" dirty="0"/>
              <a:t>ANALISI BASE: </a:t>
            </a:r>
          </a:p>
          <a:p>
            <a:pPr marL="0" lvl="0" indent="0" algn="l"/>
            <a:r>
              <a:rPr lang="en-US" dirty="0"/>
              <a:t> </a:t>
            </a:r>
            <a:r>
              <a:rPr lang="en-US" dirty="0" err="1"/>
              <a:t>Composti</a:t>
            </a:r>
            <a:r>
              <a:rPr lang="en-US" dirty="0"/>
              <a:t> </a:t>
            </a:r>
            <a:r>
              <a:rPr lang="en-US" dirty="0" err="1"/>
              <a:t>condivisi</a:t>
            </a:r>
            <a:r>
              <a:rPr lang="en-US" dirty="0"/>
              <a:t>: 0 </a:t>
            </a:r>
          </a:p>
          <a:p>
            <a:pPr marL="0" lvl="0" indent="0" algn="l"/>
            <a:r>
              <a:rPr lang="en-US" dirty="0"/>
              <a:t> Jaccard similarity: 0.000</a:t>
            </a:r>
          </a:p>
          <a:p>
            <a:pPr marL="0" lvl="0" indent="0" algn="l"/>
            <a:r>
              <a:rPr lang="en-US" dirty="0"/>
              <a:t> </a:t>
            </a:r>
            <a:r>
              <a:rPr lang="en-US" dirty="0" err="1"/>
              <a:t>Connessione</a:t>
            </a:r>
            <a:r>
              <a:rPr lang="en-US" dirty="0"/>
              <a:t> </a:t>
            </a:r>
            <a:r>
              <a:rPr lang="en-US" dirty="0" err="1"/>
              <a:t>diretta</a:t>
            </a:r>
            <a:r>
              <a:rPr lang="en-US" dirty="0"/>
              <a:t>: NO </a:t>
            </a:r>
          </a:p>
          <a:p>
            <a:pPr marL="0" lvl="0" indent="0" algn="l"/>
            <a:r>
              <a:rPr lang="en-US" dirty="0"/>
              <a:t> Path length: 2 hops </a:t>
            </a:r>
          </a:p>
          <a:p>
            <a:pPr marL="0" lvl="0" indent="0" algn="l"/>
            <a:r>
              <a:rPr lang="en-US" dirty="0"/>
              <a:t> </a:t>
            </a:r>
            <a:r>
              <a:rPr lang="en-US" dirty="0" err="1"/>
              <a:t>Percorso</a:t>
            </a:r>
            <a:r>
              <a:rPr lang="en-US" dirty="0"/>
              <a:t>: salmon → </a:t>
            </a:r>
            <a:r>
              <a:rPr lang="en-US" dirty="0" err="1"/>
              <a:t>champagne_wine</a:t>
            </a:r>
            <a:r>
              <a:rPr lang="en-US" dirty="0"/>
              <a:t> → </a:t>
            </a:r>
            <a:r>
              <a:rPr lang="en-US" dirty="0" err="1"/>
              <a:t>maple_syrup</a:t>
            </a:r>
            <a:r>
              <a:rPr lang="en-US" dirty="0"/>
              <a:t>  </a:t>
            </a:r>
          </a:p>
          <a:p>
            <a:pPr marL="0" lvl="0" indent="0" algn="l"/>
            <a:r>
              <a:rPr lang="en-US" b="1" dirty="0"/>
              <a:t>BRIDGE DISCOVERY: </a:t>
            </a:r>
          </a:p>
          <a:p>
            <a:pPr marL="0" lvl="0" indent="0" algn="l"/>
            <a:r>
              <a:rPr lang="en-US" dirty="0"/>
              <a:t>  METHOD 1: Betweenness Centrality → wine </a:t>
            </a:r>
          </a:p>
          <a:p>
            <a:pPr marL="0" lvl="0" indent="0" algn="l"/>
            <a:r>
              <a:rPr lang="en-US" dirty="0"/>
              <a:t>  METHOD 2: Optimal Path → </a:t>
            </a:r>
            <a:r>
              <a:rPr lang="en-US" dirty="0" err="1"/>
              <a:t>champagne_wine</a:t>
            </a:r>
            <a:endParaRPr dirty="0"/>
          </a:p>
        </p:txBody>
      </p:sp>
      <p:pic>
        <p:nvPicPr>
          <p:cNvPr id="2" name="Google Shape;408;p37">
            <a:extLst>
              <a:ext uri="{FF2B5EF4-FFF2-40B4-BE49-F238E27FC236}">
                <a16:creationId xmlns:a16="http://schemas.microsoft.com/office/drawing/2014/main" id="{F154DB7A-C61C-54A3-2529-32B2A81979AF}"/>
              </a:ext>
            </a:extLst>
          </p:cNvPr>
          <p:cNvPicPr preferRelativeResize="0"/>
          <p:nvPr/>
        </p:nvPicPr>
        <p:blipFill rotWithShape="1">
          <a:blip r:embed="rId3">
            <a:alphaModFix/>
          </a:blip>
          <a:srcRect t="49657"/>
          <a:stretch/>
        </p:blipFill>
        <p:spPr>
          <a:xfrm>
            <a:off x="776465" y="445025"/>
            <a:ext cx="1114616" cy="741098"/>
          </a:xfrm>
          <a:prstGeom prst="rect">
            <a:avLst/>
          </a:prstGeom>
          <a:noFill/>
          <a:ln>
            <a:noFill/>
          </a:ln>
        </p:spPr>
      </p:pic>
      <p:sp>
        <p:nvSpPr>
          <p:cNvPr id="3" name="Google Shape;413;p37">
            <a:extLst>
              <a:ext uri="{FF2B5EF4-FFF2-40B4-BE49-F238E27FC236}">
                <a16:creationId xmlns:a16="http://schemas.microsoft.com/office/drawing/2014/main" id="{1446AF09-67FA-A4F2-BC99-4D1707D3789C}"/>
              </a:ext>
            </a:extLst>
          </p:cNvPr>
          <p:cNvSpPr txBox="1">
            <a:spLocks/>
          </p:cNvSpPr>
          <p:nvPr/>
        </p:nvSpPr>
        <p:spPr>
          <a:xfrm>
            <a:off x="966423" y="634982"/>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06</a:t>
            </a:r>
          </a:p>
        </p:txBody>
      </p:sp>
      <p:pic>
        <p:nvPicPr>
          <p:cNvPr id="5" name="Picture 4">
            <a:extLst>
              <a:ext uri="{FF2B5EF4-FFF2-40B4-BE49-F238E27FC236}">
                <a16:creationId xmlns:a16="http://schemas.microsoft.com/office/drawing/2014/main" id="{6F7373A4-90BE-B1CE-D258-318E6BBEBDB5}"/>
              </a:ext>
            </a:extLst>
          </p:cNvPr>
          <p:cNvPicPr>
            <a:picLocks noChangeAspect="1"/>
          </p:cNvPicPr>
          <p:nvPr/>
        </p:nvPicPr>
        <p:blipFill>
          <a:blip r:embed="rId4"/>
          <a:stretch>
            <a:fillRect/>
          </a:stretch>
        </p:blipFill>
        <p:spPr>
          <a:xfrm>
            <a:off x="5043198" y="1271182"/>
            <a:ext cx="409074" cy="409074"/>
          </a:xfrm>
          <a:prstGeom prst="rect">
            <a:avLst/>
          </a:prstGeom>
        </p:spPr>
      </p:pic>
      <p:pic>
        <p:nvPicPr>
          <p:cNvPr id="7" name="Picture 6">
            <a:extLst>
              <a:ext uri="{FF2B5EF4-FFF2-40B4-BE49-F238E27FC236}">
                <a16:creationId xmlns:a16="http://schemas.microsoft.com/office/drawing/2014/main" id="{43A6D7F4-1BED-C060-AC58-E9003E2BA4D7}"/>
              </a:ext>
            </a:extLst>
          </p:cNvPr>
          <p:cNvPicPr>
            <a:picLocks noChangeAspect="1"/>
          </p:cNvPicPr>
          <p:nvPr/>
        </p:nvPicPr>
        <p:blipFill>
          <a:blip r:embed="rId5"/>
          <a:stretch>
            <a:fillRect/>
          </a:stretch>
        </p:blipFill>
        <p:spPr>
          <a:xfrm>
            <a:off x="3705660" y="1288800"/>
            <a:ext cx="381205" cy="381205"/>
          </a:xfrm>
          <a:prstGeom prst="rect">
            <a:avLst/>
          </a:prstGeom>
        </p:spPr>
      </p:pic>
      <p:pic>
        <p:nvPicPr>
          <p:cNvPr id="9" name="Picture 8">
            <a:extLst>
              <a:ext uri="{FF2B5EF4-FFF2-40B4-BE49-F238E27FC236}">
                <a16:creationId xmlns:a16="http://schemas.microsoft.com/office/drawing/2014/main" id="{8FE7BC38-7B50-D71B-860A-14E087EACFFA}"/>
              </a:ext>
            </a:extLst>
          </p:cNvPr>
          <p:cNvPicPr>
            <a:picLocks noChangeAspect="1"/>
          </p:cNvPicPr>
          <p:nvPr/>
        </p:nvPicPr>
        <p:blipFill>
          <a:blip r:embed="rId6"/>
          <a:stretch>
            <a:fillRect/>
          </a:stretch>
        </p:blipFill>
        <p:spPr>
          <a:xfrm>
            <a:off x="4267198" y="1167641"/>
            <a:ext cx="609604" cy="609604"/>
          </a:xfrm>
          <a:prstGeom prst="rect">
            <a:avLst/>
          </a:prstGeom>
        </p:spPr>
      </p:pic>
      <p:pic>
        <p:nvPicPr>
          <p:cNvPr id="17" name="Picture 16">
            <a:extLst>
              <a:ext uri="{FF2B5EF4-FFF2-40B4-BE49-F238E27FC236}">
                <a16:creationId xmlns:a16="http://schemas.microsoft.com/office/drawing/2014/main" id="{A066916E-BE53-21BE-FA8B-AA86000107B1}"/>
              </a:ext>
            </a:extLst>
          </p:cNvPr>
          <p:cNvPicPr>
            <a:picLocks noChangeAspect="1"/>
          </p:cNvPicPr>
          <p:nvPr/>
        </p:nvPicPr>
        <p:blipFill>
          <a:blip r:embed="rId7"/>
          <a:stretch>
            <a:fillRect/>
          </a:stretch>
        </p:blipFill>
        <p:spPr>
          <a:xfrm>
            <a:off x="2210466" y="2282761"/>
            <a:ext cx="288989" cy="288989"/>
          </a:xfrm>
          <a:prstGeom prst="rect">
            <a:avLst/>
          </a:prstGeom>
        </p:spPr>
      </p:pic>
      <p:pic>
        <p:nvPicPr>
          <p:cNvPr id="18" name="Picture 17">
            <a:extLst>
              <a:ext uri="{FF2B5EF4-FFF2-40B4-BE49-F238E27FC236}">
                <a16:creationId xmlns:a16="http://schemas.microsoft.com/office/drawing/2014/main" id="{4F31062F-EAC4-94A9-56F7-22DDFE6C8366}"/>
              </a:ext>
            </a:extLst>
          </p:cNvPr>
          <p:cNvPicPr>
            <a:picLocks noChangeAspect="1"/>
          </p:cNvPicPr>
          <p:nvPr/>
        </p:nvPicPr>
        <p:blipFill>
          <a:blip r:embed="rId7"/>
          <a:stretch>
            <a:fillRect/>
          </a:stretch>
        </p:blipFill>
        <p:spPr>
          <a:xfrm>
            <a:off x="2210466" y="2512927"/>
            <a:ext cx="288989" cy="288989"/>
          </a:xfrm>
          <a:prstGeom prst="rect">
            <a:avLst/>
          </a:prstGeom>
        </p:spPr>
      </p:pic>
      <p:pic>
        <p:nvPicPr>
          <p:cNvPr id="19" name="Picture 18">
            <a:extLst>
              <a:ext uri="{FF2B5EF4-FFF2-40B4-BE49-F238E27FC236}">
                <a16:creationId xmlns:a16="http://schemas.microsoft.com/office/drawing/2014/main" id="{41524541-D418-1F4B-A48E-FD7B6AF42EE5}"/>
              </a:ext>
            </a:extLst>
          </p:cNvPr>
          <p:cNvPicPr>
            <a:picLocks noChangeAspect="1"/>
          </p:cNvPicPr>
          <p:nvPr/>
        </p:nvPicPr>
        <p:blipFill>
          <a:blip r:embed="rId7"/>
          <a:stretch>
            <a:fillRect/>
          </a:stretch>
        </p:blipFill>
        <p:spPr>
          <a:xfrm>
            <a:off x="2214814" y="2743093"/>
            <a:ext cx="288989" cy="288989"/>
          </a:xfrm>
          <a:prstGeom prst="rect">
            <a:avLst/>
          </a:prstGeom>
        </p:spPr>
      </p:pic>
      <p:pic>
        <p:nvPicPr>
          <p:cNvPr id="20" name="Picture 19">
            <a:extLst>
              <a:ext uri="{FF2B5EF4-FFF2-40B4-BE49-F238E27FC236}">
                <a16:creationId xmlns:a16="http://schemas.microsoft.com/office/drawing/2014/main" id="{24D8F7A2-7ABD-D558-0873-58F8A1D86438}"/>
              </a:ext>
            </a:extLst>
          </p:cNvPr>
          <p:cNvPicPr>
            <a:picLocks noChangeAspect="1"/>
          </p:cNvPicPr>
          <p:nvPr/>
        </p:nvPicPr>
        <p:blipFill>
          <a:blip r:embed="rId7"/>
          <a:stretch>
            <a:fillRect/>
          </a:stretch>
        </p:blipFill>
        <p:spPr>
          <a:xfrm>
            <a:off x="2207726" y="2942112"/>
            <a:ext cx="288989" cy="288989"/>
          </a:xfrm>
          <a:prstGeom prst="rect">
            <a:avLst/>
          </a:prstGeom>
        </p:spPr>
      </p:pic>
      <p:pic>
        <p:nvPicPr>
          <p:cNvPr id="21" name="Picture 20">
            <a:extLst>
              <a:ext uri="{FF2B5EF4-FFF2-40B4-BE49-F238E27FC236}">
                <a16:creationId xmlns:a16="http://schemas.microsoft.com/office/drawing/2014/main" id="{316B2581-0105-FB7E-BAE7-BBF4BE75097E}"/>
              </a:ext>
            </a:extLst>
          </p:cNvPr>
          <p:cNvPicPr>
            <a:picLocks noChangeAspect="1"/>
          </p:cNvPicPr>
          <p:nvPr/>
        </p:nvPicPr>
        <p:blipFill>
          <a:blip r:embed="rId7"/>
          <a:stretch>
            <a:fillRect/>
          </a:stretch>
        </p:blipFill>
        <p:spPr>
          <a:xfrm>
            <a:off x="2214813" y="3177866"/>
            <a:ext cx="288989" cy="288989"/>
          </a:xfrm>
          <a:prstGeom prst="rect">
            <a:avLst/>
          </a:prstGeom>
        </p:spPr>
      </p:pic>
      <p:pic>
        <p:nvPicPr>
          <p:cNvPr id="22" name="Picture 21">
            <a:extLst>
              <a:ext uri="{FF2B5EF4-FFF2-40B4-BE49-F238E27FC236}">
                <a16:creationId xmlns:a16="http://schemas.microsoft.com/office/drawing/2014/main" id="{86CA4625-1C9A-E656-F4A5-72E2BB4D18C5}"/>
              </a:ext>
            </a:extLst>
          </p:cNvPr>
          <p:cNvPicPr>
            <a:picLocks noChangeAspect="1"/>
          </p:cNvPicPr>
          <p:nvPr/>
        </p:nvPicPr>
        <p:blipFill>
          <a:blip r:embed="rId7"/>
          <a:stretch>
            <a:fillRect/>
          </a:stretch>
        </p:blipFill>
        <p:spPr>
          <a:xfrm>
            <a:off x="2214813" y="3578085"/>
            <a:ext cx="288989" cy="288989"/>
          </a:xfrm>
          <a:prstGeom prst="rect">
            <a:avLst/>
          </a:prstGeom>
        </p:spPr>
      </p:pic>
      <p:pic>
        <p:nvPicPr>
          <p:cNvPr id="23" name="Picture 22">
            <a:extLst>
              <a:ext uri="{FF2B5EF4-FFF2-40B4-BE49-F238E27FC236}">
                <a16:creationId xmlns:a16="http://schemas.microsoft.com/office/drawing/2014/main" id="{A1CC26D9-94C8-9E53-D37F-44F2AF83FF36}"/>
              </a:ext>
            </a:extLst>
          </p:cNvPr>
          <p:cNvPicPr>
            <a:picLocks noChangeAspect="1"/>
          </p:cNvPicPr>
          <p:nvPr/>
        </p:nvPicPr>
        <p:blipFill>
          <a:blip r:embed="rId7"/>
          <a:stretch>
            <a:fillRect/>
          </a:stretch>
        </p:blipFill>
        <p:spPr>
          <a:xfrm>
            <a:off x="2216421" y="3800416"/>
            <a:ext cx="288989" cy="288989"/>
          </a:xfrm>
          <a:prstGeom prst="rect">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68">
          <a:extLst>
            <a:ext uri="{FF2B5EF4-FFF2-40B4-BE49-F238E27FC236}">
              <a16:creationId xmlns:a16="http://schemas.microsoft.com/office/drawing/2014/main" id="{54044614-6DDA-F32B-2B0C-1CC151366E5D}"/>
            </a:ext>
          </a:extLst>
        </p:cNvPr>
        <p:cNvGrpSpPr/>
        <p:nvPr/>
      </p:nvGrpSpPr>
      <p:grpSpPr>
        <a:xfrm>
          <a:off x="0" y="0"/>
          <a:ext cx="0" cy="0"/>
          <a:chOff x="0" y="0"/>
          <a:chExt cx="0" cy="0"/>
        </a:xfrm>
      </p:grpSpPr>
      <p:sp>
        <p:nvSpPr>
          <p:cNvPr id="469" name="Google Shape;469;p43">
            <a:extLst>
              <a:ext uri="{FF2B5EF4-FFF2-40B4-BE49-F238E27FC236}">
                <a16:creationId xmlns:a16="http://schemas.microsoft.com/office/drawing/2014/main" id="{32F414C5-7421-49CD-F1B1-2BAD71EBA37A}"/>
              </a:ext>
            </a:extLst>
          </p:cNvPr>
          <p:cNvSpPr/>
          <p:nvPr/>
        </p:nvSpPr>
        <p:spPr>
          <a:xfrm>
            <a:off x="3571663" y="11676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3">
            <a:extLst>
              <a:ext uri="{FF2B5EF4-FFF2-40B4-BE49-F238E27FC236}">
                <a16:creationId xmlns:a16="http://schemas.microsoft.com/office/drawing/2014/main" id="{907B2AD2-0C85-5F73-A9D2-55D39DC3DAF4}"/>
              </a:ext>
            </a:extLst>
          </p:cNvPr>
          <p:cNvSpPr/>
          <p:nvPr/>
        </p:nvSpPr>
        <p:spPr>
          <a:xfrm>
            <a:off x="4923137" y="11676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3">
            <a:extLst>
              <a:ext uri="{FF2B5EF4-FFF2-40B4-BE49-F238E27FC236}">
                <a16:creationId xmlns:a16="http://schemas.microsoft.com/office/drawing/2014/main" id="{D25BD1CF-1800-38AB-E573-1ADF54BB140E}"/>
              </a:ext>
            </a:extLst>
          </p:cNvPr>
          <p:cNvSpPr txBox="1">
            <a:spLocks noGrp="1"/>
          </p:cNvSpPr>
          <p:nvPr>
            <p:ph type="title"/>
          </p:nvPr>
        </p:nvSpPr>
        <p:spPr>
          <a:xfrm>
            <a:off x="1421175" y="445025"/>
            <a:ext cx="6301800" cy="74109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solidFill>
                  <a:schemeClr val="accent3"/>
                </a:solidFill>
              </a:rPr>
              <a:t>Bridge</a:t>
            </a:r>
            <a:r>
              <a:rPr lang="en" dirty="0"/>
              <a:t> Discovery</a:t>
            </a:r>
            <a:endParaRPr dirty="0"/>
          </a:p>
        </p:txBody>
      </p:sp>
      <p:sp>
        <p:nvSpPr>
          <p:cNvPr id="474" name="Google Shape;474;p43">
            <a:extLst>
              <a:ext uri="{FF2B5EF4-FFF2-40B4-BE49-F238E27FC236}">
                <a16:creationId xmlns:a16="http://schemas.microsoft.com/office/drawing/2014/main" id="{D6416CF5-D6AF-0B27-1BA4-5572629B9A31}"/>
              </a:ext>
            </a:extLst>
          </p:cNvPr>
          <p:cNvSpPr txBox="1">
            <a:spLocks noGrp="1"/>
          </p:cNvSpPr>
          <p:nvPr>
            <p:ph type="subTitle" idx="2"/>
          </p:nvPr>
        </p:nvSpPr>
        <p:spPr>
          <a:xfrm>
            <a:off x="2354961" y="2052595"/>
            <a:ext cx="4434079" cy="749321"/>
          </a:xfrm>
          <a:prstGeom prst="rect">
            <a:avLst/>
          </a:prstGeom>
        </p:spPr>
        <p:txBody>
          <a:bodyPr spcFirstLastPara="1" wrap="square" lIns="91425" tIns="91425" rIns="91425" bIns="91425" anchor="t" anchorCtr="0">
            <a:noAutofit/>
          </a:bodyPr>
          <a:lstStyle/>
          <a:p>
            <a:pPr marL="0" lvl="0" indent="0" algn="l"/>
            <a:r>
              <a:rPr lang="en-US" b="1"/>
              <a:t>BRIDGE DISCOVERY: </a:t>
            </a:r>
          </a:p>
          <a:p>
            <a:pPr marL="0" lvl="0" indent="0" algn="l"/>
            <a:r>
              <a:rPr lang="en-US"/>
              <a:t>  METHOD 1: Betweenness Centrality → wine </a:t>
            </a:r>
          </a:p>
          <a:p>
            <a:pPr marL="0" lvl="0" indent="0" algn="l"/>
            <a:r>
              <a:rPr lang="en-US"/>
              <a:t>  METHOD 2: Optimal Path → champagne_wine</a:t>
            </a:r>
            <a:endParaRPr dirty="0"/>
          </a:p>
        </p:txBody>
      </p:sp>
      <p:pic>
        <p:nvPicPr>
          <p:cNvPr id="2" name="Google Shape;408;p37">
            <a:extLst>
              <a:ext uri="{FF2B5EF4-FFF2-40B4-BE49-F238E27FC236}">
                <a16:creationId xmlns:a16="http://schemas.microsoft.com/office/drawing/2014/main" id="{0508431D-C37D-7280-FDA3-79F66BBE9085}"/>
              </a:ext>
            </a:extLst>
          </p:cNvPr>
          <p:cNvPicPr preferRelativeResize="0"/>
          <p:nvPr/>
        </p:nvPicPr>
        <p:blipFill rotWithShape="1">
          <a:blip r:embed="rId3">
            <a:alphaModFix/>
          </a:blip>
          <a:srcRect t="49657"/>
          <a:stretch/>
        </p:blipFill>
        <p:spPr>
          <a:xfrm>
            <a:off x="776465" y="445025"/>
            <a:ext cx="1114616" cy="741098"/>
          </a:xfrm>
          <a:prstGeom prst="rect">
            <a:avLst/>
          </a:prstGeom>
          <a:noFill/>
          <a:ln>
            <a:noFill/>
          </a:ln>
        </p:spPr>
      </p:pic>
      <p:sp>
        <p:nvSpPr>
          <p:cNvPr id="3" name="Google Shape;413;p37">
            <a:extLst>
              <a:ext uri="{FF2B5EF4-FFF2-40B4-BE49-F238E27FC236}">
                <a16:creationId xmlns:a16="http://schemas.microsoft.com/office/drawing/2014/main" id="{8D8E3ECC-9F21-D49B-E626-6BBD4D388052}"/>
              </a:ext>
            </a:extLst>
          </p:cNvPr>
          <p:cNvSpPr txBox="1">
            <a:spLocks/>
          </p:cNvSpPr>
          <p:nvPr/>
        </p:nvSpPr>
        <p:spPr>
          <a:xfrm>
            <a:off x="966423" y="634982"/>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06</a:t>
            </a:r>
          </a:p>
        </p:txBody>
      </p:sp>
      <p:pic>
        <p:nvPicPr>
          <p:cNvPr id="5" name="Picture 4">
            <a:extLst>
              <a:ext uri="{FF2B5EF4-FFF2-40B4-BE49-F238E27FC236}">
                <a16:creationId xmlns:a16="http://schemas.microsoft.com/office/drawing/2014/main" id="{1EC16BCE-047B-5D9B-4A53-00EEF2733074}"/>
              </a:ext>
            </a:extLst>
          </p:cNvPr>
          <p:cNvPicPr>
            <a:picLocks noChangeAspect="1"/>
          </p:cNvPicPr>
          <p:nvPr/>
        </p:nvPicPr>
        <p:blipFill>
          <a:blip r:embed="rId4"/>
          <a:stretch>
            <a:fillRect/>
          </a:stretch>
        </p:blipFill>
        <p:spPr>
          <a:xfrm>
            <a:off x="5043198" y="1271182"/>
            <a:ext cx="409074" cy="409074"/>
          </a:xfrm>
          <a:prstGeom prst="rect">
            <a:avLst/>
          </a:prstGeom>
        </p:spPr>
      </p:pic>
      <p:pic>
        <p:nvPicPr>
          <p:cNvPr id="7" name="Picture 6">
            <a:extLst>
              <a:ext uri="{FF2B5EF4-FFF2-40B4-BE49-F238E27FC236}">
                <a16:creationId xmlns:a16="http://schemas.microsoft.com/office/drawing/2014/main" id="{48AB7D55-92D3-135D-BAEE-470DD7C86D10}"/>
              </a:ext>
            </a:extLst>
          </p:cNvPr>
          <p:cNvPicPr>
            <a:picLocks noChangeAspect="1"/>
          </p:cNvPicPr>
          <p:nvPr/>
        </p:nvPicPr>
        <p:blipFill>
          <a:blip r:embed="rId5"/>
          <a:stretch>
            <a:fillRect/>
          </a:stretch>
        </p:blipFill>
        <p:spPr>
          <a:xfrm>
            <a:off x="3705660" y="1288800"/>
            <a:ext cx="381205" cy="381205"/>
          </a:xfrm>
          <a:prstGeom prst="rect">
            <a:avLst/>
          </a:prstGeom>
        </p:spPr>
      </p:pic>
      <p:pic>
        <p:nvPicPr>
          <p:cNvPr id="9" name="Picture 8">
            <a:extLst>
              <a:ext uri="{FF2B5EF4-FFF2-40B4-BE49-F238E27FC236}">
                <a16:creationId xmlns:a16="http://schemas.microsoft.com/office/drawing/2014/main" id="{15D27B77-46C0-1B4A-CA20-525B7126375F}"/>
              </a:ext>
            </a:extLst>
          </p:cNvPr>
          <p:cNvPicPr>
            <a:picLocks noChangeAspect="1"/>
          </p:cNvPicPr>
          <p:nvPr/>
        </p:nvPicPr>
        <p:blipFill>
          <a:blip r:embed="rId6"/>
          <a:stretch>
            <a:fillRect/>
          </a:stretch>
        </p:blipFill>
        <p:spPr>
          <a:xfrm>
            <a:off x="4267198" y="1167641"/>
            <a:ext cx="609604" cy="609604"/>
          </a:xfrm>
          <a:prstGeom prst="rect">
            <a:avLst/>
          </a:prstGeom>
        </p:spPr>
      </p:pic>
      <p:pic>
        <p:nvPicPr>
          <p:cNvPr id="17" name="Picture 16">
            <a:extLst>
              <a:ext uri="{FF2B5EF4-FFF2-40B4-BE49-F238E27FC236}">
                <a16:creationId xmlns:a16="http://schemas.microsoft.com/office/drawing/2014/main" id="{0A5EFCE6-7D23-BCC6-3D7D-A150D54257A9}"/>
              </a:ext>
            </a:extLst>
          </p:cNvPr>
          <p:cNvPicPr>
            <a:picLocks noChangeAspect="1"/>
          </p:cNvPicPr>
          <p:nvPr/>
        </p:nvPicPr>
        <p:blipFill>
          <a:blip r:embed="rId7"/>
          <a:stretch>
            <a:fillRect/>
          </a:stretch>
        </p:blipFill>
        <p:spPr>
          <a:xfrm>
            <a:off x="2210466" y="2282761"/>
            <a:ext cx="288989" cy="288989"/>
          </a:xfrm>
          <a:prstGeom prst="rect">
            <a:avLst/>
          </a:prstGeom>
        </p:spPr>
      </p:pic>
      <p:pic>
        <p:nvPicPr>
          <p:cNvPr id="18" name="Picture 17">
            <a:extLst>
              <a:ext uri="{FF2B5EF4-FFF2-40B4-BE49-F238E27FC236}">
                <a16:creationId xmlns:a16="http://schemas.microsoft.com/office/drawing/2014/main" id="{119DC6C9-9884-C3CE-DC7F-378C82383FF8}"/>
              </a:ext>
            </a:extLst>
          </p:cNvPr>
          <p:cNvPicPr>
            <a:picLocks noChangeAspect="1"/>
          </p:cNvPicPr>
          <p:nvPr/>
        </p:nvPicPr>
        <p:blipFill>
          <a:blip r:embed="rId7"/>
          <a:stretch>
            <a:fillRect/>
          </a:stretch>
        </p:blipFill>
        <p:spPr>
          <a:xfrm>
            <a:off x="2210466" y="2512927"/>
            <a:ext cx="288989" cy="288989"/>
          </a:xfrm>
          <a:prstGeom prst="rect">
            <a:avLst/>
          </a:prstGeom>
        </p:spPr>
      </p:pic>
      <p:sp>
        <p:nvSpPr>
          <p:cNvPr id="4" name="Google Shape;474;p43">
            <a:extLst>
              <a:ext uri="{FF2B5EF4-FFF2-40B4-BE49-F238E27FC236}">
                <a16:creationId xmlns:a16="http://schemas.microsoft.com/office/drawing/2014/main" id="{0D2A1258-8DD5-A51C-49DC-D6A7FCE13012}"/>
              </a:ext>
            </a:extLst>
          </p:cNvPr>
          <p:cNvSpPr txBox="1">
            <a:spLocks/>
          </p:cNvSpPr>
          <p:nvPr/>
        </p:nvSpPr>
        <p:spPr>
          <a:xfrm>
            <a:off x="2460126" y="3032082"/>
            <a:ext cx="4211215" cy="152710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1pPr>
            <a:lvl2pPr marL="914400" marR="0" lvl="1"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2pPr>
            <a:lvl3pPr marL="1371600" marR="0" lvl="2"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3pPr>
            <a:lvl4pPr marL="1828800" marR="0" lvl="3"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4pPr>
            <a:lvl5pPr marL="2286000" marR="0" lvl="4"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5pPr>
            <a:lvl6pPr marL="2743200" marR="0" lvl="5"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6pPr>
            <a:lvl7pPr marL="3200400" marR="0" lvl="6"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7pPr>
            <a:lvl8pPr marL="3657600" marR="0" lvl="7"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8pPr>
            <a:lvl9pPr marL="4114800" marR="0" lvl="8" indent="-317500" algn="ctr" rtl="0">
              <a:lnSpc>
                <a:spcPct val="100000"/>
              </a:lnSpc>
              <a:spcBef>
                <a:spcPts val="0"/>
              </a:spcBef>
              <a:spcAft>
                <a:spcPts val="0"/>
              </a:spcAft>
              <a:buClr>
                <a:schemeClr val="dk1"/>
              </a:buClr>
              <a:buSzPts val="1400"/>
              <a:buFont typeface="Baloo 2"/>
              <a:buNone/>
              <a:defRPr sz="1400" b="0" i="0" u="none" strike="noStrike" cap="none">
                <a:solidFill>
                  <a:schemeClr val="dk1"/>
                </a:solidFill>
                <a:latin typeface="Baloo 2"/>
                <a:ea typeface="Baloo 2"/>
                <a:cs typeface="Baloo 2"/>
                <a:sym typeface="Baloo 2"/>
              </a:defRPr>
            </a:lvl9pPr>
          </a:lstStyle>
          <a:p>
            <a:pPr marL="0" indent="0" algn="l"/>
            <a:r>
              <a:rPr lang="it-IT" dirty="0"/>
              <a:t> Le salse a base di vino sono </a:t>
            </a:r>
            <a:r>
              <a:rPr lang="it-IT" b="1" dirty="0"/>
              <a:t>EFFETTIVAMENTE</a:t>
            </a:r>
            <a:r>
              <a:rPr lang="it-IT" dirty="0"/>
              <a:t> usate</a:t>
            </a:r>
          </a:p>
          <a:p>
            <a:pPr marL="0" indent="0" algn="l"/>
            <a:r>
              <a:rPr lang="it-IT" dirty="0"/>
              <a:t>  con il salmone glassato all'acero nella cucina reale</a:t>
            </a:r>
          </a:p>
          <a:p>
            <a:pPr marL="0" indent="0" algn="l"/>
            <a:endParaRPr lang="it-IT" dirty="0"/>
          </a:p>
          <a:p>
            <a:pPr marL="0" indent="0" algn="l"/>
            <a:endParaRPr lang="it-IT" dirty="0"/>
          </a:p>
          <a:p>
            <a:pPr marL="0" indent="0" algn="l"/>
            <a:r>
              <a:rPr lang="it-IT" dirty="0"/>
              <a:t>Abbinamenti </a:t>
            </a:r>
            <a:r>
              <a:rPr lang="it-IT" b="1" dirty="0"/>
              <a:t>TRADIZIONALI</a:t>
            </a:r>
            <a:r>
              <a:rPr lang="it-IT" dirty="0"/>
              <a:t>: Path = 1 </a:t>
            </a:r>
          </a:p>
          <a:p>
            <a:pPr marL="0" indent="0" algn="l"/>
            <a:r>
              <a:rPr lang="it-IT" dirty="0"/>
              <a:t>Abbinamenti </a:t>
            </a:r>
            <a:r>
              <a:rPr lang="it-IT" b="1" dirty="0"/>
              <a:t>INNOVATIVI</a:t>
            </a:r>
            <a:r>
              <a:rPr lang="it-IT" dirty="0"/>
              <a:t>: Path = 2-3</a:t>
            </a:r>
          </a:p>
          <a:p>
            <a:pPr marL="0" indent="0" algn="l"/>
            <a:endParaRPr lang="it-IT" dirty="0"/>
          </a:p>
          <a:p>
            <a:pPr marL="0" indent="0" algn="l"/>
            <a:endParaRPr lang="en-US" dirty="0"/>
          </a:p>
        </p:txBody>
      </p:sp>
      <p:pic>
        <p:nvPicPr>
          <p:cNvPr id="8" name="Picture 7">
            <a:extLst>
              <a:ext uri="{FF2B5EF4-FFF2-40B4-BE49-F238E27FC236}">
                <a16:creationId xmlns:a16="http://schemas.microsoft.com/office/drawing/2014/main" id="{8185E16D-02BF-C2D4-4E4E-36C032215556}"/>
              </a:ext>
            </a:extLst>
          </p:cNvPr>
          <p:cNvPicPr>
            <a:picLocks noChangeAspect="1"/>
          </p:cNvPicPr>
          <p:nvPr/>
        </p:nvPicPr>
        <p:blipFill>
          <a:blip r:embed="rId8"/>
          <a:stretch>
            <a:fillRect/>
          </a:stretch>
        </p:blipFill>
        <p:spPr>
          <a:xfrm>
            <a:off x="1918328" y="3032082"/>
            <a:ext cx="541798" cy="541798"/>
          </a:xfrm>
          <a:prstGeom prst="rect">
            <a:avLst/>
          </a:prstGeom>
        </p:spPr>
      </p:pic>
      <p:pic>
        <p:nvPicPr>
          <p:cNvPr id="11" name="Picture 10">
            <a:extLst>
              <a:ext uri="{FF2B5EF4-FFF2-40B4-BE49-F238E27FC236}">
                <a16:creationId xmlns:a16="http://schemas.microsoft.com/office/drawing/2014/main" id="{F332046E-94BD-E9FD-8D78-0B0BCED6A4FB}"/>
              </a:ext>
            </a:extLst>
          </p:cNvPr>
          <p:cNvPicPr>
            <a:picLocks noChangeAspect="1"/>
          </p:cNvPicPr>
          <p:nvPr/>
        </p:nvPicPr>
        <p:blipFill>
          <a:blip r:embed="rId9"/>
          <a:stretch>
            <a:fillRect/>
          </a:stretch>
        </p:blipFill>
        <p:spPr>
          <a:xfrm>
            <a:off x="1934824" y="3804046"/>
            <a:ext cx="541798" cy="541798"/>
          </a:xfrm>
          <a:prstGeom prst="rect">
            <a:avLst/>
          </a:prstGeom>
        </p:spPr>
      </p:pic>
      <p:pic>
        <p:nvPicPr>
          <p:cNvPr id="13" name="Picture 12">
            <a:extLst>
              <a:ext uri="{FF2B5EF4-FFF2-40B4-BE49-F238E27FC236}">
                <a16:creationId xmlns:a16="http://schemas.microsoft.com/office/drawing/2014/main" id="{9F5587F8-1EEB-5D2D-65FE-520867E1D57A}"/>
              </a:ext>
            </a:extLst>
          </p:cNvPr>
          <p:cNvPicPr>
            <a:picLocks noChangeAspect="1"/>
          </p:cNvPicPr>
          <p:nvPr/>
        </p:nvPicPr>
        <p:blipFill>
          <a:blip r:embed="rId10"/>
          <a:stretch>
            <a:fillRect/>
          </a:stretch>
        </p:blipFill>
        <p:spPr>
          <a:xfrm>
            <a:off x="5942367" y="2543890"/>
            <a:ext cx="194223" cy="194223"/>
          </a:xfrm>
          <a:prstGeom prst="rect">
            <a:avLst/>
          </a:prstGeom>
        </p:spPr>
      </p:pic>
      <p:pic>
        <p:nvPicPr>
          <p:cNvPr id="15" name="Picture 14">
            <a:extLst>
              <a:ext uri="{FF2B5EF4-FFF2-40B4-BE49-F238E27FC236}">
                <a16:creationId xmlns:a16="http://schemas.microsoft.com/office/drawing/2014/main" id="{9A7C40E6-949C-08CB-F6F2-1ED41F49050F}"/>
              </a:ext>
            </a:extLst>
          </p:cNvPr>
          <p:cNvPicPr>
            <a:picLocks noChangeAspect="1"/>
          </p:cNvPicPr>
          <p:nvPr/>
        </p:nvPicPr>
        <p:blipFill>
          <a:blip r:embed="rId11"/>
          <a:stretch>
            <a:fillRect/>
          </a:stretch>
        </p:blipFill>
        <p:spPr>
          <a:xfrm>
            <a:off x="5748145" y="2330144"/>
            <a:ext cx="194222" cy="194222"/>
          </a:xfrm>
          <a:prstGeom prst="rect">
            <a:avLst/>
          </a:prstGeom>
        </p:spPr>
      </p:pic>
    </p:spTree>
    <p:extLst>
      <p:ext uri="{BB962C8B-B14F-4D97-AF65-F5344CB8AC3E}">
        <p14:creationId xmlns:p14="http://schemas.microsoft.com/office/powerpoint/2010/main" val="380590862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19"/>
        <p:cNvGrpSpPr/>
        <p:nvPr/>
      </p:nvGrpSpPr>
      <p:grpSpPr>
        <a:xfrm>
          <a:off x="0" y="0"/>
          <a:ext cx="0" cy="0"/>
          <a:chOff x="0" y="0"/>
          <a:chExt cx="0" cy="0"/>
        </a:xfrm>
      </p:grpSpPr>
      <p:pic>
        <p:nvPicPr>
          <p:cNvPr id="422" name="Google Shape;422;p38"/>
          <p:cNvPicPr preferRelativeResize="0"/>
          <p:nvPr/>
        </p:nvPicPr>
        <p:blipFill>
          <a:blip r:embed="rId3">
            <a:alphaModFix/>
          </a:blip>
          <a:stretch>
            <a:fillRect/>
          </a:stretch>
        </p:blipFill>
        <p:spPr>
          <a:xfrm>
            <a:off x="456610" y="279155"/>
            <a:ext cx="1121750" cy="3948094"/>
          </a:xfrm>
          <a:prstGeom prst="rect">
            <a:avLst/>
          </a:prstGeom>
          <a:noFill/>
          <a:ln>
            <a:noFill/>
          </a:ln>
        </p:spPr>
      </p:pic>
      <p:pic>
        <p:nvPicPr>
          <p:cNvPr id="423" name="Google Shape;423;p38"/>
          <p:cNvPicPr preferRelativeResize="0"/>
          <p:nvPr/>
        </p:nvPicPr>
        <p:blipFill>
          <a:blip r:embed="rId4">
            <a:alphaModFix/>
          </a:blip>
          <a:stretch>
            <a:fillRect/>
          </a:stretch>
        </p:blipFill>
        <p:spPr>
          <a:xfrm>
            <a:off x="671075" y="952500"/>
            <a:ext cx="1397926" cy="3143551"/>
          </a:xfrm>
          <a:prstGeom prst="rect">
            <a:avLst/>
          </a:prstGeom>
          <a:noFill/>
          <a:ln>
            <a:noFill/>
          </a:ln>
        </p:spPr>
      </p:pic>
      <p:pic>
        <p:nvPicPr>
          <p:cNvPr id="424" name="Google Shape;424;p38"/>
          <p:cNvPicPr preferRelativeResize="0"/>
          <p:nvPr/>
        </p:nvPicPr>
        <p:blipFill>
          <a:blip r:embed="rId5">
            <a:alphaModFix/>
          </a:blip>
          <a:stretch>
            <a:fillRect/>
          </a:stretch>
        </p:blipFill>
        <p:spPr>
          <a:xfrm>
            <a:off x="6877859" y="2360525"/>
            <a:ext cx="930291" cy="1270499"/>
          </a:xfrm>
          <a:prstGeom prst="rect">
            <a:avLst/>
          </a:prstGeom>
          <a:noFill/>
          <a:ln>
            <a:noFill/>
          </a:ln>
        </p:spPr>
      </p:pic>
      <p:pic>
        <p:nvPicPr>
          <p:cNvPr id="425" name="Google Shape;425;p38"/>
          <p:cNvPicPr preferRelativeResize="0"/>
          <p:nvPr/>
        </p:nvPicPr>
        <p:blipFill>
          <a:blip r:embed="rId6">
            <a:alphaModFix/>
          </a:blip>
          <a:stretch>
            <a:fillRect/>
          </a:stretch>
        </p:blipFill>
        <p:spPr>
          <a:xfrm rot="-1396901">
            <a:off x="7355674" y="326079"/>
            <a:ext cx="1147479" cy="1684243"/>
          </a:xfrm>
          <a:prstGeom prst="rect">
            <a:avLst/>
          </a:prstGeom>
          <a:noFill/>
          <a:ln>
            <a:noFill/>
          </a:ln>
        </p:spPr>
      </p:pic>
      <p:pic>
        <p:nvPicPr>
          <p:cNvPr id="426" name="Google Shape;426;p38"/>
          <p:cNvPicPr preferRelativeResize="0"/>
          <p:nvPr/>
        </p:nvPicPr>
        <p:blipFill>
          <a:blip r:embed="rId7">
            <a:alphaModFix/>
          </a:blip>
          <a:stretch>
            <a:fillRect/>
          </a:stretch>
        </p:blipFill>
        <p:spPr>
          <a:xfrm rot="4078026" flipH="1">
            <a:off x="1252791" y="3677133"/>
            <a:ext cx="779793" cy="1886834"/>
          </a:xfrm>
          <a:prstGeom prst="rect">
            <a:avLst/>
          </a:prstGeom>
          <a:noFill/>
          <a:ln>
            <a:noFill/>
          </a:ln>
        </p:spPr>
      </p:pic>
      <p:pic>
        <p:nvPicPr>
          <p:cNvPr id="427" name="Google Shape;427;p38"/>
          <p:cNvPicPr preferRelativeResize="0"/>
          <p:nvPr/>
        </p:nvPicPr>
        <p:blipFill>
          <a:blip r:embed="rId8">
            <a:alphaModFix/>
          </a:blip>
          <a:stretch>
            <a:fillRect/>
          </a:stretch>
        </p:blipFill>
        <p:spPr>
          <a:xfrm>
            <a:off x="-1281025" y="2245786"/>
            <a:ext cx="2743250" cy="2838889"/>
          </a:xfrm>
          <a:prstGeom prst="rect">
            <a:avLst/>
          </a:prstGeom>
          <a:noFill/>
          <a:ln>
            <a:noFill/>
          </a:ln>
        </p:spPr>
      </p:pic>
      <p:sp>
        <p:nvSpPr>
          <p:cNvPr id="4" name="Google Shape;472;p43">
            <a:extLst>
              <a:ext uri="{FF2B5EF4-FFF2-40B4-BE49-F238E27FC236}">
                <a16:creationId xmlns:a16="http://schemas.microsoft.com/office/drawing/2014/main" id="{165CB1F7-0C72-88EF-72B6-8F0B4DD79C78}"/>
              </a:ext>
            </a:extLst>
          </p:cNvPr>
          <p:cNvSpPr txBox="1">
            <a:spLocks/>
          </p:cNvSpPr>
          <p:nvPr/>
        </p:nvSpPr>
        <p:spPr>
          <a:xfrm>
            <a:off x="1421175" y="445025"/>
            <a:ext cx="6301800" cy="74109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1"/>
              </a:buClr>
              <a:buSzPts val="3500"/>
              <a:buFont typeface="Averia Serif Libre"/>
              <a:buNone/>
              <a:defRPr sz="9500" b="0" i="0" u="none" strike="noStrike" cap="none">
                <a:solidFill>
                  <a:schemeClr val="accent1"/>
                </a:solidFill>
                <a:latin typeface="Averia Serif Libre"/>
                <a:ea typeface="Averia Serif Libre"/>
                <a:cs typeface="Averia Serif Libre"/>
                <a:sym typeface="Averia Serif Libre"/>
              </a:defRPr>
            </a:lvl1pPr>
            <a:lvl2pPr marR="0" lvl="1"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2pPr>
            <a:lvl3pPr marR="0" lvl="2"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3pPr>
            <a:lvl4pPr marR="0" lvl="3"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4pPr>
            <a:lvl5pPr marR="0" lvl="4"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5pPr>
            <a:lvl6pPr marR="0" lvl="5"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6pPr>
            <a:lvl7pPr marR="0" lvl="6"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7pPr>
            <a:lvl8pPr marR="0" lvl="7"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8pPr>
            <a:lvl9pPr marR="0" lvl="8" algn="ctr" rtl="0">
              <a:lnSpc>
                <a:spcPct val="100000"/>
              </a:lnSpc>
              <a:spcBef>
                <a:spcPts val="0"/>
              </a:spcBef>
              <a:spcAft>
                <a:spcPts val="0"/>
              </a:spcAft>
              <a:buClr>
                <a:schemeClr val="dk1"/>
              </a:buClr>
              <a:buSzPts val="3500"/>
              <a:buFont typeface="Averia Serif Libre"/>
              <a:buNone/>
              <a:defRPr sz="3500" b="0" i="0" u="none" strike="noStrike" cap="none">
                <a:solidFill>
                  <a:schemeClr val="dk1"/>
                </a:solidFill>
                <a:latin typeface="Averia Serif Libre"/>
                <a:ea typeface="Averia Serif Libre"/>
                <a:cs typeface="Averia Serif Libre"/>
                <a:sym typeface="Averia Serif Libre"/>
              </a:defRPr>
            </a:lvl9pPr>
          </a:lstStyle>
          <a:p>
            <a:r>
              <a:rPr lang="en-US" sz="3500" dirty="0" err="1">
                <a:solidFill>
                  <a:schemeClr val="accent3"/>
                </a:solidFill>
              </a:rPr>
              <a:t>Conclusioni</a:t>
            </a:r>
            <a:endParaRPr lang="en-US" sz="3500" dirty="0"/>
          </a:p>
        </p:txBody>
      </p:sp>
      <p:sp>
        <p:nvSpPr>
          <p:cNvPr id="7" name="TextBox 6">
            <a:extLst>
              <a:ext uri="{FF2B5EF4-FFF2-40B4-BE49-F238E27FC236}">
                <a16:creationId xmlns:a16="http://schemas.microsoft.com/office/drawing/2014/main" id="{5F247F81-FB6F-77F1-AE71-63F79C27D2C4}"/>
              </a:ext>
            </a:extLst>
          </p:cNvPr>
          <p:cNvSpPr txBox="1"/>
          <p:nvPr/>
        </p:nvSpPr>
        <p:spPr>
          <a:xfrm>
            <a:off x="1828122" y="1556319"/>
            <a:ext cx="5557642" cy="523220"/>
          </a:xfrm>
          <a:prstGeom prst="rect">
            <a:avLst/>
          </a:prstGeom>
          <a:noFill/>
        </p:spPr>
        <p:txBody>
          <a:bodyPr wrap="square" rtlCol="0">
            <a:spAutoFit/>
          </a:bodyPr>
          <a:lstStyle/>
          <a:p>
            <a:pPr algn="ctr"/>
            <a:r>
              <a:rPr lang="it-IT" dirty="0">
                <a:solidFill>
                  <a:schemeClr val="tx1"/>
                </a:solidFill>
                <a:latin typeface="Baloo 2" panose="020B0604020202020204" charset="0"/>
                <a:cs typeface="Baloo 2" panose="020B0604020202020204" charset="0"/>
              </a:rPr>
              <a:t>La cucina d'avanguardia presenta topologia "Small-World " </a:t>
            </a:r>
          </a:p>
          <a:p>
            <a:pPr algn="ctr"/>
            <a:r>
              <a:rPr lang="it-IT" dirty="0">
                <a:solidFill>
                  <a:schemeClr val="tx1"/>
                </a:solidFill>
                <a:latin typeface="Baloo 2" panose="020B0604020202020204" charset="0"/>
                <a:cs typeface="Baloo 2" panose="020B0604020202020204" charset="0"/>
              </a:rPr>
              <a:t>più marcata rispetto alla cucina tradizionale</a:t>
            </a:r>
            <a:endParaRPr lang="en-US" dirty="0">
              <a:solidFill>
                <a:schemeClr val="tx1"/>
              </a:solidFill>
              <a:latin typeface="Baloo 2" panose="020B0604020202020204" charset="0"/>
              <a:cs typeface="Baloo 2" panose="020B0604020202020204" charset="0"/>
            </a:endParaRPr>
          </a:p>
        </p:txBody>
      </p:sp>
      <p:sp>
        <p:nvSpPr>
          <p:cNvPr id="8" name="TextBox 7">
            <a:extLst>
              <a:ext uri="{FF2B5EF4-FFF2-40B4-BE49-F238E27FC236}">
                <a16:creationId xmlns:a16="http://schemas.microsoft.com/office/drawing/2014/main" id="{5BFA2461-255E-9C84-C985-A971939480C1}"/>
              </a:ext>
            </a:extLst>
          </p:cNvPr>
          <p:cNvSpPr txBox="1"/>
          <p:nvPr/>
        </p:nvSpPr>
        <p:spPr>
          <a:xfrm>
            <a:off x="2138212" y="1321316"/>
            <a:ext cx="4856018" cy="307777"/>
          </a:xfrm>
          <a:prstGeom prst="rect">
            <a:avLst/>
          </a:prstGeom>
          <a:noFill/>
        </p:spPr>
        <p:txBody>
          <a:bodyPr wrap="square" rtlCol="0">
            <a:spAutoFit/>
          </a:bodyPr>
          <a:lstStyle/>
          <a:p>
            <a:pPr algn="ctr"/>
            <a:r>
              <a:rPr lang="en-US" b="1" dirty="0">
                <a:solidFill>
                  <a:schemeClr val="accent1"/>
                </a:solidFill>
                <a:latin typeface="Baloo 2" panose="020B0604020202020204" charset="0"/>
                <a:cs typeface="Baloo 2" panose="020B0604020202020204" charset="0"/>
              </a:rPr>
              <a:t>IPOTESI:</a:t>
            </a:r>
          </a:p>
        </p:txBody>
      </p:sp>
      <p:pic>
        <p:nvPicPr>
          <p:cNvPr id="9" name="Google Shape;408;p37">
            <a:extLst>
              <a:ext uri="{FF2B5EF4-FFF2-40B4-BE49-F238E27FC236}">
                <a16:creationId xmlns:a16="http://schemas.microsoft.com/office/drawing/2014/main" id="{66CA9FAB-AFFD-91BB-49CF-3CE85FC71D07}"/>
              </a:ext>
            </a:extLst>
          </p:cNvPr>
          <p:cNvPicPr preferRelativeResize="0"/>
          <p:nvPr/>
        </p:nvPicPr>
        <p:blipFill rotWithShape="1">
          <a:blip r:embed="rId9">
            <a:alphaModFix/>
          </a:blip>
          <a:srcRect t="49657"/>
          <a:stretch/>
        </p:blipFill>
        <p:spPr>
          <a:xfrm>
            <a:off x="1939537" y="491902"/>
            <a:ext cx="1114616" cy="741098"/>
          </a:xfrm>
          <a:prstGeom prst="rect">
            <a:avLst/>
          </a:prstGeom>
          <a:noFill/>
          <a:ln>
            <a:noFill/>
          </a:ln>
        </p:spPr>
      </p:pic>
      <p:sp>
        <p:nvSpPr>
          <p:cNvPr id="10" name="Google Shape;413;p37">
            <a:extLst>
              <a:ext uri="{FF2B5EF4-FFF2-40B4-BE49-F238E27FC236}">
                <a16:creationId xmlns:a16="http://schemas.microsoft.com/office/drawing/2014/main" id="{C0C98646-BF49-5556-72A4-0A93EFE5D0E9}"/>
              </a:ext>
            </a:extLst>
          </p:cNvPr>
          <p:cNvSpPr txBox="1">
            <a:spLocks/>
          </p:cNvSpPr>
          <p:nvPr/>
        </p:nvSpPr>
        <p:spPr>
          <a:xfrm>
            <a:off x="2129495" y="681859"/>
            <a:ext cx="734700" cy="44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2800" dirty="0">
                <a:solidFill>
                  <a:schemeClr val="bg2"/>
                </a:solidFill>
                <a:latin typeface="Averia Serif Libre" panose="020B0604020202020204" charset="0"/>
              </a:rPr>
              <a:t>07</a:t>
            </a:r>
          </a:p>
        </p:txBody>
      </p:sp>
      <p:pic>
        <p:nvPicPr>
          <p:cNvPr id="12" name="Picture 11">
            <a:extLst>
              <a:ext uri="{FF2B5EF4-FFF2-40B4-BE49-F238E27FC236}">
                <a16:creationId xmlns:a16="http://schemas.microsoft.com/office/drawing/2014/main" id="{70320C45-D62F-7E5E-04D9-4FC5E2F470B0}"/>
              </a:ext>
            </a:extLst>
          </p:cNvPr>
          <p:cNvPicPr>
            <a:picLocks noChangeAspect="1"/>
          </p:cNvPicPr>
          <p:nvPr/>
        </p:nvPicPr>
        <p:blipFill>
          <a:blip r:embed="rId10"/>
          <a:stretch>
            <a:fillRect/>
          </a:stretch>
        </p:blipFill>
        <p:spPr>
          <a:xfrm>
            <a:off x="6797911" y="1617247"/>
            <a:ext cx="392638" cy="392638"/>
          </a:xfrm>
          <a:prstGeom prst="rect">
            <a:avLst/>
          </a:prstGeom>
        </p:spPr>
      </p:pic>
      <p:sp>
        <p:nvSpPr>
          <p:cNvPr id="13" name="TextBox 12">
            <a:extLst>
              <a:ext uri="{FF2B5EF4-FFF2-40B4-BE49-F238E27FC236}">
                <a16:creationId xmlns:a16="http://schemas.microsoft.com/office/drawing/2014/main" id="{F2320A4F-E8B0-422C-1E24-6FA22D7AB86E}"/>
              </a:ext>
            </a:extLst>
          </p:cNvPr>
          <p:cNvSpPr txBox="1"/>
          <p:nvPr/>
        </p:nvSpPr>
        <p:spPr>
          <a:xfrm>
            <a:off x="1939537" y="2121621"/>
            <a:ext cx="5557642" cy="523220"/>
          </a:xfrm>
          <a:prstGeom prst="rect">
            <a:avLst/>
          </a:prstGeom>
          <a:noFill/>
        </p:spPr>
        <p:txBody>
          <a:bodyPr wrap="square" rtlCol="0">
            <a:spAutoFit/>
          </a:bodyPr>
          <a:lstStyle/>
          <a:p>
            <a:pPr algn="ctr"/>
            <a:r>
              <a:rPr lang="it-IT" dirty="0">
                <a:solidFill>
                  <a:schemeClr val="tx1"/>
                </a:solidFill>
                <a:latin typeface="Baloo 2" panose="020B0604020202020204" charset="0"/>
                <a:cs typeface="Baloo 2" panose="020B0604020202020204" charset="0"/>
              </a:rPr>
              <a:t>La cucina d'avanguardia presenta topologia Small World più marcata:</a:t>
            </a:r>
          </a:p>
          <a:p>
            <a:pPr algn="ctr"/>
            <a:r>
              <a:rPr lang="el-GR" dirty="0">
                <a:solidFill>
                  <a:schemeClr val="tx1"/>
                </a:solidFill>
                <a:latin typeface="Baloo 2" panose="020B0604020202020204" charset="0"/>
                <a:cs typeface="Baloo 2" panose="020B0604020202020204" charset="0"/>
              </a:rPr>
              <a:t>σ = 1.99 </a:t>
            </a:r>
            <a:r>
              <a:rPr lang="en-US" dirty="0">
                <a:solidFill>
                  <a:schemeClr val="tx1"/>
                </a:solidFill>
                <a:latin typeface="Baloo 2" panose="020B0604020202020204" charset="0"/>
                <a:cs typeface="Baloo 2" panose="020B0604020202020204" charset="0"/>
              </a:rPr>
              <a:t>vs 1.25</a:t>
            </a:r>
          </a:p>
        </p:txBody>
      </p:sp>
      <p:sp>
        <p:nvSpPr>
          <p:cNvPr id="14" name="TextBox 13">
            <a:extLst>
              <a:ext uri="{FF2B5EF4-FFF2-40B4-BE49-F238E27FC236}">
                <a16:creationId xmlns:a16="http://schemas.microsoft.com/office/drawing/2014/main" id="{945CE69E-9D05-0DE7-52B2-D2021A46FAF4}"/>
              </a:ext>
            </a:extLst>
          </p:cNvPr>
          <p:cNvSpPr txBox="1"/>
          <p:nvPr/>
        </p:nvSpPr>
        <p:spPr>
          <a:xfrm>
            <a:off x="2138212" y="1952628"/>
            <a:ext cx="4856018" cy="307777"/>
          </a:xfrm>
          <a:prstGeom prst="rect">
            <a:avLst/>
          </a:prstGeom>
          <a:noFill/>
        </p:spPr>
        <p:txBody>
          <a:bodyPr wrap="square" rtlCol="0">
            <a:spAutoFit/>
          </a:bodyPr>
          <a:lstStyle/>
          <a:p>
            <a:pPr algn="ctr"/>
            <a:r>
              <a:rPr lang="en-US" b="1" dirty="0">
                <a:solidFill>
                  <a:schemeClr val="accent4"/>
                </a:solidFill>
                <a:latin typeface="Baloo 2" panose="020B0604020202020204" charset="0"/>
                <a:cs typeface="Baloo 2" panose="020B0604020202020204" charset="0"/>
              </a:rPr>
              <a:t>CONFERMA:</a:t>
            </a:r>
          </a:p>
        </p:txBody>
      </p:sp>
      <p:sp>
        <p:nvSpPr>
          <p:cNvPr id="15" name="TextBox 14">
            <a:extLst>
              <a:ext uri="{FF2B5EF4-FFF2-40B4-BE49-F238E27FC236}">
                <a16:creationId xmlns:a16="http://schemas.microsoft.com/office/drawing/2014/main" id="{4D20FC68-A31A-8134-D06E-7CA679D95B5D}"/>
              </a:ext>
            </a:extLst>
          </p:cNvPr>
          <p:cNvSpPr txBox="1"/>
          <p:nvPr/>
        </p:nvSpPr>
        <p:spPr>
          <a:xfrm>
            <a:off x="1485759" y="2961239"/>
            <a:ext cx="4856018" cy="307777"/>
          </a:xfrm>
          <a:prstGeom prst="rect">
            <a:avLst/>
          </a:prstGeom>
          <a:noFill/>
        </p:spPr>
        <p:txBody>
          <a:bodyPr wrap="square" rtlCol="0">
            <a:spAutoFit/>
          </a:bodyPr>
          <a:lstStyle/>
          <a:p>
            <a:r>
              <a:rPr lang="en-US" b="1" dirty="0">
                <a:solidFill>
                  <a:schemeClr val="accent2"/>
                </a:solidFill>
                <a:latin typeface="Baloo 2" panose="020B0604020202020204" charset="0"/>
                <a:cs typeface="Baloo 2" panose="020B0604020202020204" charset="0"/>
              </a:rPr>
              <a:t>SCOPERTA: </a:t>
            </a:r>
          </a:p>
        </p:txBody>
      </p:sp>
      <p:sp>
        <p:nvSpPr>
          <p:cNvPr id="16" name="TextBox 15">
            <a:extLst>
              <a:ext uri="{FF2B5EF4-FFF2-40B4-BE49-F238E27FC236}">
                <a16:creationId xmlns:a16="http://schemas.microsoft.com/office/drawing/2014/main" id="{352CB9DF-C9A0-E278-615E-1AE01C29162B}"/>
              </a:ext>
            </a:extLst>
          </p:cNvPr>
          <p:cNvSpPr txBox="1"/>
          <p:nvPr/>
        </p:nvSpPr>
        <p:spPr>
          <a:xfrm>
            <a:off x="1436587" y="3198567"/>
            <a:ext cx="5753961" cy="738664"/>
          </a:xfrm>
          <a:prstGeom prst="rect">
            <a:avLst/>
          </a:prstGeom>
          <a:noFill/>
        </p:spPr>
        <p:txBody>
          <a:bodyPr wrap="square" rtlCol="0">
            <a:spAutoFit/>
          </a:bodyPr>
          <a:lstStyle/>
          <a:p>
            <a:r>
              <a:rPr lang="it-IT" dirty="0">
                <a:solidFill>
                  <a:schemeClr val="tx1"/>
                </a:solidFill>
                <a:latin typeface="Baloo 2" panose="020B0604020202020204" charset="0"/>
                <a:cs typeface="Baloo 2" panose="020B0604020202020204" charset="0"/>
              </a:rPr>
              <a:t>Path Length nel Flavor Network rivela: </a:t>
            </a:r>
          </a:p>
          <a:p>
            <a:r>
              <a:rPr lang="it-IT" dirty="0">
                <a:solidFill>
                  <a:schemeClr val="tx1"/>
                </a:solidFill>
                <a:latin typeface="Baloo 2" panose="020B0604020202020204" charset="0"/>
                <a:cs typeface="Baloo 2" panose="020B0604020202020204" charset="0"/>
              </a:rPr>
              <a:t>  Path = 1: Abbinamenti tradizionali → Validano Food Pairing Hypothesis</a:t>
            </a:r>
          </a:p>
          <a:p>
            <a:r>
              <a:rPr lang="it-IT" dirty="0">
                <a:solidFill>
                  <a:schemeClr val="tx1"/>
                </a:solidFill>
                <a:latin typeface="Baloo 2" panose="020B0604020202020204" charset="0"/>
                <a:cs typeface="Baloo 2" panose="020B0604020202020204" charset="0"/>
              </a:rPr>
              <a:t>  Path = 2-3: Abbinamenti innovativi</a:t>
            </a:r>
            <a:endParaRPr lang="en-US" dirty="0">
              <a:solidFill>
                <a:schemeClr val="tx1"/>
              </a:solidFill>
              <a:latin typeface="Baloo 2" panose="020B0604020202020204" charset="0"/>
              <a:cs typeface="Baloo 2" panose="020B0604020202020204" charset="0"/>
            </a:endParaRPr>
          </a:p>
        </p:txBody>
      </p:sp>
      <p:pic>
        <p:nvPicPr>
          <p:cNvPr id="18" name="Picture 17">
            <a:extLst>
              <a:ext uri="{FF2B5EF4-FFF2-40B4-BE49-F238E27FC236}">
                <a16:creationId xmlns:a16="http://schemas.microsoft.com/office/drawing/2014/main" id="{6F374402-3220-820A-7B04-343B8DBB64F5}"/>
              </a:ext>
            </a:extLst>
          </p:cNvPr>
          <p:cNvPicPr>
            <a:picLocks noChangeAspect="1"/>
          </p:cNvPicPr>
          <p:nvPr/>
        </p:nvPicPr>
        <p:blipFill>
          <a:blip r:embed="rId11"/>
          <a:stretch>
            <a:fillRect/>
          </a:stretch>
        </p:blipFill>
        <p:spPr>
          <a:xfrm>
            <a:off x="1419548" y="3444656"/>
            <a:ext cx="183696" cy="183696"/>
          </a:xfrm>
          <a:prstGeom prst="rect">
            <a:avLst/>
          </a:prstGeom>
        </p:spPr>
      </p:pic>
      <p:pic>
        <p:nvPicPr>
          <p:cNvPr id="19" name="Picture 18">
            <a:extLst>
              <a:ext uri="{FF2B5EF4-FFF2-40B4-BE49-F238E27FC236}">
                <a16:creationId xmlns:a16="http://schemas.microsoft.com/office/drawing/2014/main" id="{AC28F7F0-BAEC-7F70-9ECC-3A5E386606F1}"/>
              </a:ext>
            </a:extLst>
          </p:cNvPr>
          <p:cNvPicPr>
            <a:picLocks noChangeAspect="1"/>
          </p:cNvPicPr>
          <p:nvPr/>
        </p:nvPicPr>
        <p:blipFill>
          <a:blip r:embed="rId11"/>
          <a:stretch>
            <a:fillRect/>
          </a:stretch>
        </p:blipFill>
        <p:spPr>
          <a:xfrm>
            <a:off x="1416977" y="3646904"/>
            <a:ext cx="183696" cy="183696"/>
          </a:xfrm>
          <a:prstGeom prst="rect">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98"/>
        <p:cNvGrpSpPr/>
        <p:nvPr/>
      </p:nvGrpSpPr>
      <p:grpSpPr>
        <a:xfrm>
          <a:off x="0" y="0"/>
          <a:ext cx="0" cy="0"/>
          <a:chOff x="0" y="0"/>
          <a:chExt cx="0" cy="0"/>
        </a:xfrm>
      </p:grpSpPr>
      <p:sp>
        <p:nvSpPr>
          <p:cNvPr id="399" name="Google Shape;399;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1"/>
                </a:solidFill>
              </a:rPr>
              <a:t>Table of contents</a:t>
            </a:r>
            <a:endParaRPr>
              <a:solidFill>
                <a:schemeClr val="accent1"/>
              </a:solidFill>
            </a:endParaRPr>
          </a:p>
        </p:txBody>
      </p:sp>
      <p:sp>
        <p:nvSpPr>
          <p:cNvPr id="400" name="Google Shape;400;p37"/>
          <p:cNvSpPr txBox="1">
            <a:spLocks noGrp="1"/>
          </p:cNvSpPr>
          <p:nvPr>
            <p:ph type="subTitle" idx="3"/>
          </p:nvPr>
        </p:nvSpPr>
        <p:spPr>
          <a:xfrm>
            <a:off x="2151268" y="3592401"/>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01" name="Google Shape;401;p37"/>
          <p:cNvSpPr txBox="1">
            <a:spLocks noGrp="1"/>
          </p:cNvSpPr>
          <p:nvPr>
            <p:ph type="subTitle" idx="1"/>
          </p:nvPr>
        </p:nvSpPr>
        <p:spPr>
          <a:xfrm>
            <a:off x="2151268" y="2175711"/>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You can describe the topic of the section here</a:t>
            </a:r>
            <a:endParaRPr dirty="0"/>
          </a:p>
        </p:txBody>
      </p:sp>
      <p:sp>
        <p:nvSpPr>
          <p:cNvPr id="402" name="Google Shape;402;p37"/>
          <p:cNvSpPr txBox="1">
            <a:spLocks noGrp="1"/>
          </p:cNvSpPr>
          <p:nvPr>
            <p:ph type="subTitle" idx="2"/>
          </p:nvPr>
        </p:nvSpPr>
        <p:spPr>
          <a:xfrm>
            <a:off x="5810213" y="2175711"/>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03" name="Google Shape;403;p37"/>
          <p:cNvSpPr txBox="1">
            <a:spLocks noGrp="1"/>
          </p:cNvSpPr>
          <p:nvPr>
            <p:ph type="subTitle" idx="4"/>
          </p:nvPr>
        </p:nvSpPr>
        <p:spPr>
          <a:xfrm>
            <a:off x="5810213" y="3592401"/>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04" name="Google Shape;404;p37"/>
          <p:cNvSpPr txBox="1">
            <a:spLocks noGrp="1"/>
          </p:cNvSpPr>
          <p:nvPr>
            <p:ph type="subTitle" idx="9"/>
          </p:nvPr>
        </p:nvSpPr>
        <p:spPr>
          <a:xfrm>
            <a:off x="2151268" y="1920886"/>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History</a:t>
            </a:r>
            <a:endParaRPr dirty="0"/>
          </a:p>
        </p:txBody>
      </p:sp>
      <p:sp>
        <p:nvSpPr>
          <p:cNvPr id="405" name="Google Shape;405;p37"/>
          <p:cNvSpPr txBox="1">
            <a:spLocks noGrp="1"/>
          </p:cNvSpPr>
          <p:nvPr>
            <p:ph type="subTitle" idx="13"/>
          </p:nvPr>
        </p:nvSpPr>
        <p:spPr>
          <a:xfrm>
            <a:off x="5810213" y="1920886"/>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My recipes</a:t>
            </a:r>
            <a:endParaRPr/>
          </a:p>
        </p:txBody>
      </p:sp>
      <p:sp>
        <p:nvSpPr>
          <p:cNvPr id="406" name="Google Shape;406;p37"/>
          <p:cNvSpPr txBox="1">
            <a:spLocks noGrp="1"/>
          </p:cNvSpPr>
          <p:nvPr>
            <p:ph type="subTitle" idx="14"/>
          </p:nvPr>
        </p:nvSpPr>
        <p:spPr>
          <a:xfrm>
            <a:off x="2151268" y="3337650"/>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Restaurants</a:t>
            </a:r>
            <a:endParaRPr/>
          </a:p>
        </p:txBody>
      </p:sp>
      <p:sp>
        <p:nvSpPr>
          <p:cNvPr id="407" name="Google Shape;407;p37"/>
          <p:cNvSpPr txBox="1">
            <a:spLocks noGrp="1"/>
          </p:cNvSpPr>
          <p:nvPr>
            <p:ph type="subTitle" idx="15"/>
          </p:nvPr>
        </p:nvSpPr>
        <p:spPr>
          <a:xfrm>
            <a:off x="5810213" y="3337650"/>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Top chefs</a:t>
            </a:r>
            <a:endParaRPr/>
          </a:p>
        </p:txBody>
      </p:sp>
      <p:pic>
        <p:nvPicPr>
          <p:cNvPr id="408" name="Google Shape;408;p37"/>
          <p:cNvPicPr preferRelativeResize="0"/>
          <p:nvPr/>
        </p:nvPicPr>
        <p:blipFill rotWithShape="1">
          <a:blip r:embed="rId3">
            <a:alphaModFix/>
          </a:blip>
          <a:srcRect t="49657"/>
          <a:stretch/>
        </p:blipFill>
        <p:spPr>
          <a:xfrm>
            <a:off x="4688813" y="1925251"/>
            <a:ext cx="1114616" cy="741098"/>
          </a:xfrm>
          <a:prstGeom prst="rect">
            <a:avLst/>
          </a:prstGeom>
          <a:noFill/>
          <a:ln>
            <a:noFill/>
          </a:ln>
        </p:spPr>
      </p:pic>
      <p:pic>
        <p:nvPicPr>
          <p:cNvPr id="409" name="Google Shape;409;p37"/>
          <p:cNvPicPr preferRelativeResize="0"/>
          <p:nvPr/>
        </p:nvPicPr>
        <p:blipFill rotWithShape="1">
          <a:blip r:embed="rId3">
            <a:alphaModFix/>
          </a:blip>
          <a:srcRect t="49657"/>
          <a:stretch/>
        </p:blipFill>
        <p:spPr>
          <a:xfrm>
            <a:off x="4688813" y="3337651"/>
            <a:ext cx="1114616" cy="741098"/>
          </a:xfrm>
          <a:prstGeom prst="rect">
            <a:avLst/>
          </a:prstGeom>
          <a:noFill/>
          <a:ln>
            <a:noFill/>
          </a:ln>
        </p:spPr>
      </p:pic>
      <p:pic>
        <p:nvPicPr>
          <p:cNvPr id="410" name="Google Shape;410;p37"/>
          <p:cNvPicPr preferRelativeResize="0"/>
          <p:nvPr/>
        </p:nvPicPr>
        <p:blipFill rotWithShape="1">
          <a:blip r:embed="rId3">
            <a:alphaModFix/>
          </a:blip>
          <a:srcRect t="49657"/>
          <a:stretch/>
        </p:blipFill>
        <p:spPr>
          <a:xfrm>
            <a:off x="1028288" y="1925251"/>
            <a:ext cx="1114616" cy="741098"/>
          </a:xfrm>
          <a:prstGeom prst="rect">
            <a:avLst/>
          </a:prstGeom>
          <a:noFill/>
          <a:ln>
            <a:noFill/>
          </a:ln>
        </p:spPr>
      </p:pic>
      <p:pic>
        <p:nvPicPr>
          <p:cNvPr id="411" name="Google Shape;411;p37"/>
          <p:cNvPicPr preferRelativeResize="0"/>
          <p:nvPr/>
        </p:nvPicPr>
        <p:blipFill rotWithShape="1">
          <a:blip r:embed="rId3">
            <a:alphaModFix/>
          </a:blip>
          <a:srcRect t="49657"/>
          <a:stretch/>
        </p:blipFill>
        <p:spPr>
          <a:xfrm>
            <a:off x="1028288" y="3337651"/>
            <a:ext cx="1114616" cy="741098"/>
          </a:xfrm>
          <a:prstGeom prst="rect">
            <a:avLst/>
          </a:prstGeom>
          <a:noFill/>
          <a:ln>
            <a:noFill/>
          </a:ln>
        </p:spPr>
      </p:pic>
      <p:sp>
        <p:nvSpPr>
          <p:cNvPr id="412" name="Google Shape;412;p37"/>
          <p:cNvSpPr txBox="1">
            <a:spLocks noGrp="1"/>
          </p:cNvSpPr>
          <p:nvPr>
            <p:ph type="title" idx="8"/>
          </p:nvPr>
        </p:nvSpPr>
        <p:spPr>
          <a:xfrm>
            <a:off x="4878771" y="3534591"/>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413" name="Google Shape;413;p37"/>
          <p:cNvSpPr txBox="1">
            <a:spLocks noGrp="1"/>
          </p:cNvSpPr>
          <p:nvPr>
            <p:ph type="title" idx="7"/>
          </p:nvPr>
        </p:nvSpPr>
        <p:spPr>
          <a:xfrm>
            <a:off x="4878771" y="211520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414" name="Google Shape;414;p37"/>
          <p:cNvSpPr txBox="1">
            <a:spLocks noGrp="1"/>
          </p:cNvSpPr>
          <p:nvPr>
            <p:ph type="title" idx="6"/>
          </p:nvPr>
        </p:nvSpPr>
        <p:spPr>
          <a:xfrm>
            <a:off x="1218246" y="3534591"/>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415" name="Google Shape;415;p37"/>
          <p:cNvSpPr txBox="1">
            <a:spLocks noGrp="1"/>
          </p:cNvSpPr>
          <p:nvPr>
            <p:ph type="title" idx="5"/>
          </p:nvPr>
        </p:nvSpPr>
        <p:spPr>
          <a:xfrm>
            <a:off x="1218246" y="211520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39"/>
        <p:cNvGrpSpPr/>
        <p:nvPr/>
      </p:nvGrpSpPr>
      <p:grpSpPr>
        <a:xfrm>
          <a:off x="0" y="0"/>
          <a:ext cx="0" cy="0"/>
          <a:chOff x="0" y="0"/>
          <a:chExt cx="0" cy="0"/>
        </a:xfrm>
      </p:grpSpPr>
      <p:sp>
        <p:nvSpPr>
          <p:cNvPr id="440" name="Google Shape;440;p40"/>
          <p:cNvSpPr txBox="1">
            <a:spLocks noGrp="1"/>
          </p:cNvSpPr>
          <p:nvPr>
            <p:ph type="title"/>
          </p:nvPr>
        </p:nvSpPr>
        <p:spPr>
          <a:xfrm>
            <a:off x="1720650" y="2540475"/>
            <a:ext cx="57027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History of this day</a:t>
            </a:r>
            <a:endParaRPr/>
          </a:p>
        </p:txBody>
      </p:sp>
      <p:sp>
        <p:nvSpPr>
          <p:cNvPr id="441" name="Google Shape;441;p40"/>
          <p:cNvSpPr txBox="1">
            <a:spLocks noGrp="1"/>
          </p:cNvSpPr>
          <p:nvPr>
            <p:ph type="subTitle" idx="1"/>
          </p:nvPr>
        </p:nvSpPr>
        <p:spPr>
          <a:xfrm>
            <a:off x="1720650" y="3293200"/>
            <a:ext cx="57027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pic>
        <p:nvPicPr>
          <p:cNvPr id="442" name="Google Shape;442;p40"/>
          <p:cNvPicPr preferRelativeResize="0"/>
          <p:nvPr/>
        </p:nvPicPr>
        <p:blipFill rotWithShape="1">
          <a:blip r:embed="rId3">
            <a:alphaModFix/>
          </a:blip>
          <a:srcRect t="49657"/>
          <a:stretch/>
        </p:blipFill>
        <p:spPr>
          <a:xfrm>
            <a:off x="3778262" y="1542867"/>
            <a:ext cx="1587475" cy="1055502"/>
          </a:xfrm>
          <a:prstGeom prst="rect">
            <a:avLst/>
          </a:prstGeom>
          <a:noFill/>
          <a:ln>
            <a:noFill/>
          </a:ln>
        </p:spPr>
      </p:pic>
      <p:sp>
        <p:nvSpPr>
          <p:cNvPr id="443" name="Google Shape;443;p40"/>
          <p:cNvSpPr txBox="1">
            <a:spLocks noGrp="1"/>
          </p:cNvSpPr>
          <p:nvPr>
            <p:ph type="title" idx="2"/>
          </p:nvPr>
        </p:nvSpPr>
        <p:spPr>
          <a:xfrm>
            <a:off x="4038300" y="1827966"/>
            <a:ext cx="1067400" cy="6309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01</a:t>
            </a:r>
            <a:endParaRPr/>
          </a:p>
        </p:txBody>
      </p:sp>
      <p:pic>
        <p:nvPicPr>
          <p:cNvPr id="444" name="Google Shape;444;p40"/>
          <p:cNvPicPr preferRelativeResize="0"/>
          <p:nvPr/>
        </p:nvPicPr>
        <p:blipFill>
          <a:blip r:embed="rId4">
            <a:alphaModFix/>
          </a:blip>
          <a:stretch>
            <a:fillRect/>
          </a:stretch>
        </p:blipFill>
        <p:spPr>
          <a:xfrm rot="-1167304">
            <a:off x="715057" y="3082294"/>
            <a:ext cx="556999" cy="1347687"/>
          </a:xfrm>
          <a:prstGeom prst="rect">
            <a:avLst/>
          </a:prstGeom>
          <a:noFill/>
          <a:ln>
            <a:noFill/>
          </a:ln>
        </p:spPr>
      </p:pic>
      <p:pic>
        <p:nvPicPr>
          <p:cNvPr id="445" name="Google Shape;445;p40"/>
          <p:cNvPicPr preferRelativeResize="0"/>
          <p:nvPr/>
        </p:nvPicPr>
        <p:blipFill>
          <a:blip r:embed="rId5">
            <a:alphaModFix/>
          </a:blip>
          <a:stretch>
            <a:fillRect/>
          </a:stretch>
        </p:blipFill>
        <p:spPr>
          <a:xfrm rot="8100075">
            <a:off x="7763630" y="951531"/>
            <a:ext cx="364095" cy="461187"/>
          </a:xfrm>
          <a:prstGeom prst="rect">
            <a:avLst/>
          </a:prstGeom>
          <a:noFill/>
          <a:ln>
            <a:noFill/>
          </a:ln>
        </p:spPr>
      </p:pic>
      <p:pic>
        <p:nvPicPr>
          <p:cNvPr id="446" name="Google Shape;446;p40"/>
          <p:cNvPicPr preferRelativeResize="0"/>
          <p:nvPr/>
        </p:nvPicPr>
        <p:blipFill>
          <a:blip r:embed="rId5">
            <a:alphaModFix/>
          </a:blip>
          <a:stretch>
            <a:fillRect/>
          </a:stretch>
        </p:blipFill>
        <p:spPr>
          <a:xfrm rot="8100075">
            <a:off x="7763630" y="951531"/>
            <a:ext cx="364095" cy="46118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61"/>
        <p:cNvGrpSpPr/>
        <p:nvPr/>
      </p:nvGrpSpPr>
      <p:grpSpPr>
        <a:xfrm>
          <a:off x="0" y="0"/>
          <a:ext cx="0" cy="0"/>
          <a:chOff x="0" y="0"/>
          <a:chExt cx="0" cy="0"/>
        </a:xfrm>
      </p:grpSpPr>
      <p:sp>
        <p:nvSpPr>
          <p:cNvPr id="462" name="Google Shape;462;p42"/>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are the attributes of a chef?</a:t>
            </a:r>
            <a:endParaRPr/>
          </a:p>
        </p:txBody>
      </p:sp>
      <p:sp>
        <p:nvSpPr>
          <p:cNvPr id="463" name="Google Shape;463;p42"/>
          <p:cNvSpPr txBox="1">
            <a:spLocks noGrp="1"/>
          </p:cNvSpPr>
          <p:nvPr>
            <p:ph type="subTitle" idx="1"/>
          </p:nvPr>
        </p:nvSpPr>
        <p:spPr>
          <a:xfrm>
            <a:off x="1128438" y="1919200"/>
            <a:ext cx="3630600" cy="1926000"/>
          </a:xfrm>
          <a:prstGeom prst="rect">
            <a:avLst/>
          </a:prstGeom>
        </p:spPr>
        <p:txBody>
          <a:bodyPr spcFirstLastPara="1" wrap="square" lIns="91425" tIns="91425" rIns="91425" bIns="91425" anchor="t" anchorCtr="0">
            <a:noAutofit/>
          </a:bodyPr>
          <a:lstStyle/>
          <a:p>
            <a:pPr marL="0" lvl="0" indent="0">
              <a:buClr>
                <a:schemeClr val="dk1"/>
              </a:buClr>
              <a:buSzPts val="1100"/>
              <a:buNone/>
            </a:pPr>
            <a:r>
              <a:rPr lang="en-US" dirty="0"/>
              <a:t>Is there a mathematical structure behind culinary combinations?</a:t>
            </a:r>
            <a:r>
              <a:rPr lang="en-US" b="1" dirty="0"/>
              <a:t> </a:t>
            </a:r>
          </a:p>
          <a:p>
            <a:pPr marL="0" lvl="0" indent="0">
              <a:buClr>
                <a:schemeClr val="dk1"/>
              </a:buClr>
              <a:buSzPts val="1100"/>
              <a:buNone/>
            </a:pPr>
            <a:r>
              <a:rPr lang="en-US" b="1" dirty="0"/>
              <a:t>Methodology:</a:t>
            </a:r>
            <a:r>
              <a:rPr lang="en-US" dirty="0"/>
              <a:t> Integration of </a:t>
            </a:r>
            <a:r>
              <a:rPr lang="en-US" b="1" dirty="0"/>
              <a:t>Network Science</a:t>
            </a:r>
            <a:r>
              <a:rPr lang="en-US" dirty="0"/>
              <a:t> (Graph Theory) and </a:t>
            </a:r>
            <a:r>
              <a:rPr lang="en-US" b="1" dirty="0"/>
              <a:t>Cheminformatics</a:t>
            </a:r>
            <a:r>
              <a:rPr lang="en-US" dirty="0"/>
              <a:t> (Flavor Data).</a:t>
            </a:r>
          </a:p>
          <a:p>
            <a:r>
              <a:rPr lang="en-US" b="1" dirty="0"/>
              <a:t>Datasets:</a:t>
            </a:r>
            <a:endParaRPr lang="en-US" dirty="0"/>
          </a:p>
          <a:p>
            <a:r>
              <a:rPr lang="en-US" i="1" dirty="0"/>
              <a:t>Traditional Cuisine</a:t>
            </a:r>
            <a:r>
              <a:rPr lang="en-US" dirty="0"/>
              <a:t> (Regionally based recipes).</a:t>
            </a:r>
          </a:p>
          <a:p>
            <a:r>
              <a:rPr lang="en-US" i="1" dirty="0"/>
              <a:t>Modernist Cuisine</a:t>
            </a:r>
            <a:r>
              <a:rPr lang="en-US" dirty="0"/>
              <a:t> (El Celler de Can Roca).</a:t>
            </a:r>
          </a:p>
          <a:p>
            <a:r>
              <a:rPr lang="en-US" i="1" dirty="0"/>
              <a:t>Flavor Network</a:t>
            </a:r>
            <a:r>
              <a:rPr lang="en-US" dirty="0"/>
              <a:t> (Ahn et al., 2011 - Volatile Compounds).</a:t>
            </a:r>
          </a:p>
          <a:p>
            <a:pPr marL="0" lvl="0" indent="0">
              <a:buClr>
                <a:schemeClr val="dk1"/>
              </a:buClr>
              <a:buSzPts val="1100"/>
              <a:buNone/>
            </a:pPr>
            <a:endParaRPr lang="en-US" dirty="0"/>
          </a:p>
        </p:txBody>
      </p:sp>
      <p:pic>
        <p:nvPicPr>
          <p:cNvPr id="464" name="Google Shape;464;p42"/>
          <p:cNvPicPr preferRelativeResize="0">
            <a:picLocks noGrp="1"/>
          </p:cNvPicPr>
          <p:nvPr>
            <p:ph type="pic" idx="2"/>
          </p:nvPr>
        </p:nvPicPr>
        <p:blipFill rotWithShape="1">
          <a:blip r:embed="rId3">
            <a:alphaModFix/>
          </a:blip>
          <a:srcRect t="11657" b="16908"/>
          <a:stretch/>
        </p:blipFill>
        <p:spPr>
          <a:xfrm>
            <a:off x="4759038" y="1253900"/>
            <a:ext cx="3256500" cy="3256500"/>
          </a:xfrm>
          <a:prstGeom prst="ellipse">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13"/>
        <p:cNvGrpSpPr/>
        <p:nvPr/>
      </p:nvGrpSpPr>
      <p:grpSpPr>
        <a:xfrm>
          <a:off x="0" y="0"/>
          <a:ext cx="0" cy="0"/>
          <a:chOff x="0" y="0"/>
          <a:chExt cx="0" cy="0"/>
        </a:xfrm>
      </p:grpSpPr>
      <p:sp>
        <p:nvSpPr>
          <p:cNvPr id="514" name="Google Shape;514;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Special Culinarians Day activities</a:t>
            </a:r>
            <a:endParaRPr/>
          </a:p>
        </p:txBody>
      </p:sp>
      <p:sp>
        <p:nvSpPr>
          <p:cNvPr id="515" name="Google Shape;515;p45"/>
          <p:cNvSpPr txBox="1">
            <a:spLocks noGrp="1"/>
          </p:cNvSpPr>
          <p:nvPr>
            <p:ph type="subTitle" idx="1"/>
          </p:nvPr>
        </p:nvSpPr>
        <p:spPr>
          <a:xfrm>
            <a:off x="1439274" y="2350848"/>
            <a:ext cx="2924100" cy="52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516" name="Google Shape;516;p45"/>
          <p:cNvSpPr txBox="1">
            <a:spLocks noGrp="1"/>
          </p:cNvSpPr>
          <p:nvPr>
            <p:ph type="subTitle" idx="2"/>
          </p:nvPr>
        </p:nvSpPr>
        <p:spPr>
          <a:xfrm>
            <a:off x="4780626" y="2350848"/>
            <a:ext cx="2924100" cy="52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r>
              <a:rPr lang="en" b="1"/>
              <a:t> </a:t>
            </a:r>
            <a:r>
              <a:rPr lang="en"/>
              <a:t>has a beautiful name and is the second planet from the Sun</a:t>
            </a:r>
            <a:endParaRPr/>
          </a:p>
        </p:txBody>
      </p:sp>
      <p:sp>
        <p:nvSpPr>
          <p:cNvPr id="517" name="Google Shape;517;p45"/>
          <p:cNvSpPr txBox="1">
            <a:spLocks noGrp="1"/>
          </p:cNvSpPr>
          <p:nvPr>
            <p:ph type="subTitle" idx="3"/>
          </p:nvPr>
        </p:nvSpPr>
        <p:spPr>
          <a:xfrm>
            <a:off x="1439274" y="4079600"/>
            <a:ext cx="2924100" cy="52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a:t>
            </a:r>
            <a:r>
              <a:rPr lang="en" b="1"/>
              <a:t> </a:t>
            </a:r>
            <a:r>
              <a:rPr lang="en"/>
              <a:t>is actually a cold place. It’s full of iron oxide dust</a:t>
            </a:r>
            <a:endParaRPr/>
          </a:p>
        </p:txBody>
      </p:sp>
      <p:sp>
        <p:nvSpPr>
          <p:cNvPr id="518" name="Google Shape;518;p45"/>
          <p:cNvSpPr txBox="1">
            <a:spLocks noGrp="1"/>
          </p:cNvSpPr>
          <p:nvPr>
            <p:ph type="subTitle" idx="4"/>
          </p:nvPr>
        </p:nvSpPr>
        <p:spPr>
          <a:xfrm>
            <a:off x="4780626" y="4079600"/>
            <a:ext cx="2924100" cy="52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a:t>
            </a:r>
            <a:r>
              <a:rPr lang="en" b="1"/>
              <a:t> </a:t>
            </a:r>
            <a:r>
              <a:rPr lang="en"/>
              <a:t>is a gas giant and the biggest planet in the Solar System</a:t>
            </a:r>
            <a:endParaRPr/>
          </a:p>
        </p:txBody>
      </p:sp>
      <p:sp>
        <p:nvSpPr>
          <p:cNvPr id="519" name="Google Shape;519;p45"/>
          <p:cNvSpPr txBox="1">
            <a:spLocks noGrp="1"/>
          </p:cNvSpPr>
          <p:nvPr>
            <p:ph type="subTitle" idx="5"/>
          </p:nvPr>
        </p:nvSpPr>
        <p:spPr>
          <a:xfrm>
            <a:off x="1439274" y="2046505"/>
            <a:ext cx="29241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520" name="Google Shape;520;p45"/>
          <p:cNvSpPr txBox="1">
            <a:spLocks noGrp="1"/>
          </p:cNvSpPr>
          <p:nvPr>
            <p:ph type="subTitle" idx="6"/>
          </p:nvPr>
        </p:nvSpPr>
        <p:spPr>
          <a:xfrm>
            <a:off x="1439274" y="3771900"/>
            <a:ext cx="29241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521" name="Google Shape;521;p45"/>
          <p:cNvSpPr txBox="1">
            <a:spLocks noGrp="1"/>
          </p:cNvSpPr>
          <p:nvPr>
            <p:ph type="subTitle" idx="7"/>
          </p:nvPr>
        </p:nvSpPr>
        <p:spPr>
          <a:xfrm>
            <a:off x="4780626" y="2046505"/>
            <a:ext cx="29241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522" name="Google Shape;522;p45"/>
          <p:cNvSpPr txBox="1">
            <a:spLocks noGrp="1"/>
          </p:cNvSpPr>
          <p:nvPr>
            <p:ph type="subTitle" idx="8"/>
          </p:nvPr>
        </p:nvSpPr>
        <p:spPr>
          <a:xfrm>
            <a:off x="4780626" y="3771900"/>
            <a:ext cx="29241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523" name="Google Shape;523;p45"/>
          <p:cNvSpPr/>
          <p:nvPr/>
        </p:nvSpPr>
        <p:spPr>
          <a:xfrm>
            <a:off x="2576724" y="129309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5"/>
          <p:cNvSpPr/>
          <p:nvPr/>
        </p:nvSpPr>
        <p:spPr>
          <a:xfrm>
            <a:off x="5918076" y="1293103"/>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5"/>
          <p:cNvSpPr/>
          <p:nvPr/>
        </p:nvSpPr>
        <p:spPr>
          <a:xfrm>
            <a:off x="2576724" y="3024053"/>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5"/>
          <p:cNvSpPr/>
          <p:nvPr/>
        </p:nvSpPr>
        <p:spPr>
          <a:xfrm>
            <a:off x="5918076" y="3024066"/>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7" name="Google Shape;527;p45"/>
          <p:cNvGrpSpPr/>
          <p:nvPr/>
        </p:nvGrpSpPr>
        <p:grpSpPr>
          <a:xfrm>
            <a:off x="6073058" y="3199585"/>
            <a:ext cx="339235" cy="298186"/>
            <a:chOff x="898875" y="244725"/>
            <a:chExt cx="481800" cy="423500"/>
          </a:xfrm>
        </p:grpSpPr>
        <p:sp>
          <p:nvSpPr>
            <p:cNvPr id="528" name="Google Shape;528;p45"/>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 name="Google Shape;529;p45"/>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 name="Google Shape;530;p45"/>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 name="Google Shape;531;p45"/>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 name="Google Shape;532;p45"/>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 name="Google Shape;533;p45"/>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4" name="Google Shape;534;p45"/>
          <p:cNvGrpSpPr/>
          <p:nvPr/>
        </p:nvGrpSpPr>
        <p:grpSpPr>
          <a:xfrm>
            <a:off x="2731672" y="1468610"/>
            <a:ext cx="339306" cy="298186"/>
            <a:chOff x="2085450" y="2057100"/>
            <a:chExt cx="481900" cy="423500"/>
          </a:xfrm>
        </p:grpSpPr>
        <p:sp>
          <p:nvSpPr>
            <p:cNvPr id="535" name="Google Shape;535;p45"/>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 name="Google Shape;536;p45"/>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 name="Google Shape;537;p45"/>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 name="Google Shape;538;p45"/>
          <p:cNvGrpSpPr/>
          <p:nvPr/>
        </p:nvGrpSpPr>
        <p:grpSpPr>
          <a:xfrm>
            <a:off x="6073049" y="1448067"/>
            <a:ext cx="339253" cy="339253"/>
            <a:chOff x="1492675" y="4992125"/>
            <a:chExt cx="481825" cy="481825"/>
          </a:xfrm>
        </p:grpSpPr>
        <p:sp>
          <p:nvSpPr>
            <p:cNvPr id="539" name="Google Shape;539;p45"/>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 name="Google Shape;540;p45"/>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1" name="Google Shape;541;p45"/>
          <p:cNvGrpSpPr/>
          <p:nvPr/>
        </p:nvGrpSpPr>
        <p:grpSpPr>
          <a:xfrm>
            <a:off x="2731698" y="3179042"/>
            <a:ext cx="339253" cy="339253"/>
            <a:chOff x="2678350" y="4992125"/>
            <a:chExt cx="481825" cy="481825"/>
          </a:xfrm>
        </p:grpSpPr>
        <p:sp>
          <p:nvSpPr>
            <p:cNvPr id="542" name="Google Shape;542;p45"/>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 name="Google Shape;543;p45"/>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 name="Google Shape;544;p45"/>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48"/>
        <p:cNvGrpSpPr/>
        <p:nvPr/>
      </p:nvGrpSpPr>
      <p:grpSpPr>
        <a:xfrm>
          <a:off x="0" y="0"/>
          <a:ext cx="0" cy="0"/>
          <a:chOff x="0" y="0"/>
          <a:chExt cx="0" cy="0"/>
        </a:xfrm>
      </p:grpSpPr>
      <p:sp>
        <p:nvSpPr>
          <p:cNvPr id="549" name="Google Shape;549;p46"/>
          <p:cNvSpPr txBox="1">
            <a:spLocks noGrp="1"/>
          </p:cNvSpPr>
          <p:nvPr>
            <p:ph type="subTitle" idx="2"/>
          </p:nvPr>
        </p:nvSpPr>
        <p:spPr>
          <a:xfrm>
            <a:off x="3291900" y="2349741"/>
            <a:ext cx="25602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extremely hot, even more than Mercury</a:t>
            </a:r>
            <a:endParaRPr/>
          </a:p>
        </p:txBody>
      </p:sp>
      <p:sp>
        <p:nvSpPr>
          <p:cNvPr id="550" name="Google Shape;550;p46"/>
          <p:cNvSpPr txBox="1">
            <a:spLocks noGrp="1"/>
          </p:cNvSpPr>
          <p:nvPr>
            <p:ph type="subTitle" idx="5"/>
          </p:nvPr>
        </p:nvSpPr>
        <p:spPr>
          <a:xfrm>
            <a:off x="5854239" y="2349741"/>
            <a:ext cx="25677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a:t>
            </a:r>
            <a:r>
              <a:rPr lang="en" b="1"/>
              <a:t> </a:t>
            </a:r>
            <a:r>
              <a:rPr lang="en"/>
              <a:t>is actually a cold place. It’s full of iron oxide dust</a:t>
            </a:r>
            <a:endParaRPr/>
          </a:p>
        </p:txBody>
      </p:sp>
      <p:sp>
        <p:nvSpPr>
          <p:cNvPr id="551" name="Google Shape;55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Reviewing recipes is a good idea</a:t>
            </a:r>
            <a:endParaRPr/>
          </a:p>
        </p:txBody>
      </p:sp>
      <p:sp>
        <p:nvSpPr>
          <p:cNvPr id="552" name="Google Shape;552;p46"/>
          <p:cNvSpPr txBox="1">
            <a:spLocks noGrp="1"/>
          </p:cNvSpPr>
          <p:nvPr>
            <p:ph type="subTitle" idx="1"/>
          </p:nvPr>
        </p:nvSpPr>
        <p:spPr>
          <a:xfrm>
            <a:off x="721911" y="2349741"/>
            <a:ext cx="2568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a:t>
            </a:r>
            <a:endParaRPr/>
          </a:p>
        </p:txBody>
      </p:sp>
      <p:sp>
        <p:nvSpPr>
          <p:cNvPr id="553" name="Google Shape;553;p46"/>
          <p:cNvSpPr txBox="1">
            <a:spLocks noGrp="1"/>
          </p:cNvSpPr>
          <p:nvPr>
            <p:ph type="subTitle" idx="3"/>
          </p:nvPr>
        </p:nvSpPr>
        <p:spPr>
          <a:xfrm>
            <a:off x="722024" y="4079600"/>
            <a:ext cx="2568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a:t>
            </a:r>
            <a:r>
              <a:rPr lang="en" b="1"/>
              <a:t> </a:t>
            </a:r>
            <a:r>
              <a:rPr lang="en"/>
              <a:t>is a gas giant and the biggest planet of them all</a:t>
            </a:r>
            <a:endParaRPr/>
          </a:p>
        </p:txBody>
      </p:sp>
      <p:sp>
        <p:nvSpPr>
          <p:cNvPr id="554" name="Google Shape;554;p46"/>
          <p:cNvSpPr txBox="1">
            <a:spLocks noGrp="1"/>
          </p:cNvSpPr>
          <p:nvPr>
            <p:ph type="subTitle" idx="4"/>
          </p:nvPr>
        </p:nvSpPr>
        <p:spPr>
          <a:xfrm>
            <a:off x="3291900" y="4079600"/>
            <a:ext cx="25602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555" name="Google Shape;555;p46"/>
          <p:cNvSpPr txBox="1">
            <a:spLocks noGrp="1"/>
          </p:cNvSpPr>
          <p:nvPr>
            <p:ph type="subTitle" idx="6"/>
          </p:nvPr>
        </p:nvSpPr>
        <p:spPr>
          <a:xfrm>
            <a:off x="5854239" y="4079599"/>
            <a:ext cx="25677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556" name="Google Shape;556;p46"/>
          <p:cNvSpPr txBox="1">
            <a:spLocks noGrp="1"/>
          </p:cNvSpPr>
          <p:nvPr>
            <p:ph type="subTitle" idx="7"/>
          </p:nvPr>
        </p:nvSpPr>
        <p:spPr>
          <a:xfrm>
            <a:off x="719961" y="2038150"/>
            <a:ext cx="25719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Read the recipe</a:t>
            </a:r>
            <a:endParaRPr/>
          </a:p>
        </p:txBody>
      </p:sp>
      <p:sp>
        <p:nvSpPr>
          <p:cNvPr id="557" name="Google Shape;557;p46"/>
          <p:cNvSpPr txBox="1">
            <a:spLocks noGrp="1"/>
          </p:cNvSpPr>
          <p:nvPr>
            <p:ph type="subTitle" idx="8"/>
          </p:nvPr>
        </p:nvSpPr>
        <p:spPr>
          <a:xfrm>
            <a:off x="3289950" y="2038150"/>
            <a:ext cx="25641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Visualize</a:t>
            </a:r>
            <a:endParaRPr/>
          </a:p>
        </p:txBody>
      </p:sp>
      <p:sp>
        <p:nvSpPr>
          <p:cNvPr id="558" name="Google Shape;558;p46"/>
          <p:cNvSpPr txBox="1">
            <a:spLocks noGrp="1"/>
          </p:cNvSpPr>
          <p:nvPr>
            <p:ph type="subTitle" idx="9"/>
          </p:nvPr>
        </p:nvSpPr>
        <p:spPr>
          <a:xfrm>
            <a:off x="5852139" y="2038150"/>
            <a:ext cx="25719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Follow the recipe</a:t>
            </a:r>
            <a:endParaRPr/>
          </a:p>
        </p:txBody>
      </p:sp>
      <p:sp>
        <p:nvSpPr>
          <p:cNvPr id="559" name="Google Shape;559;p46"/>
          <p:cNvSpPr txBox="1">
            <a:spLocks noGrp="1"/>
          </p:cNvSpPr>
          <p:nvPr>
            <p:ph type="subTitle" idx="13"/>
          </p:nvPr>
        </p:nvSpPr>
        <p:spPr>
          <a:xfrm>
            <a:off x="720073" y="3771901"/>
            <a:ext cx="25719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Prepare the dish</a:t>
            </a:r>
            <a:endParaRPr/>
          </a:p>
        </p:txBody>
      </p:sp>
      <p:sp>
        <p:nvSpPr>
          <p:cNvPr id="560" name="Google Shape;560;p46"/>
          <p:cNvSpPr txBox="1">
            <a:spLocks noGrp="1"/>
          </p:cNvSpPr>
          <p:nvPr>
            <p:ph type="subTitle" idx="14"/>
          </p:nvPr>
        </p:nvSpPr>
        <p:spPr>
          <a:xfrm>
            <a:off x="3289950" y="3771901"/>
            <a:ext cx="25641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Taste the dish</a:t>
            </a:r>
            <a:endParaRPr/>
          </a:p>
        </p:txBody>
      </p:sp>
      <p:sp>
        <p:nvSpPr>
          <p:cNvPr id="561" name="Google Shape;561;p46"/>
          <p:cNvSpPr txBox="1">
            <a:spLocks noGrp="1"/>
          </p:cNvSpPr>
          <p:nvPr>
            <p:ph type="subTitle" idx="15"/>
          </p:nvPr>
        </p:nvSpPr>
        <p:spPr>
          <a:xfrm>
            <a:off x="5852139" y="3771901"/>
            <a:ext cx="25719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Take notes</a:t>
            </a:r>
            <a:endParaRPr/>
          </a:p>
        </p:txBody>
      </p:sp>
      <p:sp>
        <p:nvSpPr>
          <p:cNvPr id="562" name="Google Shape;562;p46"/>
          <p:cNvSpPr/>
          <p:nvPr/>
        </p:nvSpPr>
        <p:spPr>
          <a:xfrm>
            <a:off x="1681427" y="13021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6"/>
          <p:cNvSpPr/>
          <p:nvPr/>
        </p:nvSpPr>
        <p:spPr>
          <a:xfrm>
            <a:off x="4247400" y="12840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6"/>
          <p:cNvSpPr/>
          <p:nvPr/>
        </p:nvSpPr>
        <p:spPr>
          <a:xfrm>
            <a:off x="6813489" y="1284041"/>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6"/>
          <p:cNvSpPr/>
          <p:nvPr/>
        </p:nvSpPr>
        <p:spPr>
          <a:xfrm>
            <a:off x="1681427" y="3033103"/>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6"/>
          <p:cNvSpPr/>
          <p:nvPr/>
        </p:nvSpPr>
        <p:spPr>
          <a:xfrm>
            <a:off x="4247400" y="3015003"/>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6"/>
          <p:cNvSpPr/>
          <p:nvPr/>
        </p:nvSpPr>
        <p:spPr>
          <a:xfrm>
            <a:off x="6813489" y="3015003"/>
            <a:ext cx="649200" cy="6492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 name="Google Shape;568;p46"/>
          <p:cNvGrpSpPr/>
          <p:nvPr/>
        </p:nvGrpSpPr>
        <p:grpSpPr>
          <a:xfrm>
            <a:off x="6960796" y="3162661"/>
            <a:ext cx="354586" cy="353888"/>
            <a:chOff x="-31094350" y="3194000"/>
            <a:chExt cx="292225" cy="291650"/>
          </a:xfrm>
        </p:grpSpPr>
        <p:sp>
          <p:nvSpPr>
            <p:cNvPr id="569" name="Google Shape;569;p46"/>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6"/>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6"/>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6"/>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6"/>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6"/>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6"/>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6"/>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 name="Google Shape;577;p46"/>
          <p:cNvGrpSpPr/>
          <p:nvPr/>
        </p:nvGrpSpPr>
        <p:grpSpPr>
          <a:xfrm>
            <a:off x="4394707" y="3223267"/>
            <a:ext cx="354586" cy="311601"/>
            <a:chOff x="-34004625" y="3621075"/>
            <a:chExt cx="292225" cy="256800"/>
          </a:xfrm>
        </p:grpSpPr>
        <p:sp>
          <p:nvSpPr>
            <p:cNvPr id="578" name="Google Shape;578;p46"/>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6"/>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6"/>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6"/>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 name="Google Shape;582;p46"/>
          <p:cNvGrpSpPr/>
          <p:nvPr/>
        </p:nvGrpSpPr>
        <p:grpSpPr>
          <a:xfrm>
            <a:off x="1828537" y="3252662"/>
            <a:ext cx="354799" cy="252742"/>
            <a:chOff x="2800034" y="2364604"/>
            <a:chExt cx="278296" cy="198260"/>
          </a:xfrm>
        </p:grpSpPr>
        <p:grpSp>
          <p:nvGrpSpPr>
            <p:cNvPr id="583" name="Google Shape;583;p46"/>
            <p:cNvGrpSpPr/>
            <p:nvPr/>
          </p:nvGrpSpPr>
          <p:grpSpPr>
            <a:xfrm>
              <a:off x="2800034" y="2364604"/>
              <a:ext cx="278296" cy="198260"/>
              <a:chOff x="4464775" y="4006695"/>
              <a:chExt cx="395250" cy="281580"/>
            </a:xfrm>
          </p:grpSpPr>
          <p:sp>
            <p:nvSpPr>
              <p:cNvPr id="584" name="Google Shape;584;p46"/>
              <p:cNvSpPr/>
              <p:nvPr/>
            </p:nvSpPr>
            <p:spPr>
              <a:xfrm>
                <a:off x="4726375" y="400669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 name="Google Shape;585;p46"/>
              <p:cNvSpPr/>
              <p:nvPr/>
            </p:nvSpPr>
            <p:spPr>
              <a:xfrm>
                <a:off x="4641700" y="400669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 name="Google Shape;586;p46"/>
              <p:cNvSpPr/>
              <p:nvPr/>
            </p:nvSpPr>
            <p:spPr>
              <a:xfrm>
                <a:off x="4557000" y="400669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 name="Google Shape;587;p4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 name="Google Shape;588;p46"/>
            <p:cNvSpPr/>
            <p:nvPr/>
          </p:nvSpPr>
          <p:spPr>
            <a:xfrm rot="5400000">
              <a:off x="2904250" y="2440500"/>
              <a:ext cx="69900" cy="148200"/>
            </a:xfrm>
            <a:prstGeom prst="pie">
              <a:avLst>
                <a:gd name="adj1" fmla="val 5409725"/>
                <a:gd name="adj2" fmla="val 162000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 name="Google Shape;589;p46"/>
          <p:cNvGrpSpPr/>
          <p:nvPr/>
        </p:nvGrpSpPr>
        <p:grpSpPr>
          <a:xfrm>
            <a:off x="1820487" y="1457873"/>
            <a:ext cx="370879" cy="337755"/>
            <a:chOff x="-40378075" y="3267450"/>
            <a:chExt cx="317425" cy="289075"/>
          </a:xfrm>
        </p:grpSpPr>
        <p:sp>
          <p:nvSpPr>
            <p:cNvPr id="590" name="Google Shape;590;p46"/>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6"/>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6"/>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6"/>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 name="Google Shape;594;p46"/>
          <p:cNvGrpSpPr/>
          <p:nvPr/>
        </p:nvGrpSpPr>
        <p:grpSpPr>
          <a:xfrm>
            <a:off x="4401555" y="1519198"/>
            <a:ext cx="340890" cy="178912"/>
            <a:chOff x="2084325" y="363300"/>
            <a:chExt cx="484150" cy="254100"/>
          </a:xfrm>
        </p:grpSpPr>
        <p:sp>
          <p:nvSpPr>
            <p:cNvPr id="595" name="Google Shape;595;p4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 name="Google Shape;596;p4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7" name="Google Shape;597;p46"/>
          <p:cNvGrpSpPr/>
          <p:nvPr/>
        </p:nvGrpSpPr>
        <p:grpSpPr>
          <a:xfrm>
            <a:off x="6985396" y="1439353"/>
            <a:ext cx="305386" cy="338602"/>
            <a:chOff x="3300325" y="249875"/>
            <a:chExt cx="433725" cy="480900"/>
          </a:xfrm>
        </p:grpSpPr>
        <p:sp>
          <p:nvSpPr>
            <p:cNvPr id="598" name="Google Shape;598;p4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 name="Google Shape;599;p4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 name="Google Shape;600;p4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 name="Google Shape;601;p4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 name="Google Shape;602;p4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 name="Google Shape;603;p4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19"/>
        <p:cNvGrpSpPr/>
        <p:nvPr/>
      </p:nvGrpSpPr>
      <p:grpSpPr>
        <a:xfrm>
          <a:off x="0" y="0"/>
          <a:ext cx="0" cy="0"/>
          <a:chOff x="0" y="0"/>
          <a:chExt cx="0" cy="0"/>
        </a:xfrm>
      </p:grpSpPr>
      <p:sp>
        <p:nvSpPr>
          <p:cNvPr id="620" name="Google Shape;620;p48"/>
          <p:cNvSpPr txBox="1">
            <a:spLocks noGrp="1"/>
          </p:cNvSpPr>
          <p:nvPr>
            <p:ph type="subTitle" idx="1"/>
          </p:nvPr>
        </p:nvSpPr>
        <p:spPr>
          <a:xfrm>
            <a:off x="1226400" y="1511313"/>
            <a:ext cx="6691200" cy="147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621" name="Google Shape;621;p48"/>
          <p:cNvSpPr txBox="1">
            <a:spLocks noGrp="1"/>
          </p:cNvSpPr>
          <p:nvPr>
            <p:ph type="title"/>
          </p:nvPr>
        </p:nvSpPr>
        <p:spPr>
          <a:xfrm>
            <a:off x="1226400" y="2989725"/>
            <a:ext cx="6691200" cy="64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25"/>
        <p:cNvGrpSpPr/>
        <p:nvPr/>
      </p:nvGrpSpPr>
      <p:grpSpPr>
        <a:xfrm>
          <a:off x="0" y="0"/>
          <a:ext cx="0" cy="0"/>
          <a:chOff x="0" y="0"/>
          <a:chExt cx="0" cy="0"/>
        </a:xfrm>
      </p:grpSpPr>
      <p:pic>
        <p:nvPicPr>
          <p:cNvPr id="626" name="Google Shape;626;p49"/>
          <p:cNvPicPr preferRelativeResize="0">
            <a:picLocks noGrp="1"/>
          </p:cNvPicPr>
          <p:nvPr>
            <p:ph type="pic" idx="2"/>
          </p:nvPr>
        </p:nvPicPr>
        <p:blipFill rotWithShape="1">
          <a:blip r:embed="rId3">
            <a:alphaModFix/>
          </a:blip>
          <a:srcRect t="15992" b="5267"/>
          <a:stretch/>
        </p:blipFill>
        <p:spPr>
          <a:xfrm>
            <a:off x="0" y="6800"/>
            <a:ext cx="9144003" cy="5143498"/>
          </a:xfrm>
          <a:prstGeom prst="rect">
            <a:avLst/>
          </a:prstGeom>
        </p:spPr>
      </p:pic>
      <p:sp>
        <p:nvSpPr>
          <p:cNvPr id="627" name="Google Shape;627;p49"/>
          <p:cNvSpPr txBox="1">
            <a:spLocks noGrp="1"/>
          </p:cNvSpPr>
          <p:nvPr>
            <p:ph type="title"/>
          </p:nvPr>
        </p:nvSpPr>
        <p:spPr>
          <a:xfrm>
            <a:off x="720000" y="4014450"/>
            <a:ext cx="7704000" cy="622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
        <p:nvSpPr>
          <p:cNvPr id="628" name="Google Shape;628;p49"/>
          <p:cNvSpPr/>
          <p:nvPr/>
        </p:nvSpPr>
        <p:spPr>
          <a:xfrm rot="-5400000">
            <a:off x="6575933" y="-2667"/>
            <a:ext cx="3577100" cy="2377225"/>
          </a:xfrm>
          <a:custGeom>
            <a:avLst/>
            <a:gdLst/>
            <a:ahLst/>
            <a:cxnLst/>
            <a:rect l="l" t="t" r="r" b="b"/>
            <a:pathLst>
              <a:path w="176909" h="117568" extrusionOk="0">
                <a:moveTo>
                  <a:pt x="149056" y="0"/>
                </a:moveTo>
                <a:cubicBezTo>
                  <a:pt x="129872" y="1286"/>
                  <a:pt x="120692" y="21475"/>
                  <a:pt x="113143" y="36605"/>
                </a:cubicBezTo>
                <a:cubicBezTo>
                  <a:pt x="108974" y="52575"/>
                  <a:pt x="93745" y="63238"/>
                  <a:pt x="77824" y="65545"/>
                </a:cubicBezTo>
                <a:cubicBezTo>
                  <a:pt x="75544" y="65861"/>
                  <a:pt x="73268" y="65992"/>
                  <a:pt x="70994" y="65992"/>
                </a:cubicBezTo>
                <a:cubicBezTo>
                  <a:pt x="59891" y="65992"/>
                  <a:pt x="48851" y="62867"/>
                  <a:pt x="37738" y="62867"/>
                </a:cubicBezTo>
                <a:cubicBezTo>
                  <a:pt x="35567" y="62867"/>
                  <a:pt x="33393" y="62986"/>
                  <a:pt x="31216" y="63271"/>
                </a:cubicBezTo>
                <a:cubicBezTo>
                  <a:pt x="14075" y="64804"/>
                  <a:pt x="0" y="81433"/>
                  <a:pt x="10697" y="97651"/>
                </a:cubicBezTo>
                <a:cubicBezTo>
                  <a:pt x="21574" y="114230"/>
                  <a:pt x="43593" y="114197"/>
                  <a:pt x="61294" y="116307"/>
                </a:cubicBezTo>
                <a:cubicBezTo>
                  <a:pt x="67565" y="117131"/>
                  <a:pt x="74085" y="117568"/>
                  <a:pt x="80685" y="117568"/>
                </a:cubicBezTo>
                <a:cubicBezTo>
                  <a:pt x="120172" y="117568"/>
                  <a:pt x="162555" y="101925"/>
                  <a:pt x="172031" y="59859"/>
                </a:cubicBezTo>
                <a:cubicBezTo>
                  <a:pt x="176909" y="40445"/>
                  <a:pt x="173843" y="3214"/>
                  <a:pt x="149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29" name="Google Shape;629;p49"/>
          <p:cNvPicPr preferRelativeResize="0"/>
          <p:nvPr/>
        </p:nvPicPr>
        <p:blipFill>
          <a:blip r:embed="rId4">
            <a:alphaModFix/>
          </a:blip>
          <a:stretch>
            <a:fillRect/>
          </a:stretch>
        </p:blipFill>
        <p:spPr>
          <a:xfrm>
            <a:off x="86815" y="401356"/>
            <a:ext cx="557000" cy="1347687"/>
          </a:xfrm>
          <a:prstGeom prst="rect">
            <a:avLst/>
          </a:prstGeom>
          <a:noFill/>
          <a:ln>
            <a:noFill/>
          </a:ln>
        </p:spPr>
      </p:pic>
      <p:pic>
        <p:nvPicPr>
          <p:cNvPr id="630" name="Google Shape;630;p49"/>
          <p:cNvPicPr preferRelativeResize="0"/>
          <p:nvPr/>
        </p:nvPicPr>
        <p:blipFill>
          <a:blip r:embed="rId5">
            <a:alphaModFix/>
          </a:blip>
          <a:stretch>
            <a:fillRect/>
          </a:stretch>
        </p:blipFill>
        <p:spPr>
          <a:xfrm rot="-2700148" flipH="1">
            <a:off x="822956" y="79232"/>
            <a:ext cx="364095" cy="461187"/>
          </a:xfrm>
          <a:prstGeom prst="rect">
            <a:avLst/>
          </a:prstGeom>
          <a:noFill/>
          <a:ln>
            <a:noFill/>
          </a:ln>
        </p:spPr>
      </p:pic>
      <p:pic>
        <p:nvPicPr>
          <p:cNvPr id="631" name="Google Shape;631;p49"/>
          <p:cNvPicPr preferRelativeResize="0"/>
          <p:nvPr/>
        </p:nvPicPr>
        <p:blipFill>
          <a:blip r:embed="rId6">
            <a:alphaModFix/>
          </a:blip>
          <a:stretch>
            <a:fillRect/>
          </a:stretch>
        </p:blipFill>
        <p:spPr>
          <a:xfrm rot="-4562926">
            <a:off x="8024748" y="-286126"/>
            <a:ext cx="812053" cy="1191891"/>
          </a:xfrm>
          <a:prstGeom prst="rect">
            <a:avLst/>
          </a:prstGeom>
          <a:noFill/>
          <a:ln>
            <a:noFill/>
          </a:ln>
        </p:spPr>
      </p:pic>
      <p:pic>
        <p:nvPicPr>
          <p:cNvPr id="632" name="Google Shape;632;p49"/>
          <p:cNvPicPr preferRelativeResize="0"/>
          <p:nvPr/>
        </p:nvPicPr>
        <p:blipFill>
          <a:blip r:embed="rId7">
            <a:alphaModFix/>
          </a:blip>
          <a:stretch>
            <a:fillRect/>
          </a:stretch>
        </p:blipFill>
        <p:spPr>
          <a:xfrm rot="2268240">
            <a:off x="8322104" y="4299089"/>
            <a:ext cx="481442" cy="609821"/>
          </a:xfrm>
          <a:prstGeom prst="rect">
            <a:avLst/>
          </a:prstGeom>
          <a:noFill/>
          <a:ln>
            <a:noFill/>
          </a:ln>
        </p:spPr>
      </p:pic>
      <p:pic>
        <p:nvPicPr>
          <p:cNvPr id="633" name="Google Shape;633;p49"/>
          <p:cNvPicPr preferRelativeResize="0"/>
          <p:nvPr/>
        </p:nvPicPr>
        <p:blipFill>
          <a:blip r:embed="rId8">
            <a:alphaModFix/>
          </a:blip>
          <a:stretch>
            <a:fillRect/>
          </a:stretch>
        </p:blipFill>
        <p:spPr>
          <a:xfrm rot="878763">
            <a:off x="8537324" y="2043837"/>
            <a:ext cx="408550" cy="1897425"/>
          </a:xfrm>
          <a:prstGeom prst="rect">
            <a:avLst/>
          </a:prstGeom>
          <a:noFill/>
          <a:ln>
            <a:noFill/>
          </a:ln>
        </p:spPr>
      </p:pic>
      <p:pic>
        <p:nvPicPr>
          <p:cNvPr id="634" name="Google Shape;634;p49"/>
          <p:cNvPicPr preferRelativeResize="0"/>
          <p:nvPr/>
        </p:nvPicPr>
        <p:blipFill>
          <a:blip r:embed="rId9">
            <a:alphaModFix/>
          </a:blip>
          <a:stretch>
            <a:fillRect/>
          </a:stretch>
        </p:blipFill>
        <p:spPr>
          <a:xfrm>
            <a:off x="-470775" y="2080702"/>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38"/>
        <p:cNvGrpSpPr/>
        <p:nvPr/>
      </p:nvGrpSpPr>
      <p:grpSpPr>
        <a:xfrm>
          <a:off x="0" y="0"/>
          <a:ext cx="0" cy="0"/>
          <a:chOff x="0" y="0"/>
          <a:chExt cx="0" cy="0"/>
        </a:xfrm>
      </p:grpSpPr>
      <p:pic>
        <p:nvPicPr>
          <p:cNvPr id="639" name="Google Shape;639;p50"/>
          <p:cNvPicPr preferRelativeResize="0">
            <a:picLocks noGrp="1"/>
          </p:cNvPicPr>
          <p:nvPr>
            <p:ph type="pic" idx="2"/>
          </p:nvPr>
        </p:nvPicPr>
        <p:blipFill rotWithShape="1">
          <a:blip r:embed="rId3">
            <a:alphaModFix/>
          </a:blip>
          <a:srcRect t="12547" b="12540"/>
          <a:stretch/>
        </p:blipFill>
        <p:spPr>
          <a:xfrm>
            <a:off x="4279938" y="690300"/>
            <a:ext cx="3767400" cy="3762900"/>
          </a:xfrm>
          <a:prstGeom prst="ellipse">
            <a:avLst/>
          </a:prstGeom>
        </p:spPr>
      </p:pic>
      <p:sp>
        <p:nvSpPr>
          <p:cNvPr id="640" name="Google Shape;640;p50"/>
          <p:cNvSpPr txBox="1">
            <a:spLocks noGrp="1"/>
          </p:cNvSpPr>
          <p:nvPr>
            <p:ph type="title"/>
          </p:nvPr>
        </p:nvSpPr>
        <p:spPr>
          <a:xfrm>
            <a:off x="1096663" y="865575"/>
            <a:ext cx="2785500" cy="2296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641" name="Google Shape;641;p50"/>
          <p:cNvSpPr txBox="1">
            <a:spLocks noGrp="1"/>
          </p:cNvSpPr>
          <p:nvPr>
            <p:ph type="subTitle" idx="1"/>
          </p:nvPr>
        </p:nvSpPr>
        <p:spPr>
          <a:xfrm>
            <a:off x="1096663" y="3161625"/>
            <a:ext cx="2785500" cy="1116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Images reveal large amounts of data, so remember: use an image instead of a long text. Your audience will appreciate it</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45"/>
        <p:cNvGrpSpPr/>
        <p:nvPr/>
      </p:nvGrpSpPr>
      <p:grpSpPr>
        <a:xfrm>
          <a:off x="0" y="0"/>
          <a:ext cx="0" cy="0"/>
          <a:chOff x="0" y="0"/>
          <a:chExt cx="0" cy="0"/>
        </a:xfrm>
      </p:grpSpPr>
      <p:sp>
        <p:nvSpPr>
          <p:cNvPr id="646" name="Google Shape;646;p51"/>
          <p:cNvSpPr txBox="1">
            <a:spLocks noGrp="1"/>
          </p:cNvSpPr>
          <p:nvPr>
            <p:ph type="title"/>
          </p:nvPr>
        </p:nvSpPr>
        <p:spPr>
          <a:xfrm>
            <a:off x="2099750" y="1615325"/>
            <a:ext cx="4944600" cy="1415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endParaRPr/>
          </a:p>
          <a:p>
            <a:pPr marL="0" lvl="0" indent="0" algn="ctr" rtl="0">
              <a:spcBef>
                <a:spcPts val="0"/>
              </a:spcBef>
              <a:spcAft>
                <a:spcPts val="0"/>
              </a:spcAft>
              <a:buNone/>
            </a:pPr>
            <a:r>
              <a:rPr lang="en"/>
              <a:t>150,000</a:t>
            </a:r>
            <a:endParaRPr/>
          </a:p>
        </p:txBody>
      </p:sp>
      <p:sp>
        <p:nvSpPr>
          <p:cNvPr id="647" name="Google Shape;647;p51"/>
          <p:cNvSpPr txBox="1">
            <a:spLocks noGrp="1"/>
          </p:cNvSpPr>
          <p:nvPr>
            <p:ph type="subTitle" idx="1"/>
          </p:nvPr>
        </p:nvSpPr>
        <p:spPr>
          <a:xfrm>
            <a:off x="2099750" y="3031075"/>
            <a:ext cx="49446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pic>
        <p:nvPicPr>
          <p:cNvPr id="648" name="Google Shape;648;p51"/>
          <p:cNvPicPr preferRelativeResize="0"/>
          <p:nvPr/>
        </p:nvPicPr>
        <p:blipFill>
          <a:blip r:embed="rId3">
            <a:alphaModFix/>
          </a:blip>
          <a:stretch>
            <a:fillRect/>
          </a:stretch>
        </p:blipFill>
        <p:spPr>
          <a:xfrm>
            <a:off x="3997650" y="512981"/>
            <a:ext cx="1148700" cy="106450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52"/>
        <p:cNvGrpSpPr/>
        <p:nvPr/>
      </p:nvGrpSpPr>
      <p:grpSpPr>
        <a:xfrm>
          <a:off x="0" y="0"/>
          <a:ext cx="0" cy="0"/>
          <a:chOff x="0" y="0"/>
          <a:chExt cx="0" cy="0"/>
        </a:xfrm>
      </p:grpSpPr>
      <p:sp>
        <p:nvSpPr>
          <p:cNvPr id="653" name="Google Shape;653;p52"/>
          <p:cNvSpPr txBox="1">
            <a:spLocks noGrp="1"/>
          </p:cNvSpPr>
          <p:nvPr>
            <p:ph type="subTitle" idx="1"/>
          </p:nvPr>
        </p:nvSpPr>
        <p:spPr>
          <a:xfrm>
            <a:off x="2223600" y="1428226"/>
            <a:ext cx="46968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654" name="Google Shape;654;p52"/>
          <p:cNvSpPr txBox="1">
            <a:spLocks noGrp="1"/>
          </p:cNvSpPr>
          <p:nvPr>
            <p:ph type="title"/>
          </p:nvPr>
        </p:nvSpPr>
        <p:spPr>
          <a:xfrm>
            <a:off x="2223600" y="746425"/>
            <a:ext cx="46968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9h 55m 23s</a:t>
            </a:r>
            <a:endParaRPr/>
          </a:p>
        </p:txBody>
      </p:sp>
      <p:sp>
        <p:nvSpPr>
          <p:cNvPr id="655" name="Google Shape;655;p52"/>
          <p:cNvSpPr txBox="1">
            <a:spLocks noGrp="1"/>
          </p:cNvSpPr>
          <p:nvPr>
            <p:ph type="title" idx="2"/>
          </p:nvPr>
        </p:nvSpPr>
        <p:spPr>
          <a:xfrm>
            <a:off x="2223600" y="2044131"/>
            <a:ext cx="46968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656" name="Google Shape;656;p52"/>
          <p:cNvSpPr txBox="1">
            <a:spLocks noGrp="1"/>
          </p:cNvSpPr>
          <p:nvPr>
            <p:ph type="subTitle" idx="3"/>
          </p:nvPr>
        </p:nvSpPr>
        <p:spPr>
          <a:xfrm>
            <a:off x="2223600" y="2728503"/>
            <a:ext cx="46968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657" name="Google Shape;657;p52"/>
          <p:cNvSpPr txBox="1">
            <a:spLocks noGrp="1"/>
          </p:cNvSpPr>
          <p:nvPr>
            <p:ph type="title" idx="4"/>
          </p:nvPr>
        </p:nvSpPr>
        <p:spPr>
          <a:xfrm>
            <a:off x="2223600" y="3341838"/>
            <a:ext cx="46968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658" name="Google Shape;658;p52"/>
          <p:cNvSpPr txBox="1">
            <a:spLocks noGrp="1"/>
          </p:cNvSpPr>
          <p:nvPr>
            <p:ph type="subTitle" idx="5"/>
          </p:nvPr>
        </p:nvSpPr>
        <p:spPr>
          <a:xfrm>
            <a:off x="2223600" y="4028781"/>
            <a:ext cx="46968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p:txBody>
      </p:sp>
      <p:pic>
        <p:nvPicPr>
          <p:cNvPr id="659" name="Google Shape;659;p52"/>
          <p:cNvPicPr preferRelativeResize="0"/>
          <p:nvPr/>
        </p:nvPicPr>
        <p:blipFill>
          <a:blip r:embed="rId3">
            <a:alphaModFix/>
          </a:blip>
          <a:stretch>
            <a:fillRect/>
          </a:stretch>
        </p:blipFill>
        <p:spPr>
          <a:xfrm>
            <a:off x="535382" y="279155"/>
            <a:ext cx="1121750" cy="3948094"/>
          </a:xfrm>
          <a:prstGeom prst="rect">
            <a:avLst/>
          </a:prstGeom>
          <a:noFill/>
          <a:ln>
            <a:noFill/>
          </a:ln>
        </p:spPr>
      </p:pic>
      <p:pic>
        <p:nvPicPr>
          <p:cNvPr id="660" name="Google Shape;660;p52"/>
          <p:cNvPicPr preferRelativeResize="0"/>
          <p:nvPr/>
        </p:nvPicPr>
        <p:blipFill>
          <a:blip r:embed="rId4">
            <a:alphaModFix/>
          </a:blip>
          <a:stretch>
            <a:fillRect/>
          </a:stretch>
        </p:blipFill>
        <p:spPr>
          <a:xfrm>
            <a:off x="749846" y="952500"/>
            <a:ext cx="1397926" cy="3143551"/>
          </a:xfrm>
          <a:prstGeom prst="rect">
            <a:avLst/>
          </a:prstGeom>
          <a:noFill/>
          <a:ln>
            <a:noFill/>
          </a:ln>
        </p:spPr>
      </p:pic>
      <p:pic>
        <p:nvPicPr>
          <p:cNvPr id="661" name="Google Shape;661;p52"/>
          <p:cNvPicPr preferRelativeResize="0"/>
          <p:nvPr/>
        </p:nvPicPr>
        <p:blipFill>
          <a:blip r:embed="rId5">
            <a:alphaModFix/>
          </a:blip>
          <a:stretch>
            <a:fillRect/>
          </a:stretch>
        </p:blipFill>
        <p:spPr>
          <a:xfrm>
            <a:off x="-1202254" y="2245786"/>
            <a:ext cx="2743250" cy="2838889"/>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grpSp>
        <p:nvGrpSpPr>
          <p:cNvPr id="666" name="Google Shape;666;p53"/>
          <p:cNvGrpSpPr/>
          <p:nvPr/>
        </p:nvGrpSpPr>
        <p:grpSpPr>
          <a:xfrm>
            <a:off x="5883172" y="1125788"/>
            <a:ext cx="2471668" cy="2471668"/>
            <a:chOff x="789148" y="929688"/>
            <a:chExt cx="2471668" cy="2471668"/>
          </a:xfrm>
        </p:grpSpPr>
        <p:sp>
          <p:nvSpPr>
            <p:cNvPr id="667" name="Google Shape;667;p53"/>
            <p:cNvSpPr/>
            <p:nvPr/>
          </p:nvSpPr>
          <p:spPr>
            <a:xfrm>
              <a:off x="1151350" y="1291800"/>
              <a:ext cx="1747500" cy="17475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 name="Google Shape;668;p53"/>
            <p:cNvGrpSpPr/>
            <p:nvPr/>
          </p:nvGrpSpPr>
          <p:grpSpPr>
            <a:xfrm>
              <a:off x="789148" y="929688"/>
              <a:ext cx="2471668" cy="2471668"/>
              <a:chOff x="789148" y="929688"/>
              <a:chExt cx="2471668" cy="2471668"/>
            </a:xfrm>
          </p:grpSpPr>
          <p:grpSp>
            <p:nvGrpSpPr>
              <p:cNvPr id="669" name="Google Shape;669;p53"/>
              <p:cNvGrpSpPr/>
              <p:nvPr/>
            </p:nvGrpSpPr>
            <p:grpSpPr>
              <a:xfrm>
                <a:off x="1151106" y="1291800"/>
                <a:ext cx="1747750" cy="1747750"/>
                <a:chOff x="1151106" y="1291800"/>
                <a:chExt cx="1747750" cy="1747750"/>
              </a:xfrm>
            </p:grpSpPr>
            <p:grpSp>
              <p:nvGrpSpPr>
                <p:cNvPr id="670" name="Google Shape;670;p53"/>
                <p:cNvGrpSpPr/>
                <p:nvPr/>
              </p:nvGrpSpPr>
              <p:grpSpPr>
                <a:xfrm>
                  <a:off x="2025100" y="1291800"/>
                  <a:ext cx="0" cy="1747750"/>
                  <a:chOff x="2025100" y="1291800"/>
                  <a:chExt cx="0" cy="1747750"/>
                </a:xfrm>
              </p:grpSpPr>
              <p:cxnSp>
                <p:nvCxnSpPr>
                  <p:cNvPr id="671" name="Google Shape;671;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72" name="Google Shape;672;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673" name="Google Shape;673;p53"/>
                <p:cNvGrpSpPr/>
                <p:nvPr/>
              </p:nvGrpSpPr>
              <p:grpSpPr>
                <a:xfrm>
                  <a:off x="2024981" y="1291794"/>
                  <a:ext cx="0" cy="1747750"/>
                  <a:chOff x="2025100" y="1291800"/>
                  <a:chExt cx="0" cy="1747750"/>
                </a:xfrm>
              </p:grpSpPr>
              <p:cxnSp>
                <p:nvCxnSpPr>
                  <p:cNvPr id="674" name="Google Shape;674;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75" name="Google Shape;675;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676" name="Google Shape;676;p53"/>
              <p:cNvGrpSpPr/>
              <p:nvPr/>
            </p:nvGrpSpPr>
            <p:grpSpPr>
              <a:xfrm rot="2700000">
                <a:off x="1151116" y="1291655"/>
                <a:ext cx="1747733" cy="1747733"/>
                <a:chOff x="1151106" y="1291800"/>
                <a:chExt cx="1747750" cy="1747750"/>
              </a:xfrm>
            </p:grpSpPr>
            <p:grpSp>
              <p:nvGrpSpPr>
                <p:cNvPr id="677" name="Google Shape;677;p53"/>
                <p:cNvGrpSpPr/>
                <p:nvPr/>
              </p:nvGrpSpPr>
              <p:grpSpPr>
                <a:xfrm>
                  <a:off x="2025100" y="1291800"/>
                  <a:ext cx="0" cy="1747750"/>
                  <a:chOff x="2025100" y="1291800"/>
                  <a:chExt cx="0" cy="1747750"/>
                </a:xfrm>
              </p:grpSpPr>
              <p:cxnSp>
                <p:nvCxnSpPr>
                  <p:cNvPr id="678" name="Google Shape;678;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79" name="Google Shape;679;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680" name="Google Shape;680;p53"/>
                <p:cNvGrpSpPr/>
                <p:nvPr/>
              </p:nvGrpSpPr>
              <p:grpSpPr>
                <a:xfrm>
                  <a:off x="2024981" y="1291794"/>
                  <a:ext cx="0" cy="1747750"/>
                  <a:chOff x="2025100" y="1291800"/>
                  <a:chExt cx="0" cy="1747750"/>
                </a:xfrm>
              </p:grpSpPr>
              <p:cxnSp>
                <p:nvCxnSpPr>
                  <p:cNvPr id="681" name="Google Shape;681;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82" name="Google Shape;682;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683" name="Google Shape;683;p53"/>
              <p:cNvGrpSpPr/>
              <p:nvPr/>
            </p:nvGrpSpPr>
            <p:grpSpPr>
              <a:xfrm rot="1347090">
                <a:off x="1151186" y="1291634"/>
                <a:ext cx="1747744" cy="1747744"/>
                <a:chOff x="1151106" y="1291800"/>
                <a:chExt cx="1747750" cy="1747750"/>
              </a:xfrm>
            </p:grpSpPr>
            <p:grpSp>
              <p:nvGrpSpPr>
                <p:cNvPr id="684" name="Google Shape;684;p53"/>
                <p:cNvGrpSpPr/>
                <p:nvPr/>
              </p:nvGrpSpPr>
              <p:grpSpPr>
                <a:xfrm>
                  <a:off x="2025100" y="1291800"/>
                  <a:ext cx="0" cy="1747750"/>
                  <a:chOff x="2025100" y="1291800"/>
                  <a:chExt cx="0" cy="1747750"/>
                </a:xfrm>
              </p:grpSpPr>
              <p:cxnSp>
                <p:nvCxnSpPr>
                  <p:cNvPr id="685" name="Google Shape;685;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86" name="Google Shape;686;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687" name="Google Shape;687;p53"/>
                <p:cNvGrpSpPr/>
                <p:nvPr/>
              </p:nvGrpSpPr>
              <p:grpSpPr>
                <a:xfrm>
                  <a:off x="2024981" y="1291794"/>
                  <a:ext cx="0" cy="1747750"/>
                  <a:chOff x="2025100" y="1291800"/>
                  <a:chExt cx="0" cy="1747750"/>
                </a:xfrm>
              </p:grpSpPr>
              <p:cxnSp>
                <p:nvCxnSpPr>
                  <p:cNvPr id="688" name="Google Shape;688;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89" name="Google Shape;689;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690" name="Google Shape;690;p53"/>
              <p:cNvGrpSpPr/>
              <p:nvPr/>
            </p:nvGrpSpPr>
            <p:grpSpPr>
              <a:xfrm rot="-1347090" flipH="1">
                <a:off x="1151098" y="1291634"/>
                <a:ext cx="1747744" cy="1747744"/>
                <a:chOff x="1151106" y="1291800"/>
                <a:chExt cx="1747750" cy="1747750"/>
              </a:xfrm>
            </p:grpSpPr>
            <p:grpSp>
              <p:nvGrpSpPr>
                <p:cNvPr id="691" name="Google Shape;691;p53"/>
                <p:cNvGrpSpPr/>
                <p:nvPr/>
              </p:nvGrpSpPr>
              <p:grpSpPr>
                <a:xfrm>
                  <a:off x="2025100" y="1291800"/>
                  <a:ext cx="0" cy="1747750"/>
                  <a:chOff x="2025100" y="1291800"/>
                  <a:chExt cx="0" cy="1747750"/>
                </a:xfrm>
              </p:grpSpPr>
              <p:cxnSp>
                <p:nvCxnSpPr>
                  <p:cNvPr id="692" name="Google Shape;692;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93" name="Google Shape;693;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694" name="Google Shape;694;p53"/>
                <p:cNvGrpSpPr/>
                <p:nvPr/>
              </p:nvGrpSpPr>
              <p:grpSpPr>
                <a:xfrm>
                  <a:off x="2024981" y="1291794"/>
                  <a:ext cx="0" cy="1747750"/>
                  <a:chOff x="2025100" y="1291800"/>
                  <a:chExt cx="0" cy="1747750"/>
                </a:xfrm>
              </p:grpSpPr>
              <p:cxnSp>
                <p:nvCxnSpPr>
                  <p:cNvPr id="695" name="Google Shape;695;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696" name="Google Shape;696;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grpSp>
      <p:grpSp>
        <p:nvGrpSpPr>
          <p:cNvPr id="697" name="Google Shape;697;p53"/>
          <p:cNvGrpSpPr/>
          <p:nvPr/>
        </p:nvGrpSpPr>
        <p:grpSpPr>
          <a:xfrm>
            <a:off x="3336166" y="1125788"/>
            <a:ext cx="2471668" cy="2471668"/>
            <a:chOff x="789148" y="929688"/>
            <a:chExt cx="2471668" cy="2471668"/>
          </a:xfrm>
        </p:grpSpPr>
        <p:sp>
          <p:nvSpPr>
            <p:cNvPr id="698" name="Google Shape;698;p53"/>
            <p:cNvSpPr/>
            <p:nvPr/>
          </p:nvSpPr>
          <p:spPr>
            <a:xfrm>
              <a:off x="1151350" y="1291800"/>
              <a:ext cx="1747500" cy="17475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 name="Google Shape;699;p53"/>
            <p:cNvGrpSpPr/>
            <p:nvPr/>
          </p:nvGrpSpPr>
          <p:grpSpPr>
            <a:xfrm>
              <a:off x="789148" y="929688"/>
              <a:ext cx="2471668" cy="2471668"/>
              <a:chOff x="789148" y="929688"/>
              <a:chExt cx="2471668" cy="2471668"/>
            </a:xfrm>
          </p:grpSpPr>
          <p:grpSp>
            <p:nvGrpSpPr>
              <p:cNvPr id="700" name="Google Shape;700;p53"/>
              <p:cNvGrpSpPr/>
              <p:nvPr/>
            </p:nvGrpSpPr>
            <p:grpSpPr>
              <a:xfrm>
                <a:off x="1151106" y="1291800"/>
                <a:ext cx="1747750" cy="1747750"/>
                <a:chOff x="1151106" y="1291800"/>
                <a:chExt cx="1747750" cy="1747750"/>
              </a:xfrm>
            </p:grpSpPr>
            <p:grpSp>
              <p:nvGrpSpPr>
                <p:cNvPr id="701" name="Google Shape;701;p53"/>
                <p:cNvGrpSpPr/>
                <p:nvPr/>
              </p:nvGrpSpPr>
              <p:grpSpPr>
                <a:xfrm>
                  <a:off x="2025100" y="1291800"/>
                  <a:ext cx="0" cy="1747750"/>
                  <a:chOff x="2025100" y="1291800"/>
                  <a:chExt cx="0" cy="1747750"/>
                </a:xfrm>
              </p:grpSpPr>
              <p:cxnSp>
                <p:nvCxnSpPr>
                  <p:cNvPr id="702" name="Google Shape;702;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03" name="Google Shape;703;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04" name="Google Shape;704;p53"/>
                <p:cNvGrpSpPr/>
                <p:nvPr/>
              </p:nvGrpSpPr>
              <p:grpSpPr>
                <a:xfrm>
                  <a:off x="2024981" y="1291794"/>
                  <a:ext cx="0" cy="1747750"/>
                  <a:chOff x="2025100" y="1291800"/>
                  <a:chExt cx="0" cy="1747750"/>
                </a:xfrm>
              </p:grpSpPr>
              <p:cxnSp>
                <p:nvCxnSpPr>
                  <p:cNvPr id="705" name="Google Shape;705;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06" name="Google Shape;706;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707" name="Google Shape;707;p53"/>
              <p:cNvGrpSpPr/>
              <p:nvPr/>
            </p:nvGrpSpPr>
            <p:grpSpPr>
              <a:xfrm rot="2700000">
                <a:off x="1151116" y="1291655"/>
                <a:ext cx="1747733" cy="1747733"/>
                <a:chOff x="1151106" y="1291800"/>
                <a:chExt cx="1747750" cy="1747750"/>
              </a:xfrm>
            </p:grpSpPr>
            <p:grpSp>
              <p:nvGrpSpPr>
                <p:cNvPr id="708" name="Google Shape;708;p53"/>
                <p:cNvGrpSpPr/>
                <p:nvPr/>
              </p:nvGrpSpPr>
              <p:grpSpPr>
                <a:xfrm>
                  <a:off x="2025100" y="1291800"/>
                  <a:ext cx="0" cy="1747750"/>
                  <a:chOff x="2025100" y="1291800"/>
                  <a:chExt cx="0" cy="1747750"/>
                </a:xfrm>
              </p:grpSpPr>
              <p:cxnSp>
                <p:nvCxnSpPr>
                  <p:cNvPr id="709" name="Google Shape;709;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10" name="Google Shape;710;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11" name="Google Shape;711;p53"/>
                <p:cNvGrpSpPr/>
                <p:nvPr/>
              </p:nvGrpSpPr>
              <p:grpSpPr>
                <a:xfrm>
                  <a:off x="2024981" y="1291794"/>
                  <a:ext cx="0" cy="1747750"/>
                  <a:chOff x="2025100" y="1291800"/>
                  <a:chExt cx="0" cy="1747750"/>
                </a:xfrm>
              </p:grpSpPr>
              <p:cxnSp>
                <p:nvCxnSpPr>
                  <p:cNvPr id="712" name="Google Shape;712;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13" name="Google Shape;713;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714" name="Google Shape;714;p53"/>
              <p:cNvGrpSpPr/>
              <p:nvPr/>
            </p:nvGrpSpPr>
            <p:grpSpPr>
              <a:xfrm rot="1347090">
                <a:off x="1151186" y="1291634"/>
                <a:ext cx="1747744" cy="1747744"/>
                <a:chOff x="1151106" y="1291800"/>
                <a:chExt cx="1747750" cy="1747750"/>
              </a:xfrm>
            </p:grpSpPr>
            <p:grpSp>
              <p:nvGrpSpPr>
                <p:cNvPr id="715" name="Google Shape;715;p53"/>
                <p:cNvGrpSpPr/>
                <p:nvPr/>
              </p:nvGrpSpPr>
              <p:grpSpPr>
                <a:xfrm>
                  <a:off x="2025100" y="1291800"/>
                  <a:ext cx="0" cy="1747750"/>
                  <a:chOff x="2025100" y="1291800"/>
                  <a:chExt cx="0" cy="1747750"/>
                </a:xfrm>
              </p:grpSpPr>
              <p:cxnSp>
                <p:nvCxnSpPr>
                  <p:cNvPr id="716" name="Google Shape;716;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17" name="Google Shape;717;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18" name="Google Shape;718;p53"/>
                <p:cNvGrpSpPr/>
                <p:nvPr/>
              </p:nvGrpSpPr>
              <p:grpSpPr>
                <a:xfrm>
                  <a:off x="2024981" y="1291794"/>
                  <a:ext cx="0" cy="1747750"/>
                  <a:chOff x="2025100" y="1291800"/>
                  <a:chExt cx="0" cy="1747750"/>
                </a:xfrm>
              </p:grpSpPr>
              <p:cxnSp>
                <p:nvCxnSpPr>
                  <p:cNvPr id="719" name="Google Shape;719;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20" name="Google Shape;720;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721" name="Google Shape;721;p53"/>
              <p:cNvGrpSpPr/>
              <p:nvPr/>
            </p:nvGrpSpPr>
            <p:grpSpPr>
              <a:xfrm rot="-1347090" flipH="1">
                <a:off x="1151098" y="1291634"/>
                <a:ext cx="1747744" cy="1747744"/>
                <a:chOff x="1151106" y="1291800"/>
                <a:chExt cx="1747750" cy="1747750"/>
              </a:xfrm>
            </p:grpSpPr>
            <p:grpSp>
              <p:nvGrpSpPr>
                <p:cNvPr id="722" name="Google Shape;722;p53"/>
                <p:cNvGrpSpPr/>
                <p:nvPr/>
              </p:nvGrpSpPr>
              <p:grpSpPr>
                <a:xfrm>
                  <a:off x="2025100" y="1291800"/>
                  <a:ext cx="0" cy="1747750"/>
                  <a:chOff x="2025100" y="1291800"/>
                  <a:chExt cx="0" cy="1747750"/>
                </a:xfrm>
              </p:grpSpPr>
              <p:cxnSp>
                <p:nvCxnSpPr>
                  <p:cNvPr id="723" name="Google Shape;723;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24" name="Google Shape;724;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25" name="Google Shape;725;p53"/>
                <p:cNvGrpSpPr/>
                <p:nvPr/>
              </p:nvGrpSpPr>
              <p:grpSpPr>
                <a:xfrm>
                  <a:off x="2024981" y="1291794"/>
                  <a:ext cx="0" cy="1747750"/>
                  <a:chOff x="2025100" y="1291800"/>
                  <a:chExt cx="0" cy="1747750"/>
                </a:xfrm>
              </p:grpSpPr>
              <p:cxnSp>
                <p:nvCxnSpPr>
                  <p:cNvPr id="726" name="Google Shape;726;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27" name="Google Shape;727;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grpSp>
      <p:grpSp>
        <p:nvGrpSpPr>
          <p:cNvPr id="728" name="Google Shape;728;p53"/>
          <p:cNvGrpSpPr/>
          <p:nvPr/>
        </p:nvGrpSpPr>
        <p:grpSpPr>
          <a:xfrm>
            <a:off x="789160" y="1125788"/>
            <a:ext cx="2471668" cy="2471668"/>
            <a:chOff x="789148" y="929688"/>
            <a:chExt cx="2471668" cy="2471668"/>
          </a:xfrm>
        </p:grpSpPr>
        <p:sp>
          <p:nvSpPr>
            <p:cNvPr id="729" name="Google Shape;729;p53"/>
            <p:cNvSpPr/>
            <p:nvPr/>
          </p:nvSpPr>
          <p:spPr>
            <a:xfrm>
              <a:off x="1151350" y="1291800"/>
              <a:ext cx="1747500" cy="17475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 name="Google Shape;730;p53"/>
            <p:cNvGrpSpPr/>
            <p:nvPr/>
          </p:nvGrpSpPr>
          <p:grpSpPr>
            <a:xfrm>
              <a:off x="789148" y="929688"/>
              <a:ext cx="2471668" cy="2471668"/>
              <a:chOff x="789148" y="929688"/>
              <a:chExt cx="2471668" cy="2471668"/>
            </a:xfrm>
          </p:grpSpPr>
          <p:grpSp>
            <p:nvGrpSpPr>
              <p:cNvPr id="731" name="Google Shape;731;p53"/>
              <p:cNvGrpSpPr/>
              <p:nvPr/>
            </p:nvGrpSpPr>
            <p:grpSpPr>
              <a:xfrm>
                <a:off x="1151106" y="1291800"/>
                <a:ext cx="1747750" cy="1747750"/>
                <a:chOff x="1151106" y="1291800"/>
                <a:chExt cx="1747750" cy="1747750"/>
              </a:xfrm>
            </p:grpSpPr>
            <p:grpSp>
              <p:nvGrpSpPr>
                <p:cNvPr id="732" name="Google Shape;732;p53"/>
                <p:cNvGrpSpPr/>
                <p:nvPr/>
              </p:nvGrpSpPr>
              <p:grpSpPr>
                <a:xfrm>
                  <a:off x="2025100" y="1291800"/>
                  <a:ext cx="0" cy="1747750"/>
                  <a:chOff x="2025100" y="1291800"/>
                  <a:chExt cx="0" cy="1747750"/>
                </a:xfrm>
              </p:grpSpPr>
              <p:cxnSp>
                <p:nvCxnSpPr>
                  <p:cNvPr id="733" name="Google Shape;733;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34" name="Google Shape;734;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35" name="Google Shape;735;p53"/>
                <p:cNvGrpSpPr/>
                <p:nvPr/>
              </p:nvGrpSpPr>
              <p:grpSpPr>
                <a:xfrm>
                  <a:off x="2024981" y="1291794"/>
                  <a:ext cx="0" cy="1747750"/>
                  <a:chOff x="2025100" y="1291800"/>
                  <a:chExt cx="0" cy="1747750"/>
                </a:xfrm>
              </p:grpSpPr>
              <p:cxnSp>
                <p:nvCxnSpPr>
                  <p:cNvPr id="736" name="Google Shape;736;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37" name="Google Shape;737;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738" name="Google Shape;738;p53"/>
              <p:cNvGrpSpPr/>
              <p:nvPr/>
            </p:nvGrpSpPr>
            <p:grpSpPr>
              <a:xfrm rot="2700000">
                <a:off x="1151116" y="1291655"/>
                <a:ext cx="1747733" cy="1747733"/>
                <a:chOff x="1151106" y="1291800"/>
                <a:chExt cx="1747750" cy="1747750"/>
              </a:xfrm>
            </p:grpSpPr>
            <p:grpSp>
              <p:nvGrpSpPr>
                <p:cNvPr id="739" name="Google Shape;739;p53"/>
                <p:cNvGrpSpPr/>
                <p:nvPr/>
              </p:nvGrpSpPr>
              <p:grpSpPr>
                <a:xfrm>
                  <a:off x="2025100" y="1291800"/>
                  <a:ext cx="0" cy="1747750"/>
                  <a:chOff x="2025100" y="1291800"/>
                  <a:chExt cx="0" cy="1747750"/>
                </a:xfrm>
              </p:grpSpPr>
              <p:cxnSp>
                <p:nvCxnSpPr>
                  <p:cNvPr id="740" name="Google Shape;740;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41" name="Google Shape;741;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42" name="Google Shape;742;p53"/>
                <p:cNvGrpSpPr/>
                <p:nvPr/>
              </p:nvGrpSpPr>
              <p:grpSpPr>
                <a:xfrm>
                  <a:off x="2024981" y="1291794"/>
                  <a:ext cx="0" cy="1747750"/>
                  <a:chOff x="2025100" y="1291800"/>
                  <a:chExt cx="0" cy="1747750"/>
                </a:xfrm>
              </p:grpSpPr>
              <p:cxnSp>
                <p:nvCxnSpPr>
                  <p:cNvPr id="743" name="Google Shape;743;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44" name="Google Shape;744;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745" name="Google Shape;745;p53"/>
              <p:cNvGrpSpPr/>
              <p:nvPr/>
            </p:nvGrpSpPr>
            <p:grpSpPr>
              <a:xfrm rot="1347090">
                <a:off x="1151186" y="1291634"/>
                <a:ext cx="1747744" cy="1747744"/>
                <a:chOff x="1151106" y="1291800"/>
                <a:chExt cx="1747750" cy="1747750"/>
              </a:xfrm>
            </p:grpSpPr>
            <p:grpSp>
              <p:nvGrpSpPr>
                <p:cNvPr id="746" name="Google Shape;746;p53"/>
                <p:cNvGrpSpPr/>
                <p:nvPr/>
              </p:nvGrpSpPr>
              <p:grpSpPr>
                <a:xfrm>
                  <a:off x="2025100" y="1291800"/>
                  <a:ext cx="0" cy="1747750"/>
                  <a:chOff x="2025100" y="1291800"/>
                  <a:chExt cx="0" cy="1747750"/>
                </a:xfrm>
              </p:grpSpPr>
              <p:cxnSp>
                <p:nvCxnSpPr>
                  <p:cNvPr id="747" name="Google Shape;747;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48" name="Google Shape;748;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49" name="Google Shape;749;p53"/>
                <p:cNvGrpSpPr/>
                <p:nvPr/>
              </p:nvGrpSpPr>
              <p:grpSpPr>
                <a:xfrm>
                  <a:off x="2024981" y="1291794"/>
                  <a:ext cx="0" cy="1747750"/>
                  <a:chOff x="2025100" y="1291800"/>
                  <a:chExt cx="0" cy="1747750"/>
                </a:xfrm>
              </p:grpSpPr>
              <p:cxnSp>
                <p:nvCxnSpPr>
                  <p:cNvPr id="750" name="Google Shape;750;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51" name="Google Shape;751;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nvGrpSpPr>
              <p:cNvPr id="752" name="Google Shape;752;p53"/>
              <p:cNvGrpSpPr/>
              <p:nvPr/>
            </p:nvGrpSpPr>
            <p:grpSpPr>
              <a:xfrm rot="-1347090" flipH="1">
                <a:off x="1151098" y="1291634"/>
                <a:ext cx="1747744" cy="1747744"/>
                <a:chOff x="1151106" y="1291800"/>
                <a:chExt cx="1747750" cy="1747750"/>
              </a:xfrm>
            </p:grpSpPr>
            <p:grpSp>
              <p:nvGrpSpPr>
                <p:cNvPr id="753" name="Google Shape;753;p53"/>
                <p:cNvGrpSpPr/>
                <p:nvPr/>
              </p:nvGrpSpPr>
              <p:grpSpPr>
                <a:xfrm>
                  <a:off x="2025100" y="1291800"/>
                  <a:ext cx="0" cy="1747750"/>
                  <a:chOff x="2025100" y="1291800"/>
                  <a:chExt cx="0" cy="1747750"/>
                </a:xfrm>
              </p:grpSpPr>
              <p:cxnSp>
                <p:nvCxnSpPr>
                  <p:cNvPr id="754" name="Google Shape;754;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55" name="Google Shape;755;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nvGrpSpPr>
                <p:cNvPr id="756" name="Google Shape;756;p53"/>
                <p:cNvGrpSpPr/>
                <p:nvPr/>
              </p:nvGrpSpPr>
              <p:grpSpPr>
                <a:xfrm>
                  <a:off x="2024981" y="1291794"/>
                  <a:ext cx="0" cy="1747750"/>
                  <a:chOff x="2025100" y="1291800"/>
                  <a:chExt cx="0" cy="1747750"/>
                </a:xfrm>
              </p:grpSpPr>
              <p:cxnSp>
                <p:nvCxnSpPr>
                  <p:cNvPr id="757" name="Google Shape;757;p53"/>
                  <p:cNvCxnSpPr/>
                  <p:nvPr/>
                </p:nvCxnSpPr>
                <p:spPr>
                  <a:xfrm>
                    <a:off x="2025100" y="1291800"/>
                    <a:ext cx="0" cy="45900"/>
                  </a:xfrm>
                  <a:prstGeom prst="straightConnector1">
                    <a:avLst/>
                  </a:prstGeom>
                  <a:noFill/>
                  <a:ln w="19050" cap="flat" cmpd="sng">
                    <a:solidFill>
                      <a:schemeClr val="dk1"/>
                    </a:solidFill>
                    <a:prstDash val="solid"/>
                    <a:round/>
                    <a:headEnd type="none" w="med" len="med"/>
                    <a:tailEnd type="none" w="med" len="med"/>
                  </a:ln>
                </p:spPr>
              </p:cxnSp>
              <p:cxnSp>
                <p:nvCxnSpPr>
                  <p:cNvPr id="758" name="Google Shape;758;p53"/>
                  <p:cNvCxnSpPr/>
                  <p:nvPr/>
                </p:nvCxnSpPr>
                <p:spPr>
                  <a:xfrm>
                    <a:off x="2025100" y="2993650"/>
                    <a:ext cx="0" cy="45900"/>
                  </a:xfrm>
                  <a:prstGeom prst="straightConnector1">
                    <a:avLst/>
                  </a:prstGeom>
                  <a:noFill/>
                  <a:ln w="19050" cap="flat" cmpd="sng">
                    <a:solidFill>
                      <a:schemeClr val="dk1"/>
                    </a:solidFill>
                    <a:prstDash val="solid"/>
                    <a:round/>
                    <a:headEnd type="none" w="med" len="med"/>
                    <a:tailEnd type="none" w="med" len="med"/>
                  </a:ln>
                </p:spPr>
              </p:cxnSp>
            </p:grpSp>
          </p:grpSp>
        </p:grpSp>
      </p:grpSp>
      <p:sp>
        <p:nvSpPr>
          <p:cNvPr id="759" name="Google Shape;759;p53"/>
          <p:cNvSpPr/>
          <p:nvPr/>
        </p:nvSpPr>
        <p:spPr>
          <a:xfrm>
            <a:off x="6406056" y="1648825"/>
            <a:ext cx="1425900" cy="1425900"/>
          </a:xfrm>
          <a:prstGeom prst="arc">
            <a:avLst>
              <a:gd name="adj1" fmla="val 16200000"/>
              <a:gd name="adj2" fmla="val 10787556"/>
            </a:avLst>
          </a:prstGeom>
          <a:noFill/>
          <a:ln w="2286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 name="Google Shape;760;p53"/>
          <p:cNvGrpSpPr/>
          <p:nvPr/>
        </p:nvGrpSpPr>
        <p:grpSpPr>
          <a:xfrm>
            <a:off x="6523656" y="1560337"/>
            <a:ext cx="1190700" cy="1396663"/>
            <a:chOff x="1429750" y="1364237"/>
            <a:chExt cx="1190700" cy="1396663"/>
          </a:xfrm>
        </p:grpSpPr>
        <p:sp>
          <p:nvSpPr>
            <p:cNvPr id="761" name="Google Shape;761;p53"/>
            <p:cNvSpPr/>
            <p:nvPr/>
          </p:nvSpPr>
          <p:spPr>
            <a:xfrm>
              <a:off x="1879749" y="1364237"/>
              <a:ext cx="290702" cy="251425"/>
            </a:xfrm>
            <a:prstGeom prst="flowChartExtra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3"/>
            <p:cNvSpPr/>
            <p:nvPr/>
          </p:nvSpPr>
          <p:spPr>
            <a:xfrm>
              <a:off x="1429750" y="1570200"/>
              <a:ext cx="1190700" cy="11907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3"/>
            <p:cNvSpPr/>
            <p:nvPr/>
          </p:nvSpPr>
          <p:spPr>
            <a:xfrm>
              <a:off x="1890033" y="1373112"/>
              <a:ext cx="270133" cy="233650"/>
            </a:xfrm>
            <a:prstGeom prst="flowChartExtra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4" name="Google Shape;764;p53"/>
          <p:cNvSpPr/>
          <p:nvPr/>
        </p:nvSpPr>
        <p:spPr>
          <a:xfrm>
            <a:off x="3859050" y="1648825"/>
            <a:ext cx="1425900" cy="1425900"/>
          </a:xfrm>
          <a:prstGeom prst="arc">
            <a:avLst>
              <a:gd name="adj1" fmla="val 16200000"/>
              <a:gd name="adj2" fmla="val 5363200"/>
            </a:avLst>
          </a:prstGeom>
          <a:noFill/>
          <a:ln w="2286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 name="Google Shape;765;p53"/>
          <p:cNvGrpSpPr/>
          <p:nvPr/>
        </p:nvGrpSpPr>
        <p:grpSpPr>
          <a:xfrm>
            <a:off x="3976650" y="1560337"/>
            <a:ext cx="1190700" cy="1396663"/>
            <a:chOff x="1429750" y="1364237"/>
            <a:chExt cx="1190700" cy="1396663"/>
          </a:xfrm>
        </p:grpSpPr>
        <p:sp>
          <p:nvSpPr>
            <p:cNvPr id="766" name="Google Shape;766;p53"/>
            <p:cNvSpPr/>
            <p:nvPr/>
          </p:nvSpPr>
          <p:spPr>
            <a:xfrm>
              <a:off x="1879749" y="1364237"/>
              <a:ext cx="290702" cy="251425"/>
            </a:xfrm>
            <a:prstGeom prst="flowChartExtra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3"/>
            <p:cNvSpPr/>
            <p:nvPr/>
          </p:nvSpPr>
          <p:spPr>
            <a:xfrm>
              <a:off x="1429750" y="1570200"/>
              <a:ext cx="1190700" cy="11907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3"/>
            <p:cNvSpPr/>
            <p:nvPr/>
          </p:nvSpPr>
          <p:spPr>
            <a:xfrm>
              <a:off x="1890033" y="1373112"/>
              <a:ext cx="270133" cy="233650"/>
            </a:xfrm>
            <a:prstGeom prst="flowChartExtra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 name="Google Shape;769;p53"/>
          <p:cNvSpPr/>
          <p:nvPr/>
        </p:nvSpPr>
        <p:spPr>
          <a:xfrm>
            <a:off x="1312044" y="1648825"/>
            <a:ext cx="1425900" cy="1425900"/>
          </a:xfrm>
          <a:prstGeom prst="arc">
            <a:avLst>
              <a:gd name="adj1" fmla="val 16200000"/>
              <a:gd name="adj2" fmla="val 0"/>
            </a:avLst>
          </a:prstGeom>
          <a:noFill/>
          <a:ln w="2286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 name="Google Shape;770;p53"/>
          <p:cNvGrpSpPr/>
          <p:nvPr/>
        </p:nvGrpSpPr>
        <p:grpSpPr>
          <a:xfrm>
            <a:off x="1429644" y="1560337"/>
            <a:ext cx="1190700" cy="1396663"/>
            <a:chOff x="1429750" y="1364237"/>
            <a:chExt cx="1190700" cy="1396663"/>
          </a:xfrm>
        </p:grpSpPr>
        <p:sp>
          <p:nvSpPr>
            <p:cNvPr id="771" name="Google Shape;771;p53"/>
            <p:cNvSpPr/>
            <p:nvPr/>
          </p:nvSpPr>
          <p:spPr>
            <a:xfrm>
              <a:off x="1879749" y="1364237"/>
              <a:ext cx="290702" cy="251425"/>
            </a:xfrm>
            <a:prstGeom prst="flowChartExtra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3"/>
            <p:cNvSpPr/>
            <p:nvPr/>
          </p:nvSpPr>
          <p:spPr>
            <a:xfrm>
              <a:off x="1429750" y="1570200"/>
              <a:ext cx="1190700" cy="11907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3"/>
            <p:cNvSpPr/>
            <p:nvPr/>
          </p:nvSpPr>
          <p:spPr>
            <a:xfrm>
              <a:off x="1890033" y="1373112"/>
              <a:ext cx="270133" cy="233650"/>
            </a:xfrm>
            <a:prstGeom prst="flowChartExtra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 name="Google Shape;774;p53"/>
          <p:cNvSpPr txBox="1">
            <a:spLocks noGrp="1"/>
          </p:cNvSpPr>
          <p:nvPr>
            <p:ph type="subTitle" idx="1"/>
          </p:nvPr>
        </p:nvSpPr>
        <p:spPr>
          <a:xfrm>
            <a:off x="938394" y="3707053"/>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775" name="Google Shape;775;p53"/>
          <p:cNvSpPr txBox="1">
            <a:spLocks noGrp="1"/>
          </p:cNvSpPr>
          <p:nvPr>
            <p:ph type="subTitle" idx="2"/>
          </p:nvPr>
        </p:nvSpPr>
        <p:spPr>
          <a:xfrm>
            <a:off x="938394" y="3351178"/>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776" name="Google Shape;776;p53"/>
          <p:cNvSpPr txBox="1">
            <a:spLocks noGrp="1"/>
          </p:cNvSpPr>
          <p:nvPr>
            <p:ph type="subTitle" idx="4"/>
          </p:nvPr>
        </p:nvSpPr>
        <p:spPr>
          <a:xfrm>
            <a:off x="3485400" y="3707053"/>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777" name="Google Shape;777;p53"/>
          <p:cNvSpPr txBox="1">
            <a:spLocks noGrp="1"/>
          </p:cNvSpPr>
          <p:nvPr>
            <p:ph type="subTitle" idx="5"/>
          </p:nvPr>
        </p:nvSpPr>
        <p:spPr>
          <a:xfrm>
            <a:off x="3485400" y="3351178"/>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778" name="Google Shape;778;p53"/>
          <p:cNvSpPr txBox="1">
            <a:spLocks noGrp="1"/>
          </p:cNvSpPr>
          <p:nvPr>
            <p:ph type="subTitle" idx="7"/>
          </p:nvPr>
        </p:nvSpPr>
        <p:spPr>
          <a:xfrm>
            <a:off x="6032406" y="3707053"/>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779" name="Google Shape;779;p53"/>
          <p:cNvSpPr txBox="1">
            <a:spLocks noGrp="1"/>
          </p:cNvSpPr>
          <p:nvPr>
            <p:ph type="subTitle" idx="8"/>
          </p:nvPr>
        </p:nvSpPr>
        <p:spPr>
          <a:xfrm>
            <a:off x="6032406" y="3351178"/>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780" name="Google Shape;780;p53"/>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use some percentages</a:t>
            </a:r>
            <a:endParaRPr/>
          </a:p>
        </p:txBody>
      </p:sp>
      <p:sp>
        <p:nvSpPr>
          <p:cNvPr id="781" name="Google Shape;781;p53"/>
          <p:cNvSpPr txBox="1">
            <a:spLocks noGrp="1"/>
          </p:cNvSpPr>
          <p:nvPr>
            <p:ph type="title" idx="3"/>
          </p:nvPr>
        </p:nvSpPr>
        <p:spPr>
          <a:xfrm>
            <a:off x="3976650" y="2158250"/>
            <a:ext cx="1190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782" name="Google Shape;782;p53"/>
          <p:cNvSpPr txBox="1">
            <a:spLocks noGrp="1"/>
          </p:cNvSpPr>
          <p:nvPr>
            <p:ph type="title" idx="6"/>
          </p:nvPr>
        </p:nvSpPr>
        <p:spPr>
          <a:xfrm>
            <a:off x="6523656" y="2158250"/>
            <a:ext cx="1190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783" name="Google Shape;783;p53"/>
          <p:cNvSpPr txBox="1">
            <a:spLocks noGrp="1"/>
          </p:cNvSpPr>
          <p:nvPr>
            <p:ph type="title"/>
          </p:nvPr>
        </p:nvSpPr>
        <p:spPr>
          <a:xfrm>
            <a:off x="1429644" y="2158250"/>
            <a:ext cx="1190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87"/>
        <p:cNvGrpSpPr/>
        <p:nvPr/>
      </p:nvGrpSpPr>
      <p:grpSpPr>
        <a:xfrm>
          <a:off x="0" y="0"/>
          <a:ext cx="0" cy="0"/>
          <a:chOff x="0" y="0"/>
          <a:chExt cx="0" cy="0"/>
        </a:xfrm>
      </p:grpSpPr>
      <p:grpSp>
        <p:nvGrpSpPr>
          <p:cNvPr id="788" name="Google Shape;788;p54"/>
          <p:cNvGrpSpPr/>
          <p:nvPr/>
        </p:nvGrpSpPr>
        <p:grpSpPr>
          <a:xfrm>
            <a:off x="4319700" y="1237518"/>
            <a:ext cx="3958677" cy="2668465"/>
            <a:chOff x="60004" y="414164"/>
            <a:chExt cx="7446721" cy="5019686"/>
          </a:xfrm>
        </p:grpSpPr>
        <p:sp>
          <p:nvSpPr>
            <p:cNvPr id="789" name="Google Shape;789;p54"/>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4"/>
            <p:cNvSpPr/>
            <p:nvPr/>
          </p:nvSpPr>
          <p:spPr>
            <a:xfrm>
              <a:off x="60004" y="414164"/>
              <a:ext cx="7446721"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4"/>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accent3"/>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4"/>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93" name="Google Shape;793;p54"/>
          <p:cNvPicPr preferRelativeResize="0"/>
          <p:nvPr/>
        </p:nvPicPr>
        <p:blipFill rotWithShape="1">
          <a:blip r:embed="rId3">
            <a:alphaModFix/>
          </a:blip>
          <a:srcRect/>
          <a:stretch/>
        </p:blipFill>
        <p:spPr>
          <a:xfrm>
            <a:off x="4416005" y="1336102"/>
            <a:ext cx="3766046" cy="2118407"/>
          </a:xfrm>
          <a:prstGeom prst="rect">
            <a:avLst/>
          </a:prstGeom>
          <a:noFill/>
          <a:ln w="19050" cap="flat" cmpd="sng">
            <a:solidFill>
              <a:schemeClr val="dk1"/>
            </a:solidFill>
            <a:prstDash val="solid"/>
            <a:round/>
            <a:headEnd type="none" w="sm" len="sm"/>
            <a:tailEnd type="none" w="sm" len="sm"/>
          </a:ln>
        </p:spPr>
      </p:pic>
      <p:sp>
        <p:nvSpPr>
          <p:cNvPr id="794" name="Google Shape;794;p54"/>
          <p:cNvSpPr txBox="1">
            <a:spLocks noGrp="1"/>
          </p:cNvSpPr>
          <p:nvPr>
            <p:ph type="title"/>
          </p:nvPr>
        </p:nvSpPr>
        <p:spPr>
          <a:xfrm>
            <a:off x="864013" y="1815300"/>
            <a:ext cx="27804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Desktop app</a:t>
            </a:r>
            <a:endParaRPr/>
          </a:p>
        </p:txBody>
      </p:sp>
      <p:sp>
        <p:nvSpPr>
          <p:cNvPr id="795" name="Google Shape;795;p54"/>
          <p:cNvSpPr txBox="1">
            <a:spLocks noGrp="1"/>
          </p:cNvSpPr>
          <p:nvPr>
            <p:ph type="subTitle" idx="1"/>
          </p:nvPr>
        </p:nvSpPr>
        <p:spPr>
          <a:xfrm>
            <a:off x="864013" y="2311800"/>
            <a:ext cx="2780400" cy="10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99"/>
        <p:cNvGrpSpPr/>
        <p:nvPr/>
      </p:nvGrpSpPr>
      <p:grpSpPr>
        <a:xfrm>
          <a:off x="0" y="0"/>
          <a:ext cx="0" cy="0"/>
          <a:chOff x="0" y="0"/>
          <a:chExt cx="0" cy="0"/>
        </a:xfrm>
      </p:grpSpPr>
      <p:pic>
        <p:nvPicPr>
          <p:cNvPr id="800" name="Google Shape;800;p55"/>
          <p:cNvPicPr preferRelativeResize="0"/>
          <p:nvPr/>
        </p:nvPicPr>
        <p:blipFill>
          <a:blip r:embed="rId3">
            <a:alphaModFix/>
          </a:blip>
          <a:stretch>
            <a:fillRect/>
          </a:stretch>
        </p:blipFill>
        <p:spPr>
          <a:xfrm rot="-2471257" flipH="1">
            <a:off x="7381016" y="-705357"/>
            <a:ext cx="1397926" cy="3143552"/>
          </a:xfrm>
          <a:prstGeom prst="rect">
            <a:avLst/>
          </a:prstGeom>
          <a:noFill/>
          <a:ln>
            <a:noFill/>
          </a:ln>
        </p:spPr>
      </p:pic>
      <p:sp>
        <p:nvSpPr>
          <p:cNvPr id="801" name="Google Shape;801;p55"/>
          <p:cNvSpPr/>
          <p:nvPr/>
        </p:nvSpPr>
        <p:spPr>
          <a:xfrm rot="-5400000">
            <a:off x="1634036" y="379000"/>
            <a:ext cx="2543889" cy="438551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5"/>
          <p:cNvSpPr txBox="1">
            <a:spLocks noGrp="1"/>
          </p:cNvSpPr>
          <p:nvPr>
            <p:ph type="title"/>
          </p:nvPr>
        </p:nvSpPr>
        <p:spPr>
          <a:xfrm>
            <a:off x="5643650" y="1821450"/>
            <a:ext cx="2787000" cy="572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app</a:t>
            </a:r>
            <a:endParaRPr/>
          </a:p>
        </p:txBody>
      </p:sp>
      <p:sp>
        <p:nvSpPr>
          <p:cNvPr id="803" name="Google Shape;803;p55"/>
          <p:cNvSpPr txBox="1">
            <a:spLocks noGrp="1"/>
          </p:cNvSpPr>
          <p:nvPr>
            <p:ph type="subTitle" idx="1"/>
          </p:nvPr>
        </p:nvSpPr>
        <p:spPr>
          <a:xfrm>
            <a:off x="5643782" y="2317950"/>
            <a:ext cx="2787000" cy="1016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pic>
        <p:nvPicPr>
          <p:cNvPr id="804" name="Google Shape;804;p55"/>
          <p:cNvPicPr preferRelativeResize="0"/>
          <p:nvPr/>
        </p:nvPicPr>
        <p:blipFill>
          <a:blip r:embed="rId4">
            <a:alphaModFix/>
          </a:blip>
          <a:stretch>
            <a:fillRect/>
          </a:stretch>
        </p:blipFill>
        <p:spPr>
          <a:xfrm>
            <a:off x="868190" y="1425438"/>
            <a:ext cx="4075495" cy="2292473"/>
          </a:xfrm>
          <a:prstGeom prst="rect">
            <a:avLst/>
          </a:prstGeom>
          <a:noFill/>
          <a:ln w="19050" cap="flat" cmpd="sng">
            <a:solidFill>
              <a:schemeClr val="dk1"/>
            </a:solidFill>
            <a:prstDash val="solid"/>
            <a:round/>
            <a:headEnd type="none" w="sm" len="sm"/>
            <a:tailEnd type="none" w="sm" len="sm"/>
          </a:ln>
        </p:spPr>
      </p:pic>
      <p:pic>
        <p:nvPicPr>
          <p:cNvPr id="805" name="Google Shape;805;p55"/>
          <p:cNvPicPr preferRelativeResize="0"/>
          <p:nvPr/>
        </p:nvPicPr>
        <p:blipFill>
          <a:blip r:embed="rId5">
            <a:alphaModFix/>
          </a:blip>
          <a:stretch>
            <a:fillRect/>
          </a:stretch>
        </p:blipFill>
        <p:spPr>
          <a:xfrm rot="1396901" flipH="1">
            <a:off x="416026" y="-222434"/>
            <a:ext cx="1147479" cy="1684243"/>
          </a:xfrm>
          <a:prstGeom prst="rect">
            <a:avLst/>
          </a:prstGeom>
          <a:noFill/>
          <a:ln>
            <a:noFill/>
          </a:ln>
        </p:spPr>
      </p:pic>
      <p:pic>
        <p:nvPicPr>
          <p:cNvPr id="806" name="Google Shape;806;p55"/>
          <p:cNvPicPr preferRelativeResize="0"/>
          <p:nvPr/>
        </p:nvPicPr>
        <p:blipFill>
          <a:blip r:embed="rId6">
            <a:alphaModFix/>
          </a:blip>
          <a:stretch>
            <a:fillRect/>
          </a:stretch>
        </p:blipFill>
        <p:spPr>
          <a:xfrm rot="-4524976" flipH="1">
            <a:off x="7916974" y="4036634"/>
            <a:ext cx="326011" cy="41295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10"/>
        <p:cNvGrpSpPr/>
        <p:nvPr/>
      </p:nvGrpSpPr>
      <p:grpSpPr>
        <a:xfrm>
          <a:off x="0" y="0"/>
          <a:ext cx="0" cy="0"/>
          <a:chOff x="0" y="0"/>
          <a:chExt cx="0" cy="0"/>
        </a:xfrm>
      </p:grpSpPr>
      <p:sp>
        <p:nvSpPr>
          <p:cNvPr id="811" name="Google Shape;811;p56"/>
          <p:cNvSpPr txBox="1">
            <a:spLocks noGrp="1"/>
          </p:cNvSpPr>
          <p:nvPr>
            <p:ph type="title"/>
          </p:nvPr>
        </p:nvSpPr>
        <p:spPr>
          <a:xfrm>
            <a:off x="864013" y="1815300"/>
            <a:ext cx="27804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Mobile app</a:t>
            </a:r>
            <a:endParaRPr/>
          </a:p>
        </p:txBody>
      </p:sp>
      <p:sp>
        <p:nvSpPr>
          <p:cNvPr id="812" name="Google Shape;812;p56"/>
          <p:cNvSpPr txBox="1">
            <a:spLocks noGrp="1"/>
          </p:cNvSpPr>
          <p:nvPr>
            <p:ph type="subTitle" idx="1"/>
          </p:nvPr>
        </p:nvSpPr>
        <p:spPr>
          <a:xfrm>
            <a:off x="864013" y="2311800"/>
            <a:ext cx="2780400" cy="10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813" name="Google Shape;813;p56"/>
          <p:cNvGrpSpPr/>
          <p:nvPr/>
        </p:nvGrpSpPr>
        <p:grpSpPr>
          <a:xfrm rot="-5400000">
            <a:off x="5523600" y="765406"/>
            <a:ext cx="1896996" cy="3612565"/>
            <a:chOff x="5186401" y="494525"/>
            <a:chExt cx="1834973" cy="3724678"/>
          </a:xfrm>
        </p:grpSpPr>
        <p:sp>
          <p:nvSpPr>
            <p:cNvPr id="814" name="Google Shape;814;p56"/>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6"/>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16" name="Google Shape;816;p56"/>
          <p:cNvPicPr preferRelativeResize="0"/>
          <p:nvPr/>
        </p:nvPicPr>
        <p:blipFill rotWithShape="1">
          <a:blip r:embed="rId3">
            <a:alphaModFix/>
          </a:blip>
          <a:srcRect/>
          <a:stretch/>
        </p:blipFill>
        <p:spPr>
          <a:xfrm>
            <a:off x="4844306" y="1698063"/>
            <a:ext cx="3106601" cy="1747453"/>
          </a:xfrm>
          <a:prstGeom prst="rect">
            <a:avLst/>
          </a:prstGeom>
          <a:noFill/>
          <a:ln w="19050" cap="flat" cmpd="sng">
            <a:solidFill>
              <a:schemeClr val="dk1"/>
            </a:solidFill>
            <a:prstDash val="solid"/>
            <a:round/>
            <a:headEnd type="none" w="sm" len="sm"/>
            <a:tailEnd type="none" w="sm" len="sm"/>
          </a:ln>
        </p:spPr>
      </p:pic>
      <p:pic>
        <p:nvPicPr>
          <p:cNvPr id="817" name="Google Shape;817;p56"/>
          <p:cNvPicPr preferRelativeResize="0"/>
          <p:nvPr/>
        </p:nvPicPr>
        <p:blipFill>
          <a:blip r:embed="rId4">
            <a:alphaModFix/>
          </a:blip>
          <a:stretch>
            <a:fillRect/>
          </a:stretch>
        </p:blipFill>
        <p:spPr>
          <a:xfrm>
            <a:off x="7423455" y="-544177"/>
            <a:ext cx="2014625" cy="2167358"/>
          </a:xfrm>
          <a:prstGeom prst="rect">
            <a:avLst/>
          </a:prstGeom>
          <a:noFill/>
          <a:ln>
            <a:noFill/>
          </a:ln>
        </p:spPr>
      </p:pic>
      <p:pic>
        <p:nvPicPr>
          <p:cNvPr id="818" name="Google Shape;818;p56"/>
          <p:cNvPicPr preferRelativeResize="0"/>
          <p:nvPr/>
        </p:nvPicPr>
        <p:blipFill>
          <a:blip r:embed="rId5">
            <a:alphaModFix/>
          </a:blip>
          <a:stretch>
            <a:fillRect/>
          </a:stretch>
        </p:blipFill>
        <p:spPr>
          <a:xfrm rot="-2700148" flipH="1">
            <a:off x="1394681" y="4254970"/>
            <a:ext cx="364095" cy="46118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22"/>
        <p:cNvGrpSpPr/>
        <p:nvPr/>
      </p:nvGrpSpPr>
      <p:grpSpPr>
        <a:xfrm>
          <a:off x="0" y="0"/>
          <a:ext cx="0" cy="0"/>
          <a:chOff x="0" y="0"/>
          <a:chExt cx="0" cy="0"/>
        </a:xfrm>
      </p:grpSpPr>
      <p:sp>
        <p:nvSpPr>
          <p:cNvPr id="823" name="Google Shape;823;p57"/>
          <p:cNvSpPr txBox="1"/>
          <p:nvPr/>
        </p:nvSpPr>
        <p:spPr>
          <a:xfrm>
            <a:off x="5956975" y="1425857"/>
            <a:ext cx="2473800" cy="5226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500">
                <a:solidFill>
                  <a:schemeClr val="accent3"/>
                </a:solidFill>
                <a:latin typeface="Averia Serif Libre"/>
                <a:ea typeface="Averia Serif Libre"/>
                <a:cs typeface="Averia Serif Libre"/>
                <a:sym typeface="Averia Serif Libre"/>
              </a:rPr>
              <a:t>Venus</a:t>
            </a:r>
            <a:endParaRPr sz="2500">
              <a:solidFill>
                <a:schemeClr val="accent3"/>
              </a:solidFill>
              <a:latin typeface="Averia Serif Libre"/>
              <a:ea typeface="Averia Serif Libre"/>
              <a:cs typeface="Averia Serif Libre"/>
              <a:sym typeface="Averia Serif Libre"/>
            </a:endParaRPr>
          </a:p>
        </p:txBody>
      </p:sp>
      <p:sp>
        <p:nvSpPr>
          <p:cNvPr id="824" name="Google Shape;824;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Where to celebrate Culinarians Day?</a:t>
            </a:r>
            <a:endParaRPr/>
          </a:p>
        </p:txBody>
      </p:sp>
      <p:sp>
        <p:nvSpPr>
          <p:cNvPr id="825" name="Google Shape;825;p57"/>
          <p:cNvSpPr txBox="1"/>
          <p:nvPr/>
        </p:nvSpPr>
        <p:spPr>
          <a:xfrm>
            <a:off x="5956975" y="1793329"/>
            <a:ext cx="2473800" cy="1418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Venus is the second planet from the Sun. It’s terribly hot, even hotter than Mercury, and its atmosphere is poisonous. It’s the second-brightest natural object in the night sky </a:t>
            </a:r>
            <a:endParaRPr>
              <a:solidFill>
                <a:schemeClr val="dk1"/>
              </a:solidFill>
              <a:latin typeface="Baloo 2"/>
              <a:ea typeface="Baloo 2"/>
              <a:cs typeface="Baloo 2"/>
              <a:sym typeface="Baloo 2"/>
            </a:endParaRPr>
          </a:p>
        </p:txBody>
      </p:sp>
      <p:grpSp>
        <p:nvGrpSpPr>
          <p:cNvPr id="826" name="Google Shape;826;p57"/>
          <p:cNvGrpSpPr/>
          <p:nvPr/>
        </p:nvGrpSpPr>
        <p:grpSpPr>
          <a:xfrm>
            <a:off x="620941" y="1496643"/>
            <a:ext cx="4919741" cy="2620545"/>
            <a:chOff x="233350" y="949250"/>
            <a:chExt cx="7137300" cy="3802300"/>
          </a:xfrm>
        </p:grpSpPr>
        <p:sp>
          <p:nvSpPr>
            <p:cNvPr id="827" name="Google Shape;827;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 name="Google Shape;878;p57"/>
          <p:cNvSpPr/>
          <p:nvPr/>
        </p:nvSpPr>
        <p:spPr>
          <a:xfrm flipH="1">
            <a:off x="1402199" y="1923189"/>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7"/>
          <p:cNvSpPr/>
          <p:nvPr/>
        </p:nvSpPr>
        <p:spPr>
          <a:xfrm flipH="1">
            <a:off x="5656610" y="1490409"/>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80" name="Google Shape;880;p57"/>
          <p:cNvPicPr preferRelativeResize="0"/>
          <p:nvPr/>
        </p:nvPicPr>
        <p:blipFill>
          <a:blip r:embed="rId3">
            <a:alphaModFix/>
          </a:blip>
          <a:stretch>
            <a:fillRect/>
          </a:stretch>
        </p:blipFill>
        <p:spPr>
          <a:xfrm>
            <a:off x="-408125" y="1085777"/>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84"/>
        <p:cNvGrpSpPr/>
        <p:nvPr/>
      </p:nvGrpSpPr>
      <p:grpSpPr>
        <a:xfrm>
          <a:off x="0" y="0"/>
          <a:ext cx="0" cy="0"/>
          <a:chOff x="0" y="0"/>
          <a:chExt cx="0" cy="0"/>
        </a:xfrm>
      </p:grpSpPr>
      <p:grpSp>
        <p:nvGrpSpPr>
          <p:cNvPr id="885" name="Google Shape;885;p58"/>
          <p:cNvGrpSpPr/>
          <p:nvPr/>
        </p:nvGrpSpPr>
        <p:grpSpPr>
          <a:xfrm>
            <a:off x="679047" y="2049439"/>
            <a:ext cx="1999287" cy="1754901"/>
            <a:chOff x="672043" y="1900675"/>
            <a:chExt cx="1999287" cy="1754901"/>
          </a:xfrm>
        </p:grpSpPr>
        <p:pic>
          <p:nvPicPr>
            <p:cNvPr id="886" name="Google Shape;886;p58"/>
            <p:cNvPicPr preferRelativeResize="0"/>
            <p:nvPr/>
          </p:nvPicPr>
          <p:blipFill>
            <a:blip r:embed="rId3">
              <a:alphaModFix/>
            </a:blip>
            <a:stretch>
              <a:fillRect/>
            </a:stretch>
          </p:blipFill>
          <p:spPr>
            <a:xfrm rot="3649537">
              <a:off x="1134152" y="1935217"/>
              <a:ext cx="1068708" cy="1685818"/>
            </a:xfrm>
            <a:prstGeom prst="rect">
              <a:avLst/>
            </a:prstGeom>
            <a:noFill/>
            <a:ln>
              <a:noFill/>
            </a:ln>
          </p:spPr>
        </p:pic>
        <p:pic>
          <p:nvPicPr>
            <p:cNvPr id="887" name="Google Shape;887;p58"/>
            <p:cNvPicPr preferRelativeResize="0"/>
            <p:nvPr/>
          </p:nvPicPr>
          <p:blipFill>
            <a:blip r:embed="rId4">
              <a:alphaModFix amt="60000"/>
            </a:blip>
            <a:stretch>
              <a:fillRect/>
            </a:stretch>
          </p:blipFill>
          <p:spPr>
            <a:xfrm rot="3649537">
              <a:off x="1140512" y="1935217"/>
              <a:ext cx="1068708" cy="1685818"/>
            </a:xfrm>
            <a:prstGeom prst="rect">
              <a:avLst/>
            </a:prstGeom>
            <a:noFill/>
            <a:ln>
              <a:noFill/>
            </a:ln>
          </p:spPr>
        </p:pic>
      </p:grpSp>
      <p:pic>
        <p:nvPicPr>
          <p:cNvPr id="888" name="Google Shape;888;p58"/>
          <p:cNvPicPr preferRelativeResize="0"/>
          <p:nvPr/>
        </p:nvPicPr>
        <p:blipFill>
          <a:blip r:embed="rId5">
            <a:alphaModFix/>
          </a:blip>
          <a:stretch>
            <a:fillRect/>
          </a:stretch>
        </p:blipFill>
        <p:spPr>
          <a:xfrm rot="4212926">
            <a:off x="3210544" y="2079814"/>
            <a:ext cx="796960" cy="1792176"/>
          </a:xfrm>
          <a:prstGeom prst="rect">
            <a:avLst/>
          </a:prstGeom>
          <a:noFill/>
          <a:ln>
            <a:noFill/>
          </a:ln>
        </p:spPr>
      </p:pic>
      <p:pic>
        <p:nvPicPr>
          <p:cNvPr id="889" name="Google Shape;889;p58"/>
          <p:cNvPicPr preferRelativeResize="0"/>
          <p:nvPr/>
        </p:nvPicPr>
        <p:blipFill>
          <a:blip r:embed="rId6">
            <a:alphaModFix/>
          </a:blip>
          <a:stretch>
            <a:fillRect/>
          </a:stretch>
        </p:blipFill>
        <p:spPr>
          <a:xfrm rot="5252506" flipH="1">
            <a:off x="5282320" y="2018782"/>
            <a:ext cx="404243" cy="1877414"/>
          </a:xfrm>
          <a:prstGeom prst="rect">
            <a:avLst/>
          </a:prstGeom>
          <a:noFill/>
          <a:ln>
            <a:noFill/>
          </a:ln>
        </p:spPr>
      </p:pic>
      <p:pic>
        <p:nvPicPr>
          <p:cNvPr id="890" name="Google Shape;890;p58"/>
          <p:cNvPicPr preferRelativeResize="0"/>
          <p:nvPr/>
        </p:nvPicPr>
        <p:blipFill>
          <a:blip r:embed="rId7">
            <a:alphaModFix/>
          </a:blip>
          <a:stretch>
            <a:fillRect/>
          </a:stretch>
        </p:blipFill>
        <p:spPr>
          <a:xfrm rot="7577850">
            <a:off x="6826927" y="2030626"/>
            <a:ext cx="1423493" cy="1770003"/>
          </a:xfrm>
          <a:prstGeom prst="rect">
            <a:avLst/>
          </a:prstGeom>
          <a:noFill/>
          <a:ln>
            <a:noFill/>
          </a:ln>
        </p:spPr>
      </p:pic>
      <p:sp>
        <p:nvSpPr>
          <p:cNvPr id="891" name="Google Shape;891;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Culinarians Day timeline</a:t>
            </a:r>
            <a:endParaRPr/>
          </a:p>
        </p:txBody>
      </p:sp>
      <p:sp>
        <p:nvSpPr>
          <p:cNvPr id="892" name="Google Shape;892;p58"/>
          <p:cNvSpPr txBox="1"/>
          <p:nvPr/>
        </p:nvSpPr>
        <p:spPr>
          <a:xfrm flipH="1">
            <a:off x="720000" y="3251575"/>
            <a:ext cx="1892400" cy="525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Venus</a:t>
            </a:r>
            <a:endParaRPr sz="2400">
              <a:solidFill>
                <a:schemeClr val="accent3"/>
              </a:solidFill>
              <a:latin typeface="Averia Serif Libre"/>
              <a:ea typeface="Averia Serif Libre"/>
              <a:cs typeface="Averia Serif Libre"/>
              <a:sym typeface="Averia Serif Libre"/>
            </a:endParaRPr>
          </a:p>
        </p:txBody>
      </p:sp>
      <p:sp>
        <p:nvSpPr>
          <p:cNvPr id="893" name="Google Shape;893;p58"/>
          <p:cNvSpPr txBox="1"/>
          <p:nvPr/>
        </p:nvSpPr>
        <p:spPr>
          <a:xfrm flipH="1">
            <a:off x="720000" y="3712294"/>
            <a:ext cx="18924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loo 2"/>
                <a:ea typeface="Baloo 2"/>
                <a:cs typeface="Baloo 2"/>
                <a:sym typeface="Baloo 2"/>
              </a:rPr>
              <a:t>Venus is the second planet from the Sun</a:t>
            </a:r>
            <a:endParaRPr>
              <a:solidFill>
                <a:schemeClr val="dk1"/>
              </a:solidFill>
              <a:latin typeface="Baloo 2"/>
              <a:ea typeface="Baloo 2"/>
              <a:cs typeface="Baloo 2"/>
              <a:sym typeface="Baloo 2"/>
            </a:endParaRPr>
          </a:p>
        </p:txBody>
      </p:sp>
      <p:sp>
        <p:nvSpPr>
          <p:cNvPr id="894" name="Google Shape;894;p58"/>
          <p:cNvSpPr txBox="1"/>
          <p:nvPr/>
        </p:nvSpPr>
        <p:spPr>
          <a:xfrm flipH="1">
            <a:off x="2658058" y="3251575"/>
            <a:ext cx="1892400" cy="525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Mercury</a:t>
            </a:r>
            <a:endParaRPr sz="2400">
              <a:solidFill>
                <a:schemeClr val="accent3"/>
              </a:solidFill>
              <a:latin typeface="Averia Serif Libre"/>
              <a:ea typeface="Averia Serif Libre"/>
              <a:cs typeface="Averia Serif Libre"/>
              <a:sym typeface="Averia Serif Libre"/>
            </a:endParaRPr>
          </a:p>
        </p:txBody>
      </p:sp>
      <p:sp>
        <p:nvSpPr>
          <p:cNvPr id="895" name="Google Shape;895;p58"/>
          <p:cNvSpPr txBox="1"/>
          <p:nvPr/>
        </p:nvSpPr>
        <p:spPr>
          <a:xfrm flipH="1">
            <a:off x="2658058" y="3712294"/>
            <a:ext cx="18924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loo 2"/>
                <a:ea typeface="Baloo 2"/>
                <a:cs typeface="Baloo 2"/>
                <a:sym typeface="Baloo 2"/>
              </a:rPr>
              <a:t>Mercury is the closest planet to the Sun</a:t>
            </a:r>
            <a:endParaRPr>
              <a:solidFill>
                <a:schemeClr val="dk1"/>
              </a:solidFill>
              <a:latin typeface="Baloo 2"/>
              <a:ea typeface="Baloo 2"/>
              <a:cs typeface="Baloo 2"/>
              <a:sym typeface="Baloo 2"/>
            </a:endParaRPr>
          </a:p>
        </p:txBody>
      </p:sp>
      <p:sp>
        <p:nvSpPr>
          <p:cNvPr id="896" name="Google Shape;896;p58"/>
          <p:cNvSpPr txBox="1"/>
          <p:nvPr/>
        </p:nvSpPr>
        <p:spPr>
          <a:xfrm flipH="1">
            <a:off x="4596117" y="3251575"/>
            <a:ext cx="1894500" cy="525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Mars</a:t>
            </a:r>
            <a:endParaRPr sz="2400">
              <a:solidFill>
                <a:schemeClr val="accent3"/>
              </a:solidFill>
              <a:latin typeface="Averia Serif Libre"/>
              <a:ea typeface="Averia Serif Libre"/>
              <a:cs typeface="Averia Serif Libre"/>
              <a:sym typeface="Averia Serif Libre"/>
            </a:endParaRPr>
          </a:p>
        </p:txBody>
      </p:sp>
      <p:sp>
        <p:nvSpPr>
          <p:cNvPr id="897" name="Google Shape;897;p58"/>
          <p:cNvSpPr txBox="1"/>
          <p:nvPr/>
        </p:nvSpPr>
        <p:spPr>
          <a:xfrm flipH="1">
            <a:off x="4596117" y="3712294"/>
            <a:ext cx="189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loo 2"/>
                <a:ea typeface="Baloo 2"/>
                <a:cs typeface="Baloo 2"/>
                <a:sym typeface="Baloo 2"/>
              </a:rPr>
              <a:t>Despite being red, Mars is a cold place</a:t>
            </a:r>
            <a:endParaRPr>
              <a:solidFill>
                <a:schemeClr val="dk1"/>
              </a:solidFill>
              <a:latin typeface="Baloo 2"/>
              <a:ea typeface="Baloo 2"/>
              <a:cs typeface="Baloo 2"/>
              <a:sym typeface="Baloo 2"/>
            </a:endParaRPr>
          </a:p>
        </p:txBody>
      </p:sp>
      <p:sp>
        <p:nvSpPr>
          <p:cNvPr id="898" name="Google Shape;898;p58"/>
          <p:cNvSpPr txBox="1"/>
          <p:nvPr/>
        </p:nvSpPr>
        <p:spPr>
          <a:xfrm flipH="1">
            <a:off x="6536275" y="3251575"/>
            <a:ext cx="1894500" cy="525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Jupiter</a:t>
            </a:r>
            <a:endParaRPr sz="2400">
              <a:solidFill>
                <a:schemeClr val="accent3"/>
              </a:solidFill>
              <a:latin typeface="Averia Serif Libre"/>
              <a:ea typeface="Averia Serif Libre"/>
              <a:cs typeface="Averia Serif Libre"/>
              <a:sym typeface="Averia Serif Libre"/>
            </a:endParaRPr>
          </a:p>
        </p:txBody>
      </p:sp>
      <p:sp>
        <p:nvSpPr>
          <p:cNvPr id="899" name="Google Shape;899;p58"/>
          <p:cNvSpPr txBox="1"/>
          <p:nvPr/>
        </p:nvSpPr>
        <p:spPr>
          <a:xfrm flipH="1">
            <a:off x="6536275" y="3712294"/>
            <a:ext cx="18945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loo 2"/>
                <a:ea typeface="Baloo 2"/>
                <a:cs typeface="Baloo 2"/>
                <a:sym typeface="Baloo 2"/>
              </a:rPr>
              <a:t>Jupiter is the biggest planet of them all</a:t>
            </a:r>
            <a:endParaRPr>
              <a:solidFill>
                <a:schemeClr val="dk1"/>
              </a:solidFill>
              <a:latin typeface="Baloo 2"/>
              <a:ea typeface="Baloo 2"/>
              <a:cs typeface="Baloo 2"/>
              <a:sym typeface="Baloo 2"/>
            </a:endParaRPr>
          </a:p>
        </p:txBody>
      </p:sp>
      <p:pic>
        <p:nvPicPr>
          <p:cNvPr id="900" name="Google Shape;900;p58"/>
          <p:cNvPicPr preferRelativeResize="0"/>
          <p:nvPr/>
        </p:nvPicPr>
        <p:blipFill rotWithShape="1">
          <a:blip r:embed="rId8">
            <a:alphaModFix/>
          </a:blip>
          <a:srcRect t="49657"/>
          <a:stretch/>
        </p:blipFill>
        <p:spPr>
          <a:xfrm>
            <a:off x="877801" y="1443185"/>
            <a:ext cx="1576799" cy="1048417"/>
          </a:xfrm>
          <a:prstGeom prst="rect">
            <a:avLst/>
          </a:prstGeom>
          <a:noFill/>
          <a:ln>
            <a:noFill/>
          </a:ln>
        </p:spPr>
      </p:pic>
      <p:pic>
        <p:nvPicPr>
          <p:cNvPr id="901" name="Google Shape;901;p58"/>
          <p:cNvPicPr preferRelativeResize="0"/>
          <p:nvPr/>
        </p:nvPicPr>
        <p:blipFill rotWithShape="1">
          <a:blip r:embed="rId8">
            <a:alphaModFix/>
          </a:blip>
          <a:srcRect t="49657"/>
          <a:stretch/>
        </p:blipFill>
        <p:spPr>
          <a:xfrm>
            <a:off x="2815872" y="1443188"/>
            <a:ext cx="1576773" cy="1048398"/>
          </a:xfrm>
          <a:prstGeom prst="rect">
            <a:avLst/>
          </a:prstGeom>
          <a:noFill/>
          <a:ln>
            <a:noFill/>
          </a:ln>
        </p:spPr>
      </p:pic>
      <p:pic>
        <p:nvPicPr>
          <p:cNvPr id="902" name="Google Shape;902;p58"/>
          <p:cNvPicPr preferRelativeResize="0"/>
          <p:nvPr/>
        </p:nvPicPr>
        <p:blipFill rotWithShape="1">
          <a:blip r:embed="rId8">
            <a:alphaModFix/>
          </a:blip>
          <a:srcRect t="49657"/>
          <a:stretch/>
        </p:blipFill>
        <p:spPr>
          <a:xfrm>
            <a:off x="4754993" y="1443218"/>
            <a:ext cx="1576748" cy="1048384"/>
          </a:xfrm>
          <a:prstGeom prst="rect">
            <a:avLst/>
          </a:prstGeom>
          <a:noFill/>
          <a:ln>
            <a:noFill/>
          </a:ln>
        </p:spPr>
      </p:pic>
      <p:pic>
        <p:nvPicPr>
          <p:cNvPr id="903" name="Google Shape;903;p58"/>
          <p:cNvPicPr preferRelativeResize="0"/>
          <p:nvPr/>
        </p:nvPicPr>
        <p:blipFill rotWithShape="1">
          <a:blip r:embed="rId8">
            <a:alphaModFix/>
          </a:blip>
          <a:srcRect t="49657"/>
          <a:stretch/>
        </p:blipFill>
        <p:spPr>
          <a:xfrm>
            <a:off x="6681288" y="1443201"/>
            <a:ext cx="1576773" cy="1048398"/>
          </a:xfrm>
          <a:prstGeom prst="rect">
            <a:avLst/>
          </a:prstGeom>
          <a:noFill/>
          <a:ln>
            <a:noFill/>
          </a:ln>
        </p:spPr>
      </p:pic>
      <p:sp>
        <p:nvSpPr>
          <p:cNvPr id="904" name="Google Shape;904;p58"/>
          <p:cNvSpPr txBox="1"/>
          <p:nvPr/>
        </p:nvSpPr>
        <p:spPr>
          <a:xfrm>
            <a:off x="1069350" y="1743775"/>
            <a:ext cx="1193700" cy="44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rgbClr val="FEE0C4"/>
                </a:solidFill>
                <a:latin typeface="Averia Serif Libre"/>
                <a:ea typeface="Averia Serif Libre"/>
                <a:cs typeface="Averia Serif Libre"/>
                <a:sym typeface="Averia Serif Libre"/>
              </a:rPr>
              <a:t>Step 1</a:t>
            </a:r>
            <a:endParaRPr sz="2400">
              <a:solidFill>
                <a:srgbClr val="FEE0C4"/>
              </a:solidFill>
              <a:latin typeface="Averia Serif Libre"/>
              <a:ea typeface="Averia Serif Libre"/>
              <a:cs typeface="Averia Serif Libre"/>
              <a:sym typeface="Averia Serif Libre"/>
            </a:endParaRPr>
          </a:p>
        </p:txBody>
      </p:sp>
      <p:sp>
        <p:nvSpPr>
          <p:cNvPr id="905" name="Google Shape;905;p58"/>
          <p:cNvSpPr txBox="1"/>
          <p:nvPr/>
        </p:nvSpPr>
        <p:spPr>
          <a:xfrm>
            <a:off x="3007408" y="1743625"/>
            <a:ext cx="11937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2"/>
                </a:solidFill>
                <a:latin typeface="Averia Serif Libre"/>
                <a:ea typeface="Averia Serif Libre"/>
                <a:cs typeface="Averia Serif Libre"/>
                <a:sym typeface="Averia Serif Libre"/>
              </a:rPr>
              <a:t>Step 2</a:t>
            </a:r>
            <a:endParaRPr sz="3000">
              <a:solidFill>
                <a:srgbClr val="FEE0C4"/>
              </a:solidFill>
              <a:latin typeface="Averia Serif Libre"/>
              <a:ea typeface="Averia Serif Libre"/>
              <a:cs typeface="Averia Serif Libre"/>
              <a:sym typeface="Averia Serif Libre"/>
            </a:endParaRPr>
          </a:p>
        </p:txBody>
      </p:sp>
      <p:sp>
        <p:nvSpPr>
          <p:cNvPr id="906" name="Google Shape;906;p58"/>
          <p:cNvSpPr txBox="1"/>
          <p:nvPr/>
        </p:nvSpPr>
        <p:spPr>
          <a:xfrm>
            <a:off x="4946517" y="1743625"/>
            <a:ext cx="11937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2"/>
                </a:solidFill>
                <a:latin typeface="Averia Serif Libre"/>
                <a:ea typeface="Averia Serif Libre"/>
                <a:cs typeface="Averia Serif Libre"/>
                <a:sym typeface="Averia Serif Libre"/>
              </a:rPr>
              <a:t>Step 3</a:t>
            </a:r>
            <a:endParaRPr sz="3000">
              <a:solidFill>
                <a:srgbClr val="FEE0C4"/>
              </a:solidFill>
              <a:latin typeface="Averia Serif Libre"/>
              <a:ea typeface="Averia Serif Libre"/>
              <a:cs typeface="Averia Serif Libre"/>
              <a:sym typeface="Averia Serif Libre"/>
            </a:endParaRPr>
          </a:p>
        </p:txBody>
      </p:sp>
      <p:sp>
        <p:nvSpPr>
          <p:cNvPr id="907" name="Google Shape;907;p58"/>
          <p:cNvSpPr txBox="1"/>
          <p:nvPr/>
        </p:nvSpPr>
        <p:spPr>
          <a:xfrm>
            <a:off x="6886675" y="1743625"/>
            <a:ext cx="11937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2"/>
                </a:solidFill>
                <a:latin typeface="Averia Serif Libre"/>
                <a:ea typeface="Averia Serif Libre"/>
                <a:cs typeface="Averia Serif Libre"/>
                <a:sym typeface="Averia Serif Libre"/>
              </a:rPr>
              <a:t>Step 4</a:t>
            </a:r>
            <a:endParaRPr sz="3000">
              <a:solidFill>
                <a:srgbClr val="FEE0C4"/>
              </a:solidFill>
              <a:latin typeface="Averia Serif Libre"/>
              <a:ea typeface="Averia Serif Libre"/>
              <a:cs typeface="Averia Serif Libre"/>
              <a:sym typeface="Averia Serif Libre"/>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911"/>
        <p:cNvGrpSpPr/>
        <p:nvPr/>
      </p:nvGrpSpPr>
      <p:grpSpPr>
        <a:xfrm>
          <a:off x="0" y="0"/>
          <a:ext cx="0" cy="0"/>
          <a:chOff x="0" y="0"/>
          <a:chExt cx="0" cy="0"/>
        </a:xfrm>
      </p:grpSpPr>
      <p:pic>
        <p:nvPicPr>
          <p:cNvPr id="912" name="Google Shape;912;p59"/>
          <p:cNvPicPr preferRelativeResize="0"/>
          <p:nvPr/>
        </p:nvPicPr>
        <p:blipFill rotWithShape="1">
          <a:blip r:embed="rId3">
            <a:alphaModFix/>
          </a:blip>
          <a:srcRect t="49657"/>
          <a:stretch/>
        </p:blipFill>
        <p:spPr>
          <a:xfrm>
            <a:off x="1375705" y="2094992"/>
            <a:ext cx="1587475" cy="1055502"/>
          </a:xfrm>
          <a:prstGeom prst="rect">
            <a:avLst/>
          </a:prstGeom>
          <a:noFill/>
          <a:ln>
            <a:noFill/>
          </a:ln>
        </p:spPr>
      </p:pic>
      <p:sp>
        <p:nvSpPr>
          <p:cNvPr id="913" name="Google Shape;913;p59"/>
          <p:cNvSpPr txBox="1">
            <a:spLocks noGrp="1"/>
          </p:cNvSpPr>
          <p:nvPr>
            <p:ph type="title"/>
          </p:nvPr>
        </p:nvSpPr>
        <p:spPr>
          <a:xfrm>
            <a:off x="2963188" y="1993000"/>
            <a:ext cx="48051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My best recipes</a:t>
            </a:r>
            <a:endParaRPr/>
          </a:p>
        </p:txBody>
      </p:sp>
      <p:sp>
        <p:nvSpPr>
          <p:cNvPr id="914" name="Google Shape;914;p59"/>
          <p:cNvSpPr txBox="1">
            <a:spLocks noGrp="1"/>
          </p:cNvSpPr>
          <p:nvPr>
            <p:ph type="subTitle" idx="1"/>
          </p:nvPr>
        </p:nvSpPr>
        <p:spPr>
          <a:xfrm>
            <a:off x="2963188" y="2745725"/>
            <a:ext cx="48051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sp>
        <p:nvSpPr>
          <p:cNvPr id="915" name="Google Shape;915;p59"/>
          <p:cNvSpPr txBox="1">
            <a:spLocks noGrp="1"/>
          </p:cNvSpPr>
          <p:nvPr>
            <p:ph type="title" idx="2"/>
          </p:nvPr>
        </p:nvSpPr>
        <p:spPr>
          <a:xfrm>
            <a:off x="1635763" y="2307200"/>
            <a:ext cx="1067400" cy="67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19"/>
        <p:cNvGrpSpPr/>
        <p:nvPr/>
      </p:nvGrpSpPr>
      <p:grpSpPr>
        <a:xfrm>
          <a:off x="0" y="0"/>
          <a:ext cx="0" cy="0"/>
          <a:chOff x="0" y="0"/>
          <a:chExt cx="0" cy="0"/>
        </a:xfrm>
      </p:grpSpPr>
      <p:sp>
        <p:nvSpPr>
          <p:cNvPr id="920" name="Google Shape;920;p60"/>
          <p:cNvSpPr txBox="1"/>
          <p:nvPr/>
        </p:nvSpPr>
        <p:spPr>
          <a:xfrm>
            <a:off x="6437986" y="1819975"/>
            <a:ext cx="1986000" cy="527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3"/>
                </a:solidFill>
                <a:latin typeface="Averia Serif Libre"/>
                <a:ea typeface="Averia Serif Libre"/>
                <a:cs typeface="Averia Serif Libre"/>
                <a:sym typeface="Averia Serif Libre"/>
              </a:rPr>
              <a:t>Venus</a:t>
            </a:r>
            <a:endParaRPr sz="2400">
              <a:solidFill>
                <a:schemeClr val="accent3"/>
              </a:solidFill>
              <a:latin typeface="Averia Serif Libre"/>
              <a:ea typeface="Averia Serif Libre"/>
              <a:cs typeface="Averia Serif Libre"/>
              <a:sym typeface="Averia Serif Libre"/>
            </a:endParaRPr>
          </a:p>
        </p:txBody>
      </p:sp>
      <p:sp>
        <p:nvSpPr>
          <p:cNvPr id="921" name="Google Shape;921;p60"/>
          <p:cNvSpPr txBox="1"/>
          <p:nvPr/>
        </p:nvSpPr>
        <p:spPr>
          <a:xfrm>
            <a:off x="6438001" y="2199125"/>
            <a:ext cx="198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Venus has extremely high temperatures</a:t>
            </a:r>
            <a:endParaRPr>
              <a:solidFill>
                <a:schemeClr val="dk1"/>
              </a:solidFill>
              <a:latin typeface="Baloo 2"/>
              <a:ea typeface="Baloo 2"/>
              <a:cs typeface="Baloo 2"/>
              <a:sym typeface="Baloo 2"/>
            </a:endParaRPr>
          </a:p>
        </p:txBody>
      </p:sp>
      <p:sp>
        <p:nvSpPr>
          <p:cNvPr id="922" name="Google Shape;922;p60"/>
          <p:cNvSpPr txBox="1"/>
          <p:nvPr/>
        </p:nvSpPr>
        <p:spPr>
          <a:xfrm>
            <a:off x="719914" y="3024225"/>
            <a:ext cx="1986000" cy="527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accent3"/>
                </a:solidFill>
                <a:latin typeface="Averia Serif Libre"/>
                <a:ea typeface="Averia Serif Libre"/>
                <a:cs typeface="Averia Serif Libre"/>
                <a:sym typeface="Averia Serif Libre"/>
              </a:rPr>
              <a:t>Mercury</a:t>
            </a:r>
            <a:endParaRPr sz="2400">
              <a:solidFill>
                <a:schemeClr val="accent3"/>
              </a:solidFill>
              <a:latin typeface="Averia Serif Libre"/>
              <a:ea typeface="Averia Serif Libre"/>
              <a:cs typeface="Averia Serif Libre"/>
              <a:sym typeface="Averia Serif Libre"/>
            </a:endParaRPr>
          </a:p>
        </p:txBody>
      </p:sp>
      <p:sp>
        <p:nvSpPr>
          <p:cNvPr id="923" name="Google Shape;923;p60"/>
          <p:cNvSpPr txBox="1"/>
          <p:nvPr/>
        </p:nvSpPr>
        <p:spPr>
          <a:xfrm>
            <a:off x="720026" y="2199125"/>
            <a:ext cx="1986000" cy="484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Baloo 2"/>
                <a:ea typeface="Baloo 2"/>
                <a:cs typeface="Baloo 2"/>
                <a:sym typeface="Baloo 2"/>
              </a:rPr>
              <a:t>Despite being red, Mars is a very cold place</a:t>
            </a:r>
            <a:endParaRPr>
              <a:solidFill>
                <a:schemeClr val="dk1"/>
              </a:solidFill>
              <a:latin typeface="Baloo 2"/>
              <a:ea typeface="Baloo 2"/>
              <a:cs typeface="Baloo 2"/>
              <a:sym typeface="Baloo 2"/>
            </a:endParaRPr>
          </a:p>
        </p:txBody>
      </p:sp>
      <p:sp>
        <p:nvSpPr>
          <p:cNvPr id="924" name="Google Shape;924;p60"/>
          <p:cNvSpPr txBox="1"/>
          <p:nvPr/>
        </p:nvSpPr>
        <p:spPr>
          <a:xfrm>
            <a:off x="720026" y="3403375"/>
            <a:ext cx="1986000" cy="484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Baloo 2"/>
                <a:ea typeface="Baloo 2"/>
                <a:cs typeface="Baloo 2"/>
                <a:sym typeface="Baloo 2"/>
              </a:rPr>
              <a:t>Mercury is the closest planet to the Sun</a:t>
            </a:r>
            <a:endParaRPr>
              <a:solidFill>
                <a:schemeClr val="dk1"/>
              </a:solidFill>
              <a:latin typeface="Baloo 2"/>
              <a:ea typeface="Baloo 2"/>
              <a:cs typeface="Baloo 2"/>
              <a:sym typeface="Baloo 2"/>
            </a:endParaRPr>
          </a:p>
        </p:txBody>
      </p:sp>
      <p:sp>
        <p:nvSpPr>
          <p:cNvPr id="925" name="Google Shape;925;p60"/>
          <p:cNvSpPr txBox="1"/>
          <p:nvPr/>
        </p:nvSpPr>
        <p:spPr>
          <a:xfrm>
            <a:off x="6437986" y="3024225"/>
            <a:ext cx="1986000" cy="527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3"/>
                </a:solidFill>
                <a:latin typeface="Averia Serif Libre"/>
                <a:ea typeface="Averia Serif Libre"/>
                <a:cs typeface="Averia Serif Libre"/>
                <a:sym typeface="Averia Serif Libre"/>
              </a:rPr>
              <a:t>Saturn</a:t>
            </a:r>
            <a:endParaRPr sz="2400">
              <a:solidFill>
                <a:schemeClr val="accent3"/>
              </a:solidFill>
              <a:latin typeface="Averia Serif Libre"/>
              <a:ea typeface="Averia Serif Libre"/>
              <a:cs typeface="Averia Serif Libre"/>
              <a:sym typeface="Averia Serif Libre"/>
            </a:endParaRPr>
          </a:p>
        </p:txBody>
      </p:sp>
      <p:sp>
        <p:nvSpPr>
          <p:cNvPr id="926" name="Google Shape;926;p60"/>
          <p:cNvSpPr txBox="1"/>
          <p:nvPr/>
        </p:nvSpPr>
        <p:spPr>
          <a:xfrm>
            <a:off x="6438001" y="3403375"/>
            <a:ext cx="198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Saturn is a gas giant and has several rings</a:t>
            </a:r>
            <a:endParaRPr>
              <a:solidFill>
                <a:schemeClr val="dk1"/>
              </a:solidFill>
              <a:latin typeface="Baloo 2"/>
              <a:ea typeface="Baloo 2"/>
              <a:cs typeface="Baloo 2"/>
              <a:sym typeface="Baloo 2"/>
            </a:endParaRPr>
          </a:p>
        </p:txBody>
      </p:sp>
      <p:sp>
        <p:nvSpPr>
          <p:cNvPr id="927" name="Google Shape;927;p60"/>
          <p:cNvSpPr txBox="1"/>
          <p:nvPr/>
        </p:nvSpPr>
        <p:spPr>
          <a:xfrm>
            <a:off x="720014" y="1819975"/>
            <a:ext cx="1986000" cy="527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accent3"/>
                </a:solidFill>
                <a:latin typeface="Averia Serif Libre"/>
                <a:ea typeface="Averia Serif Libre"/>
                <a:cs typeface="Averia Serif Libre"/>
                <a:sym typeface="Averia Serif Libre"/>
              </a:rPr>
              <a:t>Mars</a:t>
            </a:r>
            <a:endParaRPr sz="2400">
              <a:solidFill>
                <a:schemeClr val="accent3"/>
              </a:solidFill>
              <a:latin typeface="Averia Serif Libre"/>
              <a:ea typeface="Averia Serif Libre"/>
              <a:cs typeface="Averia Serif Libre"/>
              <a:sym typeface="Averia Serif Libre"/>
            </a:endParaRPr>
          </a:p>
        </p:txBody>
      </p:sp>
      <p:cxnSp>
        <p:nvCxnSpPr>
          <p:cNvPr id="928" name="Google Shape;928;p60"/>
          <p:cNvCxnSpPr>
            <a:stCxn id="927" idx="3"/>
          </p:cNvCxnSpPr>
          <p:nvPr/>
        </p:nvCxnSpPr>
        <p:spPr>
          <a:xfrm>
            <a:off x="2706014" y="2083825"/>
            <a:ext cx="575400" cy="549600"/>
          </a:xfrm>
          <a:prstGeom prst="bentConnector3">
            <a:avLst>
              <a:gd name="adj1" fmla="val 50000"/>
            </a:avLst>
          </a:prstGeom>
          <a:noFill/>
          <a:ln w="19050" cap="flat" cmpd="sng">
            <a:solidFill>
              <a:schemeClr val="lt2"/>
            </a:solidFill>
            <a:prstDash val="solid"/>
            <a:round/>
            <a:headEnd type="oval" w="med" len="med"/>
            <a:tailEnd type="none" w="med" len="med"/>
          </a:ln>
        </p:spPr>
      </p:cxnSp>
      <p:cxnSp>
        <p:nvCxnSpPr>
          <p:cNvPr id="929" name="Google Shape;929;p60"/>
          <p:cNvCxnSpPr>
            <a:stCxn id="922" idx="3"/>
          </p:cNvCxnSpPr>
          <p:nvPr/>
        </p:nvCxnSpPr>
        <p:spPr>
          <a:xfrm>
            <a:off x="2705914" y="3288075"/>
            <a:ext cx="655200" cy="351000"/>
          </a:xfrm>
          <a:prstGeom prst="bentConnector3">
            <a:avLst>
              <a:gd name="adj1" fmla="val 44404"/>
            </a:avLst>
          </a:prstGeom>
          <a:noFill/>
          <a:ln w="19050" cap="flat" cmpd="sng">
            <a:solidFill>
              <a:schemeClr val="lt2"/>
            </a:solidFill>
            <a:prstDash val="solid"/>
            <a:round/>
            <a:headEnd type="oval" w="med" len="med"/>
            <a:tailEnd type="none" w="med" len="med"/>
          </a:ln>
        </p:spPr>
      </p:cxnSp>
      <p:cxnSp>
        <p:nvCxnSpPr>
          <p:cNvPr id="930" name="Google Shape;930;p60"/>
          <p:cNvCxnSpPr>
            <a:stCxn id="925" idx="1"/>
          </p:cNvCxnSpPr>
          <p:nvPr/>
        </p:nvCxnSpPr>
        <p:spPr>
          <a:xfrm rot="10800000">
            <a:off x="5319886" y="2988375"/>
            <a:ext cx="1118100" cy="299700"/>
          </a:xfrm>
          <a:prstGeom prst="bentConnector3">
            <a:avLst>
              <a:gd name="adj1" fmla="val 25265"/>
            </a:avLst>
          </a:prstGeom>
          <a:noFill/>
          <a:ln w="19050" cap="flat" cmpd="sng">
            <a:solidFill>
              <a:schemeClr val="lt2"/>
            </a:solidFill>
            <a:prstDash val="solid"/>
            <a:round/>
            <a:headEnd type="oval" w="med" len="med"/>
            <a:tailEnd type="none" w="med" len="med"/>
          </a:ln>
        </p:spPr>
      </p:cxnSp>
      <p:sp>
        <p:nvSpPr>
          <p:cNvPr id="931" name="Google Shape;931;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Essential kitchen utensils</a:t>
            </a:r>
            <a:endParaRPr/>
          </a:p>
        </p:txBody>
      </p:sp>
      <p:pic>
        <p:nvPicPr>
          <p:cNvPr id="932" name="Google Shape;932;p60"/>
          <p:cNvPicPr preferRelativeResize="0"/>
          <p:nvPr/>
        </p:nvPicPr>
        <p:blipFill>
          <a:blip r:embed="rId3">
            <a:alphaModFix/>
          </a:blip>
          <a:stretch>
            <a:fillRect/>
          </a:stretch>
        </p:blipFill>
        <p:spPr>
          <a:xfrm>
            <a:off x="3136826" y="1690400"/>
            <a:ext cx="2870348" cy="2982727"/>
          </a:xfrm>
          <a:prstGeom prst="rect">
            <a:avLst/>
          </a:prstGeom>
          <a:noFill/>
          <a:ln>
            <a:noFill/>
          </a:ln>
        </p:spPr>
      </p:pic>
      <p:cxnSp>
        <p:nvCxnSpPr>
          <p:cNvPr id="933" name="Google Shape;933;p60"/>
          <p:cNvCxnSpPr>
            <a:stCxn id="920" idx="1"/>
          </p:cNvCxnSpPr>
          <p:nvPr/>
        </p:nvCxnSpPr>
        <p:spPr>
          <a:xfrm flipH="1">
            <a:off x="5055886" y="2083825"/>
            <a:ext cx="1382100" cy="140400"/>
          </a:xfrm>
          <a:prstGeom prst="bentConnector3">
            <a:avLst>
              <a:gd name="adj1" fmla="val 20439"/>
            </a:avLst>
          </a:prstGeom>
          <a:noFill/>
          <a:ln w="19050" cap="flat" cmpd="sng">
            <a:solidFill>
              <a:schemeClr val="lt2"/>
            </a:solidFill>
            <a:prstDash val="solid"/>
            <a:round/>
            <a:headEnd type="oval" w="med" len="med"/>
            <a:tailEnd type="none" w="med" len="med"/>
          </a:ln>
        </p:spPr>
      </p:cxnSp>
      <p:pic>
        <p:nvPicPr>
          <p:cNvPr id="934" name="Google Shape;934;p60"/>
          <p:cNvPicPr preferRelativeResize="0"/>
          <p:nvPr/>
        </p:nvPicPr>
        <p:blipFill>
          <a:blip r:embed="rId4">
            <a:alphaModFix/>
          </a:blip>
          <a:stretch>
            <a:fillRect/>
          </a:stretch>
        </p:blipFill>
        <p:spPr>
          <a:xfrm>
            <a:off x="-75200" y="1017727"/>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38">
          <a:extLst>
            <a:ext uri="{FF2B5EF4-FFF2-40B4-BE49-F238E27FC236}">
              <a16:creationId xmlns:a16="http://schemas.microsoft.com/office/drawing/2014/main" id="{DF6A2BCE-4542-2228-A86A-E2906AA7AB66}"/>
            </a:ext>
          </a:extLst>
        </p:cNvPr>
        <p:cNvGrpSpPr/>
        <p:nvPr/>
      </p:nvGrpSpPr>
      <p:grpSpPr>
        <a:xfrm>
          <a:off x="0" y="0"/>
          <a:ext cx="0" cy="0"/>
          <a:chOff x="0" y="0"/>
          <a:chExt cx="0" cy="0"/>
        </a:xfrm>
      </p:grpSpPr>
      <p:sp>
        <p:nvSpPr>
          <p:cNvPr id="939" name="Google Shape;939;p61">
            <a:extLst>
              <a:ext uri="{FF2B5EF4-FFF2-40B4-BE49-F238E27FC236}">
                <a16:creationId xmlns:a16="http://schemas.microsoft.com/office/drawing/2014/main" id="{94B9D8FC-3439-E659-3AF8-3E9F86C2EEDA}"/>
              </a:ext>
            </a:extLst>
          </p:cNvPr>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My fav recipe</a:t>
            </a:r>
            <a:endParaRPr/>
          </a:p>
        </p:txBody>
      </p:sp>
      <p:sp>
        <p:nvSpPr>
          <p:cNvPr id="940" name="Google Shape;940;p61">
            <a:extLst>
              <a:ext uri="{FF2B5EF4-FFF2-40B4-BE49-F238E27FC236}">
                <a16:creationId xmlns:a16="http://schemas.microsoft.com/office/drawing/2014/main" id="{FE7663E1-737D-E53A-D5DA-DE4321C91EAD}"/>
              </a:ext>
            </a:extLst>
          </p:cNvPr>
          <p:cNvSpPr/>
          <p:nvPr/>
        </p:nvSpPr>
        <p:spPr>
          <a:xfrm>
            <a:off x="1194238" y="3400202"/>
            <a:ext cx="2175300" cy="8307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Presentation of the dish</a:t>
            </a:r>
            <a:endParaRPr sz="2400">
              <a:solidFill>
                <a:schemeClr val="accent3"/>
              </a:solidFill>
              <a:latin typeface="Averia Serif Libre"/>
              <a:ea typeface="Averia Serif Libre"/>
              <a:cs typeface="Averia Serif Libre"/>
              <a:sym typeface="Averia Serif Libre"/>
            </a:endParaRPr>
          </a:p>
        </p:txBody>
      </p:sp>
      <p:sp>
        <p:nvSpPr>
          <p:cNvPr id="941" name="Google Shape;941;p61">
            <a:extLst>
              <a:ext uri="{FF2B5EF4-FFF2-40B4-BE49-F238E27FC236}">
                <a16:creationId xmlns:a16="http://schemas.microsoft.com/office/drawing/2014/main" id="{6A4343E2-1F7F-C3C3-1F5C-7D01DAEC1635}"/>
              </a:ext>
            </a:extLst>
          </p:cNvPr>
          <p:cNvSpPr/>
          <p:nvPr/>
        </p:nvSpPr>
        <p:spPr>
          <a:xfrm>
            <a:off x="1194250" y="1582325"/>
            <a:ext cx="1087800" cy="1818000"/>
          </a:xfrm>
          <a:prstGeom prst="rect">
            <a:avLst/>
          </a:prstGeom>
          <a:noFill/>
          <a:ln>
            <a:noFill/>
          </a:ln>
        </p:spPr>
        <p:txBody>
          <a:bodyPr spcFirstLastPara="1" wrap="square" lIns="91425" tIns="91425" rIns="91425" bIns="91425" anchor="t" anchorCtr="0">
            <a:noAutofit/>
          </a:bodyPr>
          <a:lstStyle/>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Mercury </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Venus</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Earth</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Mars</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Jupiter</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Saturn</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Moon</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Ceres</a:t>
            </a:r>
            <a:endParaRPr>
              <a:solidFill>
                <a:schemeClr val="dk1"/>
              </a:solidFill>
              <a:latin typeface="Baloo 2"/>
              <a:ea typeface="Baloo 2"/>
              <a:cs typeface="Baloo 2"/>
              <a:sym typeface="Baloo 2"/>
            </a:endParaRPr>
          </a:p>
        </p:txBody>
      </p:sp>
      <p:sp>
        <p:nvSpPr>
          <p:cNvPr id="942" name="Google Shape;942;p61">
            <a:extLst>
              <a:ext uri="{FF2B5EF4-FFF2-40B4-BE49-F238E27FC236}">
                <a16:creationId xmlns:a16="http://schemas.microsoft.com/office/drawing/2014/main" id="{C30A8F05-54D2-06DB-65A9-1E5AF7B3F77A}"/>
              </a:ext>
            </a:extLst>
          </p:cNvPr>
          <p:cNvSpPr/>
          <p:nvPr/>
        </p:nvSpPr>
        <p:spPr>
          <a:xfrm>
            <a:off x="1194238" y="1330750"/>
            <a:ext cx="21714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Ingredients</a:t>
            </a:r>
            <a:endParaRPr sz="2400">
              <a:solidFill>
                <a:schemeClr val="accent3"/>
              </a:solidFill>
              <a:latin typeface="Averia Serif Libre"/>
              <a:ea typeface="Averia Serif Libre"/>
              <a:cs typeface="Averia Serif Libre"/>
              <a:sym typeface="Averia Serif Libre"/>
            </a:endParaRPr>
          </a:p>
        </p:txBody>
      </p:sp>
      <p:sp>
        <p:nvSpPr>
          <p:cNvPr id="943" name="Google Shape;943;p61">
            <a:extLst>
              <a:ext uri="{FF2B5EF4-FFF2-40B4-BE49-F238E27FC236}">
                <a16:creationId xmlns:a16="http://schemas.microsoft.com/office/drawing/2014/main" id="{74E29DB1-C62D-A14D-9D99-16D06D8930C0}"/>
              </a:ext>
            </a:extLst>
          </p:cNvPr>
          <p:cNvSpPr/>
          <p:nvPr/>
        </p:nvSpPr>
        <p:spPr>
          <a:xfrm>
            <a:off x="2281830" y="1582325"/>
            <a:ext cx="1087800" cy="1818000"/>
          </a:xfrm>
          <a:prstGeom prst="rect">
            <a:avLst/>
          </a:prstGeom>
          <a:noFill/>
          <a:ln>
            <a:noFill/>
          </a:ln>
        </p:spPr>
        <p:txBody>
          <a:bodyPr spcFirstLastPara="1" wrap="square" lIns="91425" tIns="91425" rIns="91425" bIns="91425" anchor="t" anchorCtr="0">
            <a:noAutofit/>
          </a:bodyPr>
          <a:lstStyle/>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Neptune </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Ceres</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Moon</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Sun</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Pluto</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Mars</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Jupiter</a:t>
            </a:r>
            <a:endParaRPr>
              <a:solidFill>
                <a:schemeClr val="dk1"/>
              </a:solidFill>
              <a:latin typeface="Baloo 2"/>
              <a:ea typeface="Baloo 2"/>
              <a:cs typeface="Baloo 2"/>
              <a:sym typeface="Baloo 2"/>
            </a:endParaRPr>
          </a:p>
          <a:p>
            <a:pPr marL="182880" lvl="0" indent="-180340" algn="l" rtl="0">
              <a:lnSpc>
                <a:spcPct val="100000"/>
              </a:lnSpc>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Venus</a:t>
            </a:r>
            <a:endParaRPr>
              <a:solidFill>
                <a:schemeClr val="dk1"/>
              </a:solidFill>
              <a:latin typeface="Baloo 2"/>
              <a:ea typeface="Baloo 2"/>
              <a:cs typeface="Baloo 2"/>
              <a:sym typeface="Baloo 2"/>
            </a:endParaRPr>
          </a:p>
        </p:txBody>
      </p:sp>
      <p:sp>
        <p:nvSpPr>
          <p:cNvPr id="944" name="Google Shape;944;p61">
            <a:extLst>
              <a:ext uri="{FF2B5EF4-FFF2-40B4-BE49-F238E27FC236}">
                <a16:creationId xmlns:a16="http://schemas.microsoft.com/office/drawing/2014/main" id="{4E7A0428-32F9-BFB9-BBF4-EBD8EEBE4C31}"/>
              </a:ext>
            </a:extLst>
          </p:cNvPr>
          <p:cNvSpPr txBox="1"/>
          <p:nvPr/>
        </p:nvSpPr>
        <p:spPr>
          <a:xfrm>
            <a:off x="4478774" y="1330750"/>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dirty="0">
                <a:solidFill>
                  <a:schemeClr val="accent3"/>
                </a:solidFill>
                <a:latin typeface="Averia Serif Libre"/>
                <a:ea typeface="Averia Serif Libre"/>
                <a:cs typeface="Averia Serif Libre"/>
                <a:sym typeface="Averia Serif Libre"/>
              </a:rPr>
              <a:t>Step 1</a:t>
            </a:r>
            <a:endParaRPr sz="2400" dirty="0">
              <a:solidFill>
                <a:schemeClr val="accent3"/>
              </a:solidFill>
              <a:latin typeface="Averia Serif Libre"/>
              <a:ea typeface="Averia Serif Libre"/>
              <a:cs typeface="Averia Serif Libre"/>
              <a:sym typeface="Averia Serif Libre"/>
            </a:endParaRPr>
          </a:p>
        </p:txBody>
      </p:sp>
      <p:sp>
        <p:nvSpPr>
          <p:cNvPr id="945" name="Google Shape;945;p61">
            <a:extLst>
              <a:ext uri="{FF2B5EF4-FFF2-40B4-BE49-F238E27FC236}">
                <a16:creationId xmlns:a16="http://schemas.microsoft.com/office/drawing/2014/main" id="{4BCB6124-871F-AF50-1EB0-45DA93A8AFFC}"/>
              </a:ext>
            </a:extLst>
          </p:cNvPr>
          <p:cNvSpPr txBox="1"/>
          <p:nvPr/>
        </p:nvSpPr>
        <p:spPr>
          <a:xfrm>
            <a:off x="4478538" y="1582608"/>
            <a:ext cx="3471000" cy="525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dirty="0">
                <a:solidFill>
                  <a:schemeClr val="dk1"/>
                </a:solidFill>
                <a:latin typeface="Baloo 2"/>
                <a:ea typeface="Baloo 2"/>
                <a:cs typeface="Baloo 2"/>
                <a:sym typeface="Baloo 2"/>
              </a:rPr>
              <a:t>Mercury</a:t>
            </a:r>
            <a:r>
              <a:rPr lang="en" b="1" dirty="0">
                <a:solidFill>
                  <a:schemeClr val="dk1"/>
                </a:solidFill>
                <a:latin typeface="Baloo 2"/>
                <a:ea typeface="Baloo 2"/>
                <a:cs typeface="Baloo 2"/>
                <a:sym typeface="Baloo 2"/>
              </a:rPr>
              <a:t> </a:t>
            </a:r>
            <a:r>
              <a:rPr lang="en" dirty="0">
                <a:solidFill>
                  <a:schemeClr val="dk1"/>
                </a:solidFill>
                <a:latin typeface="Baloo 2"/>
                <a:ea typeface="Baloo 2"/>
                <a:cs typeface="Baloo 2"/>
                <a:sym typeface="Baloo 2"/>
              </a:rPr>
              <a:t>is the closest planet to the Sun and the smallest one in the Solar System</a:t>
            </a:r>
            <a:endParaRPr dirty="0">
              <a:solidFill>
                <a:schemeClr val="dk1"/>
              </a:solidFill>
              <a:latin typeface="Baloo 2"/>
              <a:ea typeface="Baloo 2"/>
              <a:cs typeface="Baloo 2"/>
              <a:sym typeface="Baloo 2"/>
            </a:endParaRPr>
          </a:p>
        </p:txBody>
      </p:sp>
      <p:sp>
        <p:nvSpPr>
          <p:cNvPr id="946" name="Google Shape;946;p61">
            <a:extLst>
              <a:ext uri="{FF2B5EF4-FFF2-40B4-BE49-F238E27FC236}">
                <a16:creationId xmlns:a16="http://schemas.microsoft.com/office/drawing/2014/main" id="{1AFF8E22-48B0-2743-E8E6-7ACFA9BE2877}"/>
              </a:ext>
            </a:extLst>
          </p:cNvPr>
          <p:cNvSpPr txBox="1"/>
          <p:nvPr/>
        </p:nvSpPr>
        <p:spPr>
          <a:xfrm>
            <a:off x="4478774" y="2161598"/>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Step 2</a:t>
            </a:r>
            <a:endParaRPr sz="2400">
              <a:solidFill>
                <a:schemeClr val="accent3"/>
              </a:solidFill>
              <a:latin typeface="Averia Serif Libre"/>
              <a:ea typeface="Averia Serif Libre"/>
              <a:cs typeface="Averia Serif Libre"/>
              <a:sym typeface="Averia Serif Libre"/>
            </a:endParaRPr>
          </a:p>
        </p:txBody>
      </p:sp>
      <p:sp>
        <p:nvSpPr>
          <p:cNvPr id="947" name="Google Shape;947;p61">
            <a:extLst>
              <a:ext uri="{FF2B5EF4-FFF2-40B4-BE49-F238E27FC236}">
                <a16:creationId xmlns:a16="http://schemas.microsoft.com/office/drawing/2014/main" id="{4695AC86-719E-5E42-6082-EE5046D0DDDC}"/>
              </a:ext>
            </a:extLst>
          </p:cNvPr>
          <p:cNvSpPr txBox="1"/>
          <p:nvPr/>
        </p:nvSpPr>
        <p:spPr>
          <a:xfrm>
            <a:off x="4478538" y="2413456"/>
            <a:ext cx="3471000" cy="525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dirty="0">
                <a:solidFill>
                  <a:schemeClr val="dk1"/>
                </a:solidFill>
                <a:latin typeface="Baloo 2"/>
                <a:ea typeface="Baloo 2"/>
                <a:cs typeface="Baloo 2"/>
                <a:sym typeface="Baloo 2"/>
              </a:rPr>
              <a:t>Venus has a beautiful name and is the second planet from the Sun</a:t>
            </a:r>
            <a:endParaRPr dirty="0">
              <a:solidFill>
                <a:schemeClr val="dk1"/>
              </a:solidFill>
              <a:latin typeface="Baloo 2"/>
              <a:ea typeface="Baloo 2"/>
              <a:cs typeface="Baloo 2"/>
              <a:sym typeface="Baloo 2"/>
            </a:endParaRPr>
          </a:p>
        </p:txBody>
      </p:sp>
      <p:sp>
        <p:nvSpPr>
          <p:cNvPr id="948" name="Google Shape;948;p61">
            <a:extLst>
              <a:ext uri="{FF2B5EF4-FFF2-40B4-BE49-F238E27FC236}">
                <a16:creationId xmlns:a16="http://schemas.microsoft.com/office/drawing/2014/main" id="{118DDDED-F86B-836A-6EF3-F6B85C773DE2}"/>
              </a:ext>
            </a:extLst>
          </p:cNvPr>
          <p:cNvSpPr txBox="1"/>
          <p:nvPr/>
        </p:nvSpPr>
        <p:spPr>
          <a:xfrm>
            <a:off x="4478774" y="2992446"/>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Step 3</a:t>
            </a:r>
            <a:endParaRPr sz="2400">
              <a:solidFill>
                <a:schemeClr val="accent3"/>
              </a:solidFill>
              <a:latin typeface="Averia Serif Libre"/>
              <a:ea typeface="Averia Serif Libre"/>
              <a:cs typeface="Averia Serif Libre"/>
              <a:sym typeface="Averia Serif Libre"/>
            </a:endParaRPr>
          </a:p>
        </p:txBody>
      </p:sp>
      <p:sp>
        <p:nvSpPr>
          <p:cNvPr id="949" name="Google Shape;949;p61">
            <a:extLst>
              <a:ext uri="{FF2B5EF4-FFF2-40B4-BE49-F238E27FC236}">
                <a16:creationId xmlns:a16="http://schemas.microsoft.com/office/drawing/2014/main" id="{71D32BEB-2267-34F1-3660-3DDE0F557B98}"/>
              </a:ext>
            </a:extLst>
          </p:cNvPr>
          <p:cNvSpPr txBox="1"/>
          <p:nvPr/>
        </p:nvSpPr>
        <p:spPr>
          <a:xfrm>
            <a:off x="4478538" y="3244303"/>
            <a:ext cx="3471000" cy="525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Baloo 2"/>
                <a:ea typeface="Baloo 2"/>
                <a:cs typeface="Baloo 2"/>
                <a:sym typeface="Baloo 2"/>
              </a:rPr>
              <a:t>Earth is the third planet from the Sun and the only one that harbors life</a:t>
            </a:r>
            <a:endParaRPr>
              <a:solidFill>
                <a:schemeClr val="dk1"/>
              </a:solidFill>
              <a:latin typeface="Baloo 2"/>
              <a:ea typeface="Baloo 2"/>
              <a:cs typeface="Baloo 2"/>
              <a:sym typeface="Baloo 2"/>
            </a:endParaRPr>
          </a:p>
        </p:txBody>
      </p:sp>
      <p:sp>
        <p:nvSpPr>
          <p:cNvPr id="950" name="Google Shape;950;p61">
            <a:extLst>
              <a:ext uri="{FF2B5EF4-FFF2-40B4-BE49-F238E27FC236}">
                <a16:creationId xmlns:a16="http://schemas.microsoft.com/office/drawing/2014/main" id="{F3A340A0-F3D8-96F4-EFE8-837E5A1A5469}"/>
              </a:ext>
            </a:extLst>
          </p:cNvPr>
          <p:cNvSpPr txBox="1"/>
          <p:nvPr/>
        </p:nvSpPr>
        <p:spPr>
          <a:xfrm>
            <a:off x="4478774" y="3823294"/>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Step 4</a:t>
            </a:r>
            <a:endParaRPr sz="2400">
              <a:solidFill>
                <a:schemeClr val="accent3"/>
              </a:solidFill>
              <a:latin typeface="Averia Serif Libre"/>
              <a:ea typeface="Averia Serif Libre"/>
              <a:cs typeface="Averia Serif Libre"/>
              <a:sym typeface="Averia Serif Libre"/>
            </a:endParaRPr>
          </a:p>
        </p:txBody>
      </p:sp>
      <p:sp>
        <p:nvSpPr>
          <p:cNvPr id="951" name="Google Shape;951;p61">
            <a:extLst>
              <a:ext uri="{FF2B5EF4-FFF2-40B4-BE49-F238E27FC236}">
                <a16:creationId xmlns:a16="http://schemas.microsoft.com/office/drawing/2014/main" id="{A1D6057A-CE03-BE07-125F-6A6A810EF92F}"/>
              </a:ext>
            </a:extLst>
          </p:cNvPr>
          <p:cNvSpPr txBox="1"/>
          <p:nvPr/>
        </p:nvSpPr>
        <p:spPr>
          <a:xfrm>
            <a:off x="4478538" y="4075151"/>
            <a:ext cx="3471000" cy="525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Baloo 2"/>
                <a:ea typeface="Baloo 2"/>
                <a:cs typeface="Baloo 2"/>
                <a:sym typeface="Baloo 2"/>
              </a:rPr>
              <a:t>Despite being red, Mars is actually a cold place. It’s full of iron oxide dust</a:t>
            </a:r>
            <a:endParaRPr>
              <a:solidFill>
                <a:schemeClr val="dk1"/>
              </a:solidFill>
              <a:latin typeface="Baloo 2"/>
              <a:ea typeface="Baloo 2"/>
              <a:cs typeface="Baloo 2"/>
              <a:sym typeface="Baloo 2"/>
            </a:endParaRPr>
          </a:p>
        </p:txBody>
      </p:sp>
      <p:cxnSp>
        <p:nvCxnSpPr>
          <p:cNvPr id="952" name="Google Shape;952;p61">
            <a:extLst>
              <a:ext uri="{FF2B5EF4-FFF2-40B4-BE49-F238E27FC236}">
                <a16:creationId xmlns:a16="http://schemas.microsoft.com/office/drawing/2014/main" id="{0A2D8778-41A5-9C82-61BC-84E9C687B3B6}"/>
              </a:ext>
            </a:extLst>
          </p:cNvPr>
          <p:cNvCxnSpPr>
            <a:stCxn id="942" idx="3"/>
            <a:endCxn id="944" idx="1"/>
          </p:cNvCxnSpPr>
          <p:nvPr/>
        </p:nvCxnSpPr>
        <p:spPr>
          <a:xfrm>
            <a:off x="3365638" y="1532950"/>
            <a:ext cx="1113000" cy="0"/>
          </a:xfrm>
          <a:prstGeom prst="straightConnector1">
            <a:avLst/>
          </a:prstGeom>
          <a:noFill/>
          <a:ln w="19050" cap="flat" cmpd="sng">
            <a:solidFill>
              <a:schemeClr val="lt2"/>
            </a:solidFill>
            <a:prstDash val="solid"/>
            <a:round/>
            <a:headEnd type="none" w="med" len="med"/>
            <a:tailEnd type="oval" w="med" len="med"/>
          </a:ln>
        </p:spPr>
      </p:cxnSp>
      <p:cxnSp>
        <p:nvCxnSpPr>
          <p:cNvPr id="953" name="Google Shape;953;p61">
            <a:extLst>
              <a:ext uri="{FF2B5EF4-FFF2-40B4-BE49-F238E27FC236}">
                <a16:creationId xmlns:a16="http://schemas.microsoft.com/office/drawing/2014/main" id="{9C8629DD-5036-1864-C1CA-C71490495B1E}"/>
              </a:ext>
            </a:extLst>
          </p:cNvPr>
          <p:cNvCxnSpPr>
            <a:stCxn id="942" idx="3"/>
            <a:endCxn id="946" idx="1"/>
          </p:cNvCxnSpPr>
          <p:nvPr/>
        </p:nvCxnSpPr>
        <p:spPr>
          <a:xfrm>
            <a:off x="3365638" y="1532950"/>
            <a:ext cx="1113000" cy="830700"/>
          </a:xfrm>
          <a:prstGeom prst="bentConnector3">
            <a:avLst>
              <a:gd name="adj1" fmla="val 50006"/>
            </a:avLst>
          </a:prstGeom>
          <a:noFill/>
          <a:ln w="19050" cap="flat" cmpd="sng">
            <a:solidFill>
              <a:schemeClr val="lt2"/>
            </a:solidFill>
            <a:prstDash val="solid"/>
            <a:round/>
            <a:headEnd type="none" w="med" len="med"/>
            <a:tailEnd type="oval" w="med" len="med"/>
          </a:ln>
        </p:spPr>
      </p:cxnSp>
      <p:cxnSp>
        <p:nvCxnSpPr>
          <p:cNvPr id="954" name="Google Shape;954;p61">
            <a:extLst>
              <a:ext uri="{FF2B5EF4-FFF2-40B4-BE49-F238E27FC236}">
                <a16:creationId xmlns:a16="http://schemas.microsoft.com/office/drawing/2014/main" id="{49587AFD-C86B-D5C3-7EEC-52F8723263A8}"/>
              </a:ext>
            </a:extLst>
          </p:cNvPr>
          <p:cNvCxnSpPr>
            <a:stCxn id="942" idx="3"/>
            <a:endCxn id="948" idx="1"/>
          </p:cNvCxnSpPr>
          <p:nvPr/>
        </p:nvCxnSpPr>
        <p:spPr>
          <a:xfrm>
            <a:off x="3365638" y="1532950"/>
            <a:ext cx="1113000" cy="1661700"/>
          </a:xfrm>
          <a:prstGeom prst="bentConnector3">
            <a:avLst>
              <a:gd name="adj1" fmla="val 50006"/>
            </a:avLst>
          </a:prstGeom>
          <a:noFill/>
          <a:ln w="19050" cap="flat" cmpd="sng">
            <a:solidFill>
              <a:schemeClr val="lt2"/>
            </a:solidFill>
            <a:prstDash val="solid"/>
            <a:round/>
            <a:headEnd type="none" w="med" len="med"/>
            <a:tailEnd type="oval" w="med" len="med"/>
          </a:ln>
        </p:spPr>
      </p:cxnSp>
      <p:cxnSp>
        <p:nvCxnSpPr>
          <p:cNvPr id="955" name="Google Shape;955;p61">
            <a:extLst>
              <a:ext uri="{FF2B5EF4-FFF2-40B4-BE49-F238E27FC236}">
                <a16:creationId xmlns:a16="http://schemas.microsoft.com/office/drawing/2014/main" id="{04D3EF08-67B7-AE1C-D9A5-97EC5BFFCBDD}"/>
              </a:ext>
            </a:extLst>
          </p:cNvPr>
          <p:cNvCxnSpPr>
            <a:stCxn id="942" idx="3"/>
            <a:endCxn id="950" idx="1"/>
          </p:cNvCxnSpPr>
          <p:nvPr/>
        </p:nvCxnSpPr>
        <p:spPr>
          <a:xfrm>
            <a:off x="3365638" y="1532950"/>
            <a:ext cx="1113000" cy="2492400"/>
          </a:xfrm>
          <a:prstGeom prst="bentConnector3">
            <a:avLst>
              <a:gd name="adj1" fmla="val 50006"/>
            </a:avLst>
          </a:prstGeom>
          <a:noFill/>
          <a:ln w="19050" cap="flat" cmpd="sng">
            <a:solidFill>
              <a:schemeClr val="lt2"/>
            </a:solidFill>
            <a:prstDash val="solid"/>
            <a:round/>
            <a:headEnd type="none" w="med" len="med"/>
            <a:tailEnd type="oval" w="med" len="med"/>
          </a:ln>
        </p:spPr>
      </p:cxnSp>
      <p:sp>
        <p:nvSpPr>
          <p:cNvPr id="956" name="Google Shape;956;p61">
            <a:extLst>
              <a:ext uri="{FF2B5EF4-FFF2-40B4-BE49-F238E27FC236}">
                <a16:creationId xmlns:a16="http://schemas.microsoft.com/office/drawing/2014/main" id="{3BEF159B-FC2D-5720-62B3-518A56D09223}"/>
              </a:ext>
            </a:extLst>
          </p:cNvPr>
          <p:cNvSpPr txBox="1"/>
          <p:nvPr/>
        </p:nvSpPr>
        <p:spPr>
          <a:xfrm>
            <a:off x="1194238" y="4075150"/>
            <a:ext cx="2175300" cy="525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Jupiter is the biggest planet in the Solar System</a:t>
            </a:r>
            <a:endParaRPr>
              <a:solidFill>
                <a:schemeClr val="dk1"/>
              </a:solidFill>
              <a:latin typeface="Baloo 2"/>
              <a:ea typeface="Baloo 2"/>
              <a:cs typeface="Baloo 2"/>
              <a:sym typeface="Baloo 2"/>
            </a:endParaRPr>
          </a:p>
        </p:txBody>
      </p:sp>
      <p:pic>
        <p:nvPicPr>
          <p:cNvPr id="957" name="Google Shape;957;p61">
            <a:extLst>
              <a:ext uri="{FF2B5EF4-FFF2-40B4-BE49-F238E27FC236}">
                <a16:creationId xmlns:a16="http://schemas.microsoft.com/office/drawing/2014/main" id="{A82FC6BF-F6B2-9732-7083-C8FEFD6DAD6D}"/>
              </a:ext>
            </a:extLst>
          </p:cNvPr>
          <p:cNvPicPr preferRelativeResize="0"/>
          <p:nvPr/>
        </p:nvPicPr>
        <p:blipFill>
          <a:blip r:embed="rId3">
            <a:alphaModFix/>
          </a:blip>
          <a:stretch>
            <a:fillRect/>
          </a:stretch>
        </p:blipFill>
        <p:spPr>
          <a:xfrm rot="1751367">
            <a:off x="7856426" y="4018205"/>
            <a:ext cx="1148699" cy="1064499"/>
          </a:xfrm>
          <a:prstGeom prst="rect">
            <a:avLst/>
          </a:prstGeom>
          <a:noFill/>
          <a:ln>
            <a:noFill/>
          </a:ln>
        </p:spPr>
      </p:pic>
    </p:spTree>
    <p:extLst>
      <p:ext uri="{BB962C8B-B14F-4D97-AF65-F5344CB8AC3E}">
        <p14:creationId xmlns:p14="http://schemas.microsoft.com/office/powerpoint/2010/main" val="60693321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1250">
        <p159:morph option="byObject"/>
      </p:transition>
    </mc:Choice>
    <mc:Fallback>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61"/>
        <p:cNvGrpSpPr/>
        <p:nvPr/>
      </p:nvGrpSpPr>
      <p:grpSpPr>
        <a:xfrm>
          <a:off x="0" y="0"/>
          <a:ext cx="0" cy="0"/>
          <a:chOff x="0" y="0"/>
          <a:chExt cx="0" cy="0"/>
        </a:xfrm>
      </p:grpSpPr>
      <p:pic>
        <p:nvPicPr>
          <p:cNvPr id="962" name="Google Shape;962;p62"/>
          <p:cNvPicPr preferRelativeResize="0"/>
          <p:nvPr/>
        </p:nvPicPr>
        <p:blipFill rotWithShape="1">
          <a:blip r:embed="rId3">
            <a:alphaModFix/>
          </a:blip>
          <a:srcRect t="49657"/>
          <a:stretch/>
        </p:blipFill>
        <p:spPr>
          <a:xfrm>
            <a:off x="3778293" y="991929"/>
            <a:ext cx="1587475" cy="1055502"/>
          </a:xfrm>
          <a:prstGeom prst="rect">
            <a:avLst/>
          </a:prstGeom>
          <a:noFill/>
          <a:ln>
            <a:noFill/>
          </a:ln>
        </p:spPr>
      </p:pic>
      <p:sp>
        <p:nvSpPr>
          <p:cNvPr id="963" name="Google Shape;963;p62"/>
          <p:cNvSpPr txBox="1">
            <a:spLocks noGrp="1"/>
          </p:cNvSpPr>
          <p:nvPr>
            <p:ph type="title"/>
          </p:nvPr>
        </p:nvSpPr>
        <p:spPr>
          <a:xfrm>
            <a:off x="2509325" y="2335063"/>
            <a:ext cx="4125300" cy="1441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My favourite restaurants</a:t>
            </a:r>
            <a:endParaRPr/>
          </a:p>
        </p:txBody>
      </p:sp>
      <p:sp>
        <p:nvSpPr>
          <p:cNvPr id="964" name="Google Shape;964;p62"/>
          <p:cNvSpPr txBox="1">
            <a:spLocks noGrp="1"/>
          </p:cNvSpPr>
          <p:nvPr>
            <p:ph type="title" idx="2"/>
          </p:nvPr>
        </p:nvSpPr>
        <p:spPr>
          <a:xfrm>
            <a:off x="4038325" y="1204229"/>
            <a:ext cx="1067400" cy="63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965" name="Google Shape;965;p62"/>
          <p:cNvSpPr txBox="1">
            <a:spLocks noGrp="1"/>
          </p:cNvSpPr>
          <p:nvPr>
            <p:ph type="subTitle" idx="1"/>
          </p:nvPr>
        </p:nvSpPr>
        <p:spPr>
          <a:xfrm>
            <a:off x="2509325" y="3776559"/>
            <a:ext cx="41253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pic>
        <p:nvPicPr>
          <p:cNvPr id="966" name="Google Shape;966;p62"/>
          <p:cNvPicPr preferRelativeResize="0"/>
          <p:nvPr/>
        </p:nvPicPr>
        <p:blipFill>
          <a:blip r:embed="rId4">
            <a:alphaModFix/>
          </a:blip>
          <a:stretch>
            <a:fillRect/>
          </a:stretch>
        </p:blipFill>
        <p:spPr>
          <a:xfrm>
            <a:off x="6568850" y="3004050"/>
            <a:ext cx="3418375" cy="296075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70"/>
        <p:cNvGrpSpPr/>
        <p:nvPr/>
      </p:nvGrpSpPr>
      <p:grpSpPr>
        <a:xfrm>
          <a:off x="0" y="0"/>
          <a:ext cx="0" cy="0"/>
          <a:chOff x="0" y="0"/>
          <a:chExt cx="0" cy="0"/>
        </a:xfrm>
      </p:grpSpPr>
      <p:sp>
        <p:nvSpPr>
          <p:cNvPr id="971" name="Google Shape;971;p63"/>
          <p:cNvSpPr/>
          <p:nvPr/>
        </p:nvSpPr>
        <p:spPr>
          <a:xfrm>
            <a:off x="713225" y="2528050"/>
            <a:ext cx="2569200" cy="1923300"/>
          </a:xfrm>
          <a:prstGeom prst="rect">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8F8F8"/>
              </a:solidFill>
            </a:endParaRPr>
          </a:p>
        </p:txBody>
      </p:sp>
      <p:sp>
        <p:nvSpPr>
          <p:cNvPr id="972" name="Google Shape;972;p63"/>
          <p:cNvSpPr/>
          <p:nvPr/>
        </p:nvSpPr>
        <p:spPr>
          <a:xfrm>
            <a:off x="3287400" y="2092625"/>
            <a:ext cx="2569200" cy="2358600"/>
          </a:xfrm>
          <a:prstGeom prst="rect">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8F8F8"/>
              </a:solidFill>
            </a:endParaRPr>
          </a:p>
        </p:txBody>
      </p:sp>
      <p:sp>
        <p:nvSpPr>
          <p:cNvPr id="973" name="Google Shape;973;p63"/>
          <p:cNvSpPr/>
          <p:nvPr/>
        </p:nvSpPr>
        <p:spPr>
          <a:xfrm>
            <a:off x="5861563" y="3028100"/>
            <a:ext cx="2569200" cy="1423500"/>
          </a:xfrm>
          <a:prstGeom prst="rect">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8F8F8"/>
              </a:solidFill>
            </a:endParaRPr>
          </a:p>
        </p:txBody>
      </p:sp>
      <p:pic>
        <p:nvPicPr>
          <p:cNvPr id="974" name="Google Shape;974;p63"/>
          <p:cNvPicPr preferRelativeResize="0"/>
          <p:nvPr/>
        </p:nvPicPr>
        <p:blipFill rotWithShape="1">
          <a:blip r:embed="rId3">
            <a:alphaModFix/>
          </a:blip>
          <a:srcRect t="49657"/>
          <a:stretch/>
        </p:blipFill>
        <p:spPr>
          <a:xfrm>
            <a:off x="6657913" y="2162512"/>
            <a:ext cx="976499" cy="649277"/>
          </a:xfrm>
          <a:prstGeom prst="rect">
            <a:avLst/>
          </a:prstGeom>
          <a:noFill/>
          <a:ln>
            <a:noFill/>
          </a:ln>
        </p:spPr>
      </p:pic>
      <p:pic>
        <p:nvPicPr>
          <p:cNvPr id="975" name="Google Shape;975;p63"/>
          <p:cNvPicPr preferRelativeResize="0"/>
          <p:nvPr/>
        </p:nvPicPr>
        <p:blipFill rotWithShape="1">
          <a:blip r:embed="rId3">
            <a:alphaModFix/>
          </a:blip>
          <a:srcRect t="49657"/>
          <a:stretch/>
        </p:blipFill>
        <p:spPr>
          <a:xfrm>
            <a:off x="4083751" y="1229812"/>
            <a:ext cx="976499" cy="649277"/>
          </a:xfrm>
          <a:prstGeom prst="rect">
            <a:avLst/>
          </a:prstGeom>
          <a:noFill/>
          <a:ln>
            <a:noFill/>
          </a:ln>
        </p:spPr>
      </p:pic>
      <p:pic>
        <p:nvPicPr>
          <p:cNvPr id="976" name="Google Shape;976;p63"/>
          <p:cNvPicPr preferRelativeResize="0"/>
          <p:nvPr/>
        </p:nvPicPr>
        <p:blipFill rotWithShape="1">
          <a:blip r:embed="rId3">
            <a:alphaModFix/>
          </a:blip>
          <a:srcRect t="49657"/>
          <a:stretch/>
        </p:blipFill>
        <p:spPr>
          <a:xfrm>
            <a:off x="1509576" y="1662612"/>
            <a:ext cx="976499" cy="649277"/>
          </a:xfrm>
          <a:prstGeom prst="rect">
            <a:avLst/>
          </a:prstGeom>
          <a:noFill/>
          <a:ln>
            <a:noFill/>
          </a:ln>
        </p:spPr>
      </p:pic>
      <p:sp>
        <p:nvSpPr>
          <p:cNvPr id="977" name="Google Shape;977;p63"/>
          <p:cNvSpPr txBox="1"/>
          <p:nvPr/>
        </p:nvSpPr>
        <p:spPr>
          <a:xfrm>
            <a:off x="6657913" y="2214904"/>
            <a:ext cx="976500" cy="527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lt1"/>
                </a:solidFill>
                <a:latin typeface="Averia Serif Libre"/>
                <a:ea typeface="Averia Serif Libre"/>
                <a:cs typeface="Averia Serif Libre"/>
                <a:sym typeface="Averia Serif Libre"/>
              </a:rPr>
              <a:t>03</a:t>
            </a:r>
            <a:endParaRPr sz="2400">
              <a:solidFill>
                <a:schemeClr val="lt1"/>
              </a:solidFill>
              <a:latin typeface="Averia Serif Libre"/>
              <a:ea typeface="Averia Serif Libre"/>
              <a:cs typeface="Averia Serif Libre"/>
              <a:sym typeface="Averia Serif Libre"/>
            </a:endParaRPr>
          </a:p>
        </p:txBody>
      </p:sp>
      <p:sp>
        <p:nvSpPr>
          <p:cNvPr id="978" name="Google Shape;978;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My favorite restaurants</a:t>
            </a:r>
            <a:endParaRPr/>
          </a:p>
        </p:txBody>
      </p:sp>
      <p:sp>
        <p:nvSpPr>
          <p:cNvPr id="979" name="Google Shape;979;p63"/>
          <p:cNvSpPr txBox="1"/>
          <p:nvPr/>
        </p:nvSpPr>
        <p:spPr>
          <a:xfrm>
            <a:off x="713225" y="2981263"/>
            <a:ext cx="2569200" cy="14523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a:solidFill>
                  <a:schemeClr val="dk1"/>
                </a:solidFill>
                <a:latin typeface="Baloo 2"/>
                <a:ea typeface="Baloo 2"/>
                <a:cs typeface="Baloo 2"/>
                <a:sym typeface="Baloo 2"/>
              </a:rPr>
              <a:t>Jupiter is the biggest planet in the Solar System. It’s the fourth brightest object in the night sky. It was named after the Roman god of the lightning</a:t>
            </a:r>
            <a:endParaRPr>
              <a:solidFill>
                <a:schemeClr val="dk1"/>
              </a:solidFill>
              <a:latin typeface="Baloo 2"/>
              <a:ea typeface="Baloo 2"/>
              <a:cs typeface="Baloo 2"/>
              <a:sym typeface="Baloo 2"/>
            </a:endParaRPr>
          </a:p>
        </p:txBody>
      </p:sp>
      <p:sp>
        <p:nvSpPr>
          <p:cNvPr id="980" name="Google Shape;980;p63"/>
          <p:cNvSpPr txBox="1"/>
          <p:nvPr/>
        </p:nvSpPr>
        <p:spPr>
          <a:xfrm>
            <a:off x="3287400" y="2545838"/>
            <a:ext cx="2569200" cy="18876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Baloo 2"/>
                <a:ea typeface="Baloo 2"/>
                <a:cs typeface="Baloo 2"/>
                <a:sym typeface="Baloo 2"/>
              </a:rPr>
              <a:t>Venus has a beautiful name and is the second planet from the Sun. It’s terribly hot and its atmosphere is extremely poisonous. It’s the second-brightest natural object in the night sky </a:t>
            </a:r>
            <a:endParaRPr>
              <a:solidFill>
                <a:schemeClr val="dk1"/>
              </a:solidFill>
              <a:latin typeface="Baloo 2"/>
              <a:ea typeface="Baloo 2"/>
              <a:cs typeface="Baloo 2"/>
              <a:sym typeface="Baloo 2"/>
            </a:endParaRPr>
          </a:p>
        </p:txBody>
      </p:sp>
      <p:sp>
        <p:nvSpPr>
          <p:cNvPr id="981" name="Google Shape;981;p63"/>
          <p:cNvSpPr txBox="1"/>
          <p:nvPr/>
        </p:nvSpPr>
        <p:spPr>
          <a:xfrm>
            <a:off x="5861563" y="3481313"/>
            <a:ext cx="2569200" cy="9522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Clr>
                <a:srgbClr val="000000"/>
              </a:buClr>
              <a:buSzPts val="1100"/>
              <a:buFont typeface="Arial"/>
              <a:buNone/>
            </a:pPr>
            <a:r>
              <a:rPr lang="en">
                <a:solidFill>
                  <a:schemeClr val="dk1"/>
                </a:solidFill>
                <a:latin typeface="Baloo 2"/>
                <a:ea typeface="Baloo 2"/>
                <a:cs typeface="Baloo 2"/>
                <a:sym typeface="Baloo 2"/>
              </a:rPr>
              <a:t>Saturn is a gas giant and has several rings. It’s composed mostly of hydrogen and helium</a:t>
            </a:r>
            <a:endParaRPr>
              <a:solidFill>
                <a:schemeClr val="dk1"/>
              </a:solidFill>
              <a:latin typeface="Baloo 2"/>
              <a:ea typeface="Baloo 2"/>
              <a:cs typeface="Baloo 2"/>
              <a:sym typeface="Baloo 2"/>
            </a:endParaRPr>
          </a:p>
        </p:txBody>
      </p:sp>
      <p:sp>
        <p:nvSpPr>
          <p:cNvPr id="982" name="Google Shape;982;p63"/>
          <p:cNvSpPr txBox="1"/>
          <p:nvPr/>
        </p:nvSpPr>
        <p:spPr>
          <a:xfrm>
            <a:off x="713225" y="2528050"/>
            <a:ext cx="2569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Fork &amp; Knife</a:t>
            </a:r>
            <a:endParaRPr sz="2400">
              <a:solidFill>
                <a:schemeClr val="accent3"/>
              </a:solidFill>
              <a:latin typeface="Averia Serif Libre"/>
              <a:ea typeface="Averia Serif Libre"/>
              <a:cs typeface="Averia Serif Libre"/>
              <a:sym typeface="Averia Serif Libre"/>
            </a:endParaRPr>
          </a:p>
        </p:txBody>
      </p:sp>
      <p:sp>
        <p:nvSpPr>
          <p:cNvPr id="983" name="Google Shape;983;p63"/>
          <p:cNvSpPr txBox="1"/>
          <p:nvPr/>
        </p:nvSpPr>
        <p:spPr>
          <a:xfrm>
            <a:off x="3287400" y="2092625"/>
            <a:ext cx="2569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Spice Route</a:t>
            </a:r>
            <a:endParaRPr sz="2400">
              <a:solidFill>
                <a:schemeClr val="accent3"/>
              </a:solidFill>
              <a:latin typeface="Averia Serif Libre"/>
              <a:ea typeface="Averia Serif Libre"/>
              <a:cs typeface="Averia Serif Libre"/>
              <a:sym typeface="Averia Serif Libre"/>
            </a:endParaRPr>
          </a:p>
        </p:txBody>
      </p:sp>
      <p:sp>
        <p:nvSpPr>
          <p:cNvPr id="984" name="Google Shape;984;p63"/>
          <p:cNvSpPr txBox="1"/>
          <p:nvPr/>
        </p:nvSpPr>
        <p:spPr>
          <a:xfrm>
            <a:off x="5861563" y="3028100"/>
            <a:ext cx="2569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Bistro 55</a:t>
            </a:r>
            <a:endParaRPr sz="2400">
              <a:solidFill>
                <a:schemeClr val="accent3"/>
              </a:solidFill>
              <a:latin typeface="Averia Serif Libre"/>
              <a:ea typeface="Averia Serif Libre"/>
              <a:cs typeface="Averia Serif Libre"/>
              <a:sym typeface="Averia Serif Libre"/>
            </a:endParaRPr>
          </a:p>
        </p:txBody>
      </p:sp>
      <p:sp>
        <p:nvSpPr>
          <p:cNvPr id="985" name="Google Shape;985;p63"/>
          <p:cNvSpPr txBox="1"/>
          <p:nvPr/>
        </p:nvSpPr>
        <p:spPr>
          <a:xfrm>
            <a:off x="1509575" y="1696654"/>
            <a:ext cx="976500" cy="527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lt1"/>
                </a:solidFill>
                <a:latin typeface="Averia Serif Libre"/>
                <a:ea typeface="Averia Serif Libre"/>
                <a:cs typeface="Averia Serif Libre"/>
                <a:sym typeface="Averia Serif Libre"/>
              </a:rPr>
              <a:t>02</a:t>
            </a:r>
            <a:endParaRPr sz="2400">
              <a:solidFill>
                <a:schemeClr val="lt1"/>
              </a:solidFill>
              <a:latin typeface="Averia Serif Libre"/>
              <a:ea typeface="Averia Serif Libre"/>
              <a:cs typeface="Averia Serif Libre"/>
              <a:sym typeface="Averia Serif Libre"/>
            </a:endParaRPr>
          </a:p>
        </p:txBody>
      </p:sp>
      <p:sp>
        <p:nvSpPr>
          <p:cNvPr id="986" name="Google Shape;986;p63"/>
          <p:cNvSpPr txBox="1"/>
          <p:nvPr/>
        </p:nvSpPr>
        <p:spPr>
          <a:xfrm>
            <a:off x="4083750" y="1282304"/>
            <a:ext cx="976500" cy="5274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lt1"/>
                </a:solidFill>
                <a:latin typeface="Averia Serif Libre"/>
                <a:ea typeface="Averia Serif Libre"/>
                <a:cs typeface="Averia Serif Libre"/>
                <a:sym typeface="Averia Serif Libre"/>
              </a:rPr>
              <a:t>01</a:t>
            </a:r>
            <a:endParaRPr sz="2400">
              <a:solidFill>
                <a:schemeClr val="lt1"/>
              </a:solidFill>
              <a:latin typeface="Averia Serif Libre"/>
              <a:ea typeface="Averia Serif Libre"/>
              <a:cs typeface="Averia Serif Libre"/>
              <a:sym typeface="Averia Serif Libre"/>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990"/>
        <p:cNvGrpSpPr/>
        <p:nvPr/>
      </p:nvGrpSpPr>
      <p:grpSpPr>
        <a:xfrm>
          <a:off x="0" y="0"/>
          <a:ext cx="0" cy="0"/>
          <a:chOff x="0" y="0"/>
          <a:chExt cx="0" cy="0"/>
        </a:xfrm>
      </p:grpSpPr>
      <p:pic>
        <p:nvPicPr>
          <p:cNvPr id="991" name="Google Shape;991;p64"/>
          <p:cNvPicPr preferRelativeResize="0"/>
          <p:nvPr/>
        </p:nvPicPr>
        <p:blipFill rotWithShape="1">
          <a:blip r:embed="rId3">
            <a:alphaModFix/>
          </a:blip>
          <a:srcRect t="49657"/>
          <a:stretch/>
        </p:blipFill>
        <p:spPr>
          <a:xfrm>
            <a:off x="720001" y="3692091"/>
            <a:ext cx="976499" cy="649277"/>
          </a:xfrm>
          <a:prstGeom prst="rect">
            <a:avLst/>
          </a:prstGeom>
          <a:noFill/>
          <a:ln>
            <a:noFill/>
          </a:ln>
        </p:spPr>
      </p:pic>
      <p:pic>
        <p:nvPicPr>
          <p:cNvPr id="992" name="Google Shape;992;p64"/>
          <p:cNvPicPr preferRelativeResize="0"/>
          <p:nvPr/>
        </p:nvPicPr>
        <p:blipFill rotWithShape="1">
          <a:blip r:embed="rId3">
            <a:alphaModFix/>
          </a:blip>
          <a:srcRect t="49657"/>
          <a:stretch/>
        </p:blipFill>
        <p:spPr>
          <a:xfrm>
            <a:off x="720001" y="2576066"/>
            <a:ext cx="976499" cy="649277"/>
          </a:xfrm>
          <a:prstGeom prst="rect">
            <a:avLst/>
          </a:prstGeom>
          <a:noFill/>
          <a:ln>
            <a:noFill/>
          </a:ln>
        </p:spPr>
      </p:pic>
      <p:pic>
        <p:nvPicPr>
          <p:cNvPr id="993" name="Google Shape;993;p64"/>
          <p:cNvPicPr preferRelativeResize="0"/>
          <p:nvPr/>
        </p:nvPicPr>
        <p:blipFill rotWithShape="1">
          <a:blip r:embed="rId3">
            <a:alphaModFix/>
          </a:blip>
          <a:srcRect t="49657"/>
          <a:stretch/>
        </p:blipFill>
        <p:spPr>
          <a:xfrm>
            <a:off x="720001" y="1460029"/>
            <a:ext cx="976499" cy="649277"/>
          </a:xfrm>
          <a:prstGeom prst="rect">
            <a:avLst/>
          </a:prstGeom>
          <a:noFill/>
          <a:ln>
            <a:noFill/>
          </a:ln>
        </p:spPr>
      </p:pic>
      <p:sp>
        <p:nvSpPr>
          <p:cNvPr id="994" name="Google Shape;994;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My fav dishes</a:t>
            </a:r>
            <a:endParaRPr/>
          </a:p>
        </p:txBody>
      </p:sp>
      <p:sp>
        <p:nvSpPr>
          <p:cNvPr id="995" name="Google Shape;995;p64"/>
          <p:cNvSpPr txBox="1"/>
          <p:nvPr/>
        </p:nvSpPr>
        <p:spPr>
          <a:xfrm>
            <a:off x="1772700" y="2773248"/>
            <a:ext cx="3077700" cy="60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Baloo 2"/>
                <a:ea typeface="Baloo 2"/>
                <a:cs typeface="Baloo 2"/>
                <a:sym typeface="Baloo 2"/>
              </a:rPr>
              <a:t>By the Bistro 55 (Málaga, Spain)</a:t>
            </a:r>
            <a:endParaRPr>
              <a:solidFill>
                <a:schemeClr val="dk1"/>
              </a:solidFill>
              <a:latin typeface="Baloo 2"/>
              <a:ea typeface="Baloo 2"/>
              <a:cs typeface="Baloo 2"/>
              <a:sym typeface="Baloo 2"/>
            </a:endParaRPr>
          </a:p>
          <a:p>
            <a:pPr marL="0" lvl="0" indent="0" algn="l" rtl="0">
              <a:lnSpc>
                <a:spcPct val="115000"/>
              </a:lnSpc>
              <a:spcBef>
                <a:spcPts val="0"/>
              </a:spcBef>
              <a:spcAft>
                <a:spcPts val="0"/>
              </a:spcAft>
              <a:buNone/>
            </a:pPr>
            <a:r>
              <a:rPr lang="en">
                <a:solidFill>
                  <a:schemeClr val="dk1"/>
                </a:solidFill>
                <a:latin typeface="Baloo 2"/>
                <a:ea typeface="Baloo 2"/>
                <a:cs typeface="Baloo 2"/>
                <a:sym typeface="Baloo 2"/>
              </a:rPr>
              <a:t>A signature dish of Timmy Jimmy</a:t>
            </a:r>
            <a:endParaRPr>
              <a:solidFill>
                <a:schemeClr val="dk1"/>
              </a:solidFill>
              <a:latin typeface="Baloo 2"/>
              <a:ea typeface="Baloo 2"/>
              <a:cs typeface="Baloo 2"/>
              <a:sym typeface="Baloo 2"/>
            </a:endParaRPr>
          </a:p>
        </p:txBody>
      </p:sp>
      <p:sp>
        <p:nvSpPr>
          <p:cNvPr id="996" name="Google Shape;996;p64"/>
          <p:cNvSpPr txBox="1"/>
          <p:nvPr/>
        </p:nvSpPr>
        <p:spPr>
          <a:xfrm>
            <a:off x="1772700" y="3888850"/>
            <a:ext cx="3077700" cy="60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Baloo 2"/>
                <a:ea typeface="Baloo 2"/>
                <a:cs typeface="Baloo 2"/>
                <a:sym typeface="Baloo 2"/>
              </a:rPr>
              <a:t>By the Spice Route (Lion, France)</a:t>
            </a:r>
            <a:endParaRPr>
              <a:solidFill>
                <a:schemeClr val="dk1"/>
              </a:solidFill>
              <a:latin typeface="Baloo 2"/>
              <a:ea typeface="Baloo 2"/>
              <a:cs typeface="Baloo 2"/>
              <a:sym typeface="Baloo 2"/>
            </a:endParaRPr>
          </a:p>
          <a:p>
            <a:pPr marL="0" lvl="0" indent="0" algn="l" rtl="0">
              <a:lnSpc>
                <a:spcPct val="115000"/>
              </a:lnSpc>
              <a:spcBef>
                <a:spcPts val="0"/>
              </a:spcBef>
              <a:spcAft>
                <a:spcPts val="0"/>
              </a:spcAft>
              <a:buNone/>
            </a:pPr>
            <a:r>
              <a:rPr lang="en">
                <a:solidFill>
                  <a:schemeClr val="dk1"/>
                </a:solidFill>
                <a:latin typeface="Baloo 2"/>
                <a:ea typeface="Baloo 2"/>
                <a:cs typeface="Baloo 2"/>
                <a:sym typeface="Baloo 2"/>
              </a:rPr>
              <a:t>A signature dish of Jenna Doe</a:t>
            </a:r>
            <a:endParaRPr>
              <a:solidFill>
                <a:schemeClr val="dk1"/>
              </a:solidFill>
              <a:latin typeface="Baloo 2"/>
              <a:ea typeface="Baloo 2"/>
              <a:cs typeface="Baloo 2"/>
              <a:sym typeface="Baloo 2"/>
            </a:endParaRPr>
          </a:p>
        </p:txBody>
      </p:sp>
      <p:sp>
        <p:nvSpPr>
          <p:cNvPr id="997" name="Google Shape;997;p64"/>
          <p:cNvSpPr txBox="1"/>
          <p:nvPr/>
        </p:nvSpPr>
        <p:spPr>
          <a:xfrm>
            <a:off x="1772700" y="1657670"/>
            <a:ext cx="3077700" cy="60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Clr>
                <a:srgbClr val="000000"/>
              </a:buClr>
              <a:buSzPts val="1100"/>
              <a:buFont typeface="Arial"/>
              <a:buNone/>
            </a:pPr>
            <a:r>
              <a:rPr lang="en">
                <a:solidFill>
                  <a:schemeClr val="dk1"/>
                </a:solidFill>
                <a:latin typeface="Baloo 2"/>
                <a:ea typeface="Baloo 2"/>
                <a:cs typeface="Baloo 2"/>
                <a:sym typeface="Baloo 2"/>
              </a:rPr>
              <a:t>By the Fork &amp; Knife (New York, USA)</a:t>
            </a:r>
            <a:endParaRPr>
              <a:solidFill>
                <a:schemeClr val="dk1"/>
              </a:solidFill>
              <a:latin typeface="Baloo 2"/>
              <a:ea typeface="Baloo 2"/>
              <a:cs typeface="Baloo 2"/>
              <a:sym typeface="Baloo 2"/>
            </a:endParaRPr>
          </a:p>
          <a:p>
            <a:pPr marL="0" lvl="0" indent="0" algn="l" rtl="0">
              <a:lnSpc>
                <a:spcPct val="115000"/>
              </a:lnSpc>
              <a:spcBef>
                <a:spcPts val="0"/>
              </a:spcBef>
              <a:spcAft>
                <a:spcPts val="0"/>
              </a:spcAft>
              <a:buClr>
                <a:srgbClr val="000000"/>
              </a:buClr>
              <a:buSzPts val="1100"/>
              <a:buFont typeface="Arial"/>
              <a:buNone/>
            </a:pPr>
            <a:r>
              <a:rPr lang="en">
                <a:solidFill>
                  <a:schemeClr val="dk1"/>
                </a:solidFill>
                <a:latin typeface="Baloo 2"/>
                <a:ea typeface="Baloo 2"/>
                <a:cs typeface="Baloo 2"/>
                <a:sym typeface="Baloo 2"/>
              </a:rPr>
              <a:t>A signature dish of Jenna Doe</a:t>
            </a:r>
            <a:endParaRPr>
              <a:solidFill>
                <a:schemeClr val="dk1"/>
              </a:solidFill>
              <a:latin typeface="Baloo 2"/>
              <a:ea typeface="Baloo 2"/>
              <a:cs typeface="Baloo 2"/>
              <a:sym typeface="Baloo 2"/>
            </a:endParaRPr>
          </a:p>
        </p:txBody>
      </p:sp>
      <p:sp>
        <p:nvSpPr>
          <p:cNvPr id="998" name="Google Shape;998;p64"/>
          <p:cNvSpPr txBox="1"/>
          <p:nvPr/>
        </p:nvSpPr>
        <p:spPr>
          <a:xfrm>
            <a:off x="1772700" y="1275000"/>
            <a:ext cx="3077700" cy="5412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Oysters and lemon</a:t>
            </a:r>
            <a:endParaRPr sz="2400">
              <a:solidFill>
                <a:schemeClr val="accent3"/>
              </a:solidFill>
              <a:latin typeface="Averia Serif Libre"/>
              <a:ea typeface="Averia Serif Libre"/>
              <a:cs typeface="Averia Serif Libre"/>
              <a:sym typeface="Averia Serif Libre"/>
            </a:endParaRPr>
          </a:p>
        </p:txBody>
      </p:sp>
      <p:sp>
        <p:nvSpPr>
          <p:cNvPr id="999" name="Google Shape;999;p64"/>
          <p:cNvSpPr txBox="1"/>
          <p:nvPr/>
        </p:nvSpPr>
        <p:spPr>
          <a:xfrm>
            <a:off x="1772700" y="2390587"/>
            <a:ext cx="3077700" cy="5412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Lobster with truffle</a:t>
            </a:r>
            <a:endParaRPr sz="2400">
              <a:solidFill>
                <a:schemeClr val="accent3"/>
              </a:solidFill>
              <a:latin typeface="Averia Serif Libre"/>
              <a:ea typeface="Averia Serif Libre"/>
              <a:cs typeface="Averia Serif Libre"/>
              <a:sym typeface="Averia Serif Libre"/>
            </a:endParaRPr>
          </a:p>
        </p:txBody>
      </p:sp>
      <p:sp>
        <p:nvSpPr>
          <p:cNvPr id="1000" name="Google Shape;1000;p64"/>
          <p:cNvSpPr txBox="1"/>
          <p:nvPr/>
        </p:nvSpPr>
        <p:spPr>
          <a:xfrm>
            <a:off x="1772700" y="3506175"/>
            <a:ext cx="3077700" cy="5412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Sea urchin with foie</a:t>
            </a:r>
            <a:endParaRPr sz="2400">
              <a:solidFill>
                <a:schemeClr val="accent3"/>
              </a:solidFill>
              <a:latin typeface="Averia Serif Libre"/>
              <a:ea typeface="Averia Serif Libre"/>
              <a:cs typeface="Averia Serif Libre"/>
              <a:sym typeface="Averia Serif Libre"/>
            </a:endParaRPr>
          </a:p>
        </p:txBody>
      </p:sp>
      <p:sp>
        <p:nvSpPr>
          <p:cNvPr id="1001" name="Google Shape;1001;p64"/>
          <p:cNvSpPr/>
          <p:nvPr/>
        </p:nvSpPr>
        <p:spPr>
          <a:xfrm>
            <a:off x="922050" y="1549316"/>
            <a:ext cx="572400" cy="470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lt1"/>
                </a:solidFill>
                <a:latin typeface="Averia Serif Libre"/>
                <a:ea typeface="Averia Serif Libre"/>
                <a:cs typeface="Averia Serif Libre"/>
                <a:sym typeface="Averia Serif Libre"/>
              </a:rPr>
              <a:t>01</a:t>
            </a:r>
            <a:endParaRPr sz="2400">
              <a:solidFill>
                <a:schemeClr val="lt1"/>
              </a:solidFill>
              <a:latin typeface="Averia Serif Libre"/>
              <a:ea typeface="Averia Serif Libre"/>
              <a:cs typeface="Averia Serif Libre"/>
              <a:sym typeface="Averia Serif Libre"/>
            </a:endParaRPr>
          </a:p>
        </p:txBody>
      </p:sp>
      <p:sp>
        <p:nvSpPr>
          <p:cNvPr id="1002" name="Google Shape;1002;p64"/>
          <p:cNvSpPr/>
          <p:nvPr/>
        </p:nvSpPr>
        <p:spPr>
          <a:xfrm>
            <a:off x="922050" y="2665394"/>
            <a:ext cx="572400" cy="4707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400">
                <a:solidFill>
                  <a:schemeClr val="lt1"/>
                </a:solidFill>
                <a:latin typeface="Averia Serif Libre"/>
                <a:ea typeface="Averia Serif Libre"/>
                <a:cs typeface="Averia Serif Libre"/>
                <a:sym typeface="Averia Serif Libre"/>
              </a:rPr>
              <a:t>02</a:t>
            </a:r>
            <a:endParaRPr sz="2400">
              <a:solidFill>
                <a:schemeClr val="lt1"/>
              </a:solidFill>
              <a:latin typeface="Averia Serif Libre"/>
              <a:ea typeface="Averia Serif Libre"/>
              <a:cs typeface="Averia Serif Libre"/>
              <a:sym typeface="Averia Serif Libre"/>
            </a:endParaRPr>
          </a:p>
        </p:txBody>
      </p:sp>
      <p:sp>
        <p:nvSpPr>
          <p:cNvPr id="1003" name="Google Shape;1003;p64"/>
          <p:cNvSpPr/>
          <p:nvPr/>
        </p:nvSpPr>
        <p:spPr>
          <a:xfrm>
            <a:off x="922050" y="3781403"/>
            <a:ext cx="572400" cy="4707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400">
                <a:solidFill>
                  <a:schemeClr val="lt1"/>
                </a:solidFill>
                <a:latin typeface="Averia Serif Libre"/>
                <a:ea typeface="Averia Serif Libre"/>
                <a:cs typeface="Averia Serif Libre"/>
                <a:sym typeface="Averia Serif Libre"/>
              </a:rPr>
              <a:t>03</a:t>
            </a:r>
            <a:endParaRPr sz="2400">
              <a:solidFill>
                <a:schemeClr val="lt1"/>
              </a:solidFill>
              <a:latin typeface="Averia Serif Libre"/>
              <a:ea typeface="Averia Serif Libre"/>
              <a:cs typeface="Averia Serif Libre"/>
              <a:sym typeface="Averia Serif Libre"/>
            </a:endParaRPr>
          </a:p>
        </p:txBody>
      </p:sp>
      <p:sp>
        <p:nvSpPr>
          <p:cNvPr id="1004" name="Google Shape;1004;p64"/>
          <p:cNvSpPr txBox="1"/>
          <p:nvPr/>
        </p:nvSpPr>
        <p:spPr>
          <a:xfrm>
            <a:off x="4774050" y="2390450"/>
            <a:ext cx="3650100" cy="990000"/>
          </a:xfrm>
          <a:prstGeom prst="rect">
            <a:avLst/>
          </a:prstGeom>
          <a:noFill/>
          <a:ln>
            <a:noFill/>
          </a:ln>
        </p:spPr>
        <p:txBody>
          <a:bodyPr spcFirstLastPara="1" wrap="square" lIns="91425" tIns="91425" rIns="91425" bIns="91425" anchor="t" anchorCtr="0">
            <a:noAutofit/>
          </a:bodyPr>
          <a:lstStyle/>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Saturn is a ringed planet</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Jupiter was named after a Roman god</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Earth is the planet on which we all live</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Venus has a toxic atmosphere</a:t>
            </a:r>
            <a:endParaRPr>
              <a:solidFill>
                <a:schemeClr val="dk1"/>
              </a:solidFill>
              <a:latin typeface="Baloo 2"/>
              <a:ea typeface="Baloo 2"/>
              <a:cs typeface="Baloo 2"/>
              <a:sym typeface="Baloo 2"/>
            </a:endParaRPr>
          </a:p>
        </p:txBody>
      </p:sp>
      <p:sp>
        <p:nvSpPr>
          <p:cNvPr id="1005" name="Google Shape;1005;p64"/>
          <p:cNvSpPr txBox="1"/>
          <p:nvPr/>
        </p:nvSpPr>
        <p:spPr>
          <a:xfrm>
            <a:off x="4774050" y="3506050"/>
            <a:ext cx="3650100" cy="990000"/>
          </a:xfrm>
          <a:prstGeom prst="rect">
            <a:avLst/>
          </a:prstGeom>
          <a:noFill/>
          <a:ln>
            <a:noFill/>
          </a:ln>
        </p:spPr>
        <p:txBody>
          <a:bodyPr spcFirstLastPara="1" wrap="square" lIns="91425" tIns="91425" rIns="91425" bIns="91425" anchor="t" anchorCtr="0">
            <a:noAutofit/>
          </a:bodyPr>
          <a:lstStyle/>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Mercury is the smallest planet</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Mars is full of iron oxide dust</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Saturn was named after a Roman god</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Neptune is very far from the Sun</a:t>
            </a:r>
            <a:endParaRPr>
              <a:solidFill>
                <a:schemeClr val="dk1"/>
              </a:solidFill>
              <a:latin typeface="Baloo 2"/>
              <a:ea typeface="Baloo 2"/>
              <a:cs typeface="Baloo 2"/>
              <a:sym typeface="Baloo 2"/>
            </a:endParaRPr>
          </a:p>
        </p:txBody>
      </p:sp>
      <p:sp>
        <p:nvSpPr>
          <p:cNvPr id="1006" name="Google Shape;1006;p64"/>
          <p:cNvSpPr txBox="1"/>
          <p:nvPr/>
        </p:nvSpPr>
        <p:spPr>
          <a:xfrm>
            <a:off x="4774050" y="1275000"/>
            <a:ext cx="3650100" cy="990000"/>
          </a:xfrm>
          <a:prstGeom prst="rect">
            <a:avLst/>
          </a:prstGeom>
          <a:noFill/>
          <a:ln>
            <a:noFill/>
          </a:ln>
        </p:spPr>
        <p:txBody>
          <a:bodyPr spcFirstLastPara="1" wrap="square" lIns="91425" tIns="91425" rIns="91425" bIns="91425" anchor="t" anchorCtr="0">
            <a:noAutofit/>
          </a:bodyPr>
          <a:lstStyle/>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Saturn is composed mostly of hydrogen</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Jupiter doesn’t have a solid surface</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Earth is the third planet from the Sun</a:t>
            </a:r>
            <a:endParaRPr>
              <a:solidFill>
                <a:schemeClr val="dk1"/>
              </a:solidFill>
              <a:latin typeface="Baloo 2"/>
              <a:ea typeface="Baloo 2"/>
              <a:cs typeface="Baloo 2"/>
              <a:sym typeface="Baloo 2"/>
            </a:endParaRPr>
          </a:p>
          <a:p>
            <a:pPr marL="365760" lvl="0" indent="-317500" algn="l" rtl="0">
              <a:spcBef>
                <a:spcPts val="0"/>
              </a:spcBef>
              <a:spcAft>
                <a:spcPts val="0"/>
              </a:spcAft>
              <a:buClr>
                <a:schemeClr val="lt2"/>
              </a:buClr>
              <a:buSzPts val="1400"/>
              <a:buFont typeface="Baloo 2"/>
              <a:buChar char="●"/>
            </a:pPr>
            <a:r>
              <a:rPr lang="en">
                <a:solidFill>
                  <a:schemeClr val="dk1"/>
                </a:solidFill>
                <a:latin typeface="Baloo 2"/>
                <a:ea typeface="Baloo 2"/>
                <a:cs typeface="Baloo 2"/>
                <a:sym typeface="Baloo 2"/>
              </a:rPr>
              <a:t>Venus has extremely high temperatures</a:t>
            </a:r>
            <a:endParaRPr>
              <a:solidFill>
                <a:schemeClr val="dk1"/>
              </a:solidFill>
              <a:latin typeface="Baloo 2"/>
              <a:ea typeface="Baloo 2"/>
              <a:cs typeface="Baloo 2"/>
              <a:sym typeface="Baloo 2"/>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10"/>
        <p:cNvGrpSpPr/>
        <p:nvPr/>
      </p:nvGrpSpPr>
      <p:grpSpPr>
        <a:xfrm>
          <a:off x="0" y="0"/>
          <a:ext cx="0" cy="0"/>
          <a:chOff x="0" y="0"/>
          <a:chExt cx="0" cy="0"/>
        </a:xfrm>
      </p:grpSpPr>
      <p:sp>
        <p:nvSpPr>
          <p:cNvPr id="1011" name="Google Shape;1011;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Culinarians Day dates</a:t>
            </a:r>
            <a:endParaRPr/>
          </a:p>
        </p:txBody>
      </p:sp>
      <p:graphicFrame>
        <p:nvGraphicFramePr>
          <p:cNvPr id="1012" name="Google Shape;1012;p65"/>
          <p:cNvGraphicFramePr/>
          <p:nvPr/>
        </p:nvGraphicFramePr>
        <p:xfrm>
          <a:off x="1207238" y="1475200"/>
          <a:ext cx="3000000" cy="3000000"/>
        </p:xfrm>
        <a:graphic>
          <a:graphicData uri="http://schemas.openxmlformats.org/drawingml/2006/table">
            <a:tbl>
              <a:tblPr>
                <a:noFill/>
                <a:tableStyleId>{ADAE659C-C952-46C8-91E4-36EE228BC025}</a:tableStyleId>
              </a:tblPr>
              <a:tblGrid>
                <a:gridCol w="1495700">
                  <a:extLst>
                    <a:ext uri="{9D8B030D-6E8A-4147-A177-3AD203B41FA5}">
                      <a16:colId xmlns:a16="http://schemas.microsoft.com/office/drawing/2014/main" val="20000"/>
                    </a:ext>
                  </a:extLst>
                </a:gridCol>
                <a:gridCol w="1495700">
                  <a:extLst>
                    <a:ext uri="{9D8B030D-6E8A-4147-A177-3AD203B41FA5}">
                      <a16:colId xmlns:a16="http://schemas.microsoft.com/office/drawing/2014/main" val="20001"/>
                    </a:ext>
                  </a:extLst>
                </a:gridCol>
                <a:gridCol w="1495700">
                  <a:extLst>
                    <a:ext uri="{9D8B030D-6E8A-4147-A177-3AD203B41FA5}">
                      <a16:colId xmlns:a16="http://schemas.microsoft.com/office/drawing/2014/main" val="20002"/>
                    </a:ext>
                  </a:extLst>
                </a:gridCol>
                <a:gridCol w="2242425">
                  <a:extLst>
                    <a:ext uri="{9D8B030D-6E8A-4147-A177-3AD203B41FA5}">
                      <a16:colId xmlns:a16="http://schemas.microsoft.com/office/drawing/2014/main" val="20003"/>
                    </a:ext>
                  </a:extLst>
                </a:gridCol>
              </a:tblGrid>
              <a:tr h="548600">
                <a:tc>
                  <a:txBody>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Date</a:t>
                      </a:r>
                      <a:endParaRPr sz="2400">
                        <a:solidFill>
                          <a:schemeClr val="accent3"/>
                        </a:solidFill>
                        <a:latin typeface="Averia Serif Libre"/>
                        <a:ea typeface="Averia Serif Libre"/>
                        <a:cs typeface="Averia Serif Libre"/>
                        <a:sym typeface="Averia Serif Libre"/>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Hour</a:t>
                      </a:r>
                      <a:endParaRPr sz="2400">
                        <a:solidFill>
                          <a:schemeClr val="accent3"/>
                        </a:solidFill>
                        <a:latin typeface="Averia Serif Libre"/>
                        <a:ea typeface="Averia Serif Libre"/>
                        <a:cs typeface="Averia Serif Libre"/>
                        <a:sym typeface="Averia Serif Libre"/>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Event</a:t>
                      </a:r>
                      <a:endParaRPr sz="2400">
                        <a:solidFill>
                          <a:schemeClr val="accent3"/>
                        </a:solidFill>
                        <a:latin typeface="Averia Serif Libre"/>
                        <a:ea typeface="Averia Serif Libre"/>
                        <a:cs typeface="Averia Serif Libre"/>
                        <a:sym typeface="Averia Serif Libre"/>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accent3"/>
                          </a:solidFill>
                          <a:latin typeface="Averia Serif Libre"/>
                          <a:ea typeface="Averia Serif Libre"/>
                          <a:cs typeface="Averia Serif Libre"/>
                          <a:sym typeface="Averia Serif Libre"/>
                        </a:rPr>
                        <a:t>Description</a:t>
                      </a:r>
                      <a:endParaRPr sz="2400">
                        <a:solidFill>
                          <a:schemeClr val="accent3"/>
                        </a:solidFill>
                        <a:latin typeface="Averia Serif Libre"/>
                        <a:ea typeface="Averia Serif Libre"/>
                        <a:cs typeface="Averia Serif Libre"/>
                        <a:sym typeface="Averia Serif Libre"/>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0"/>
                  </a:ext>
                </a:extLst>
              </a:tr>
              <a:tr h="381000">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July 24</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20:00</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Mercury</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Mercury is the smallest planet of them all</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1"/>
                  </a:ext>
                </a:extLst>
              </a:tr>
              <a:tr h="381000">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July 24</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22:00</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Venus</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Venus is extremely hot, even more than Mercury</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2"/>
                  </a:ext>
                </a:extLst>
              </a:tr>
              <a:tr h="381000">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July 25</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9:00</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Mars</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Despite being red, Mars is actually a cold place</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3"/>
                  </a:ext>
                </a:extLst>
              </a:tr>
              <a:tr h="381000">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July 25</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12:00</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Jupiter</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Jupiter is the biggest planet in the Solar System</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4"/>
                  </a:ext>
                </a:extLst>
              </a:tr>
              <a:tr h="381000">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July 25</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lnSpc>
                          <a:spcPct val="115000"/>
                        </a:lnSpc>
                        <a:spcBef>
                          <a:spcPts val="0"/>
                        </a:spcBef>
                        <a:spcAft>
                          <a:spcPts val="1700"/>
                        </a:spcAft>
                        <a:buNone/>
                      </a:pPr>
                      <a:r>
                        <a:rPr lang="en">
                          <a:solidFill>
                            <a:schemeClr val="dk1"/>
                          </a:solidFill>
                          <a:latin typeface="Baloo 2"/>
                          <a:ea typeface="Baloo 2"/>
                          <a:cs typeface="Baloo 2"/>
                          <a:sym typeface="Baloo 2"/>
                        </a:rPr>
                        <a:t>14:00</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Neptune</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Baloo 2"/>
                          <a:ea typeface="Baloo 2"/>
                          <a:cs typeface="Baloo 2"/>
                          <a:sym typeface="Baloo 2"/>
                        </a:rPr>
                        <a:t>Saturn has a high number of moons, like Jupiter</a:t>
                      </a:r>
                      <a:endParaRPr>
                        <a:solidFill>
                          <a:schemeClr val="dk1"/>
                        </a:solidFill>
                        <a:latin typeface="Baloo 2"/>
                        <a:ea typeface="Baloo 2"/>
                        <a:cs typeface="Baloo 2"/>
                        <a:sym typeface="Baloo 2"/>
                      </a:endParaRPr>
                    </a:p>
                  </a:txBody>
                  <a:tcPr marL="66675" marR="66675" marT="28575" marB="2857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pic>
        <p:nvPicPr>
          <p:cNvPr id="1013" name="Google Shape;1013;p65"/>
          <p:cNvPicPr preferRelativeResize="0"/>
          <p:nvPr/>
        </p:nvPicPr>
        <p:blipFill>
          <a:blip r:embed="rId3">
            <a:alphaModFix/>
          </a:blip>
          <a:stretch>
            <a:fillRect/>
          </a:stretch>
        </p:blipFill>
        <p:spPr>
          <a:xfrm>
            <a:off x="-75200" y="1017727"/>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017"/>
        <p:cNvGrpSpPr/>
        <p:nvPr/>
      </p:nvGrpSpPr>
      <p:grpSpPr>
        <a:xfrm>
          <a:off x="0" y="0"/>
          <a:ext cx="0" cy="0"/>
          <a:chOff x="0" y="0"/>
          <a:chExt cx="0" cy="0"/>
        </a:xfrm>
      </p:grpSpPr>
      <p:sp>
        <p:nvSpPr>
          <p:cNvPr id="1018" name="Google Shape;1018;p66"/>
          <p:cNvSpPr txBox="1">
            <a:spLocks noGrp="1"/>
          </p:cNvSpPr>
          <p:nvPr>
            <p:ph type="title" idx="4294967295"/>
          </p:nvPr>
        </p:nvSpPr>
        <p:spPr>
          <a:xfrm>
            <a:off x="4935050" y="1514450"/>
            <a:ext cx="1673100" cy="5277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3"/>
                </a:solidFill>
              </a:rPr>
              <a:t>Mercury</a:t>
            </a:r>
            <a:endParaRPr sz="2400">
              <a:solidFill>
                <a:schemeClr val="accent3"/>
              </a:solidFill>
            </a:endParaRPr>
          </a:p>
        </p:txBody>
      </p:sp>
      <p:sp>
        <p:nvSpPr>
          <p:cNvPr id="1019" name="Google Shape;1019;p66"/>
          <p:cNvSpPr txBox="1">
            <a:spLocks noGrp="1"/>
          </p:cNvSpPr>
          <p:nvPr>
            <p:ph type="title" idx="4294967295"/>
          </p:nvPr>
        </p:nvSpPr>
        <p:spPr>
          <a:xfrm>
            <a:off x="4935050" y="2795649"/>
            <a:ext cx="16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3"/>
                </a:solidFill>
              </a:rPr>
              <a:t>Jupiter</a:t>
            </a:r>
            <a:endParaRPr sz="2400">
              <a:solidFill>
                <a:schemeClr val="accent3"/>
              </a:solidFill>
            </a:endParaRPr>
          </a:p>
        </p:txBody>
      </p:sp>
      <p:sp>
        <p:nvSpPr>
          <p:cNvPr id="1020" name="Google Shape;1020;p66"/>
          <p:cNvSpPr txBox="1">
            <a:spLocks noGrp="1"/>
          </p:cNvSpPr>
          <p:nvPr>
            <p:ph type="title" idx="4294967295"/>
          </p:nvPr>
        </p:nvSpPr>
        <p:spPr>
          <a:xfrm>
            <a:off x="6725000" y="1514450"/>
            <a:ext cx="1673100" cy="5277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3"/>
                </a:solidFill>
              </a:rPr>
              <a:t>Venus</a:t>
            </a:r>
            <a:endParaRPr sz="2400">
              <a:solidFill>
                <a:schemeClr val="accent3"/>
              </a:solidFill>
            </a:endParaRPr>
          </a:p>
        </p:txBody>
      </p:sp>
      <p:sp>
        <p:nvSpPr>
          <p:cNvPr id="1021" name="Google Shape;1021;p66"/>
          <p:cNvSpPr txBox="1">
            <a:spLocks noGrp="1"/>
          </p:cNvSpPr>
          <p:nvPr>
            <p:ph type="title" idx="4294967295"/>
          </p:nvPr>
        </p:nvSpPr>
        <p:spPr>
          <a:xfrm>
            <a:off x="6725000" y="2795649"/>
            <a:ext cx="16731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accent3"/>
                </a:solidFill>
              </a:rPr>
              <a:t>Saturn</a:t>
            </a:r>
            <a:endParaRPr sz="2400">
              <a:solidFill>
                <a:schemeClr val="accent3"/>
              </a:solidFill>
            </a:endParaRPr>
          </a:p>
        </p:txBody>
      </p:sp>
      <p:pic>
        <p:nvPicPr>
          <p:cNvPr id="1022" name="Google Shape;1022;p66" title="Gráfico">
            <a:hlinkClick r:id="rId3"/>
          </p:cNvPr>
          <p:cNvPicPr preferRelativeResize="0"/>
          <p:nvPr/>
        </p:nvPicPr>
        <p:blipFill>
          <a:blip r:embed="rId4">
            <a:alphaModFix/>
          </a:blip>
          <a:stretch>
            <a:fillRect/>
          </a:stretch>
        </p:blipFill>
        <p:spPr>
          <a:xfrm>
            <a:off x="884500" y="1434850"/>
            <a:ext cx="3815356" cy="2359475"/>
          </a:xfrm>
          <a:prstGeom prst="rect">
            <a:avLst/>
          </a:prstGeom>
          <a:noFill/>
          <a:ln>
            <a:noFill/>
          </a:ln>
        </p:spPr>
      </p:pic>
      <p:sp>
        <p:nvSpPr>
          <p:cNvPr id="1023" name="Google Shape;1023;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graph</a:t>
            </a:r>
            <a:endParaRPr/>
          </a:p>
        </p:txBody>
      </p:sp>
      <p:sp>
        <p:nvSpPr>
          <p:cNvPr id="1024" name="Google Shape;1024;p66"/>
          <p:cNvSpPr txBox="1"/>
          <p:nvPr/>
        </p:nvSpPr>
        <p:spPr>
          <a:xfrm>
            <a:off x="1876325" y="4114550"/>
            <a:ext cx="5391300" cy="463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Baloo 2"/>
                <a:ea typeface="Baloo 2"/>
                <a:cs typeface="Baloo 2"/>
                <a:sym typeface="Baloo 2"/>
              </a:rPr>
              <a:t>Follow the link in the graph to modify its data and then paste the new one here. </a:t>
            </a:r>
            <a:r>
              <a:rPr lang="en" sz="1200" b="1">
                <a:solidFill>
                  <a:schemeClr val="dk1"/>
                </a:solidFill>
                <a:uFill>
                  <a:noFill/>
                </a:uFill>
                <a:latin typeface="Baloo 2"/>
                <a:ea typeface="Baloo 2"/>
                <a:cs typeface="Baloo 2"/>
                <a:sym typeface="Baloo 2"/>
                <a:hlinkClick r:id="rId5">
                  <a:extLst>
                    <a:ext uri="{A12FA001-AC4F-418D-AE19-62706E023703}">
                      <ahyp:hlinkClr xmlns:ahyp="http://schemas.microsoft.com/office/drawing/2018/hyperlinkcolor" val="tx"/>
                    </a:ext>
                  </a:extLst>
                </a:hlinkClick>
              </a:rPr>
              <a:t>For more info, click here</a:t>
            </a:r>
            <a:endParaRPr sz="1200" b="1">
              <a:solidFill>
                <a:schemeClr val="dk1"/>
              </a:solidFill>
              <a:latin typeface="Baloo 2"/>
              <a:ea typeface="Baloo 2"/>
              <a:cs typeface="Baloo 2"/>
              <a:sym typeface="Baloo 2"/>
            </a:endParaRPr>
          </a:p>
        </p:txBody>
      </p:sp>
      <p:sp>
        <p:nvSpPr>
          <p:cNvPr id="1025" name="Google Shape;1025;p66"/>
          <p:cNvSpPr txBox="1">
            <a:spLocks noGrp="1"/>
          </p:cNvSpPr>
          <p:nvPr>
            <p:ph type="subTitle" idx="4294967295"/>
          </p:nvPr>
        </p:nvSpPr>
        <p:spPr>
          <a:xfrm>
            <a:off x="4935050" y="1933775"/>
            <a:ext cx="1673100" cy="5727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a:t>Mercury is the smallest planet</a:t>
            </a:r>
            <a:endParaRPr/>
          </a:p>
        </p:txBody>
      </p:sp>
      <p:sp>
        <p:nvSpPr>
          <p:cNvPr id="1026" name="Google Shape;1026;p66"/>
          <p:cNvSpPr txBox="1">
            <a:spLocks noGrp="1"/>
          </p:cNvSpPr>
          <p:nvPr>
            <p:ph type="subTitle" idx="4294967295"/>
          </p:nvPr>
        </p:nvSpPr>
        <p:spPr>
          <a:xfrm>
            <a:off x="4935050" y="3214190"/>
            <a:ext cx="1673100" cy="5727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a:t>Jupiter is the biggest planet</a:t>
            </a:r>
            <a:endParaRPr/>
          </a:p>
        </p:txBody>
      </p:sp>
      <p:sp>
        <p:nvSpPr>
          <p:cNvPr id="1027" name="Google Shape;1027;p66"/>
          <p:cNvSpPr txBox="1">
            <a:spLocks noGrp="1"/>
          </p:cNvSpPr>
          <p:nvPr>
            <p:ph type="subTitle" idx="4294967295"/>
          </p:nvPr>
        </p:nvSpPr>
        <p:spPr>
          <a:xfrm>
            <a:off x="6725000" y="1933775"/>
            <a:ext cx="1673100" cy="5727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a:t>Venus has very high temperatures</a:t>
            </a:r>
            <a:endParaRPr/>
          </a:p>
        </p:txBody>
      </p:sp>
      <p:sp>
        <p:nvSpPr>
          <p:cNvPr id="1028" name="Google Shape;1028;p66"/>
          <p:cNvSpPr txBox="1">
            <a:spLocks noGrp="1"/>
          </p:cNvSpPr>
          <p:nvPr>
            <p:ph type="subTitle" idx="4294967295"/>
          </p:nvPr>
        </p:nvSpPr>
        <p:spPr>
          <a:xfrm>
            <a:off x="6725000" y="3214190"/>
            <a:ext cx="1673100" cy="5727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a:t>Saturn is a gas giant with rings</a:t>
            </a:r>
            <a:endParaRPr/>
          </a:p>
        </p:txBody>
      </p:sp>
      <p:sp>
        <p:nvSpPr>
          <p:cNvPr id="1029" name="Google Shape;1029;p66"/>
          <p:cNvSpPr/>
          <p:nvPr/>
        </p:nvSpPr>
        <p:spPr>
          <a:xfrm>
            <a:off x="5037375" y="1465878"/>
            <a:ext cx="502200" cy="7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66"/>
          <p:cNvSpPr/>
          <p:nvPr/>
        </p:nvSpPr>
        <p:spPr>
          <a:xfrm>
            <a:off x="5037375" y="2750500"/>
            <a:ext cx="502200" cy="74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6"/>
          <p:cNvSpPr/>
          <p:nvPr/>
        </p:nvSpPr>
        <p:spPr>
          <a:xfrm>
            <a:off x="6834125" y="1465878"/>
            <a:ext cx="502200" cy="747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6"/>
          <p:cNvSpPr/>
          <p:nvPr/>
        </p:nvSpPr>
        <p:spPr>
          <a:xfrm>
            <a:off x="6834125" y="2750500"/>
            <a:ext cx="502200" cy="74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33" name="Google Shape;1033;p66"/>
          <p:cNvPicPr preferRelativeResize="0"/>
          <p:nvPr/>
        </p:nvPicPr>
        <p:blipFill>
          <a:blip r:embed="rId6">
            <a:alphaModFix/>
          </a:blip>
          <a:stretch>
            <a:fillRect/>
          </a:stretch>
        </p:blipFill>
        <p:spPr>
          <a:xfrm rot="1751367">
            <a:off x="7856426" y="4018205"/>
            <a:ext cx="1148699" cy="1064499"/>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037"/>
        <p:cNvGrpSpPr/>
        <p:nvPr/>
      </p:nvGrpSpPr>
      <p:grpSpPr>
        <a:xfrm>
          <a:off x="0" y="0"/>
          <a:ext cx="0" cy="0"/>
          <a:chOff x="0" y="0"/>
          <a:chExt cx="0" cy="0"/>
        </a:xfrm>
      </p:grpSpPr>
      <p:sp>
        <p:nvSpPr>
          <p:cNvPr id="1038" name="Google Shape;1038;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How do you evaluate a food dish?</a:t>
            </a:r>
            <a:endParaRPr/>
          </a:p>
        </p:txBody>
      </p:sp>
      <p:sp>
        <p:nvSpPr>
          <p:cNvPr id="1039" name="Google Shape;1039;p67"/>
          <p:cNvSpPr txBox="1"/>
          <p:nvPr/>
        </p:nvSpPr>
        <p:spPr>
          <a:xfrm>
            <a:off x="4804625" y="1195128"/>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Presentation</a:t>
            </a:r>
            <a:endParaRPr sz="2400">
              <a:solidFill>
                <a:schemeClr val="accent3"/>
              </a:solidFill>
              <a:latin typeface="Averia Serif Libre"/>
              <a:ea typeface="Averia Serif Libre"/>
              <a:cs typeface="Averia Serif Libre"/>
              <a:sym typeface="Averia Serif Libre"/>
            </a:endParaRPr>
          </a:p>
        </p:txBody>
      </p:sp>
      <p:sp>
        <p:nvSpPr>
          <p:cNvPr id="1040" name="Google Shape;1040;p67"/>
          <p:cNvSpPr txBox="1"/>
          <p:nvPr/>
        </p:nvSpPr>
        <p:spPr>
          <a:xfrm>
            <a:off x="4804400" y="1433663"/>
            <a:ext cx="3471000" cy="323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a:solidFill>
                  <a:schemeClr val="dk1"/>
                </a:solidFill>
                <a:latin typeface="Baloo 2"/>
                <a:ea typeface="Baloo 2"/>
                <a:cs typeface="Baloo 2"/>
                <a:sym typeface="Baloo 2"/>
              </a:rPr>
              <a:t>Mercury</a:t>
            </a:r>
            <a:r>
              <a:rPr lang="en" b="1">
                <a:solidFill>
                  <a:schemeClr val="dk1"/>
                </a:solidFill>
                <a:latin typeface="Baloo 2"/>
                <a:ea typeface="Baloo 2"/>
                <a:cs typeface="Baloo 2"/>
                <a:sym typeface="Baloo 2"/>
              </a:rPr>
              <a:t> </a:t>
            </a:r>
            <a:r>
              <a:rPr lang="en">
                <a:solidFill>
                  <a:schemeClr val="dk1"/>
                </a:solidFill>
                <a:latin typeface="Baloo 2"/>
                <a:ea typeface="Baloo 2"/>
                <a:cs typeface="Baloo 2"/>
                <a:sym typeface="Baloo 2"/>
              </a:rPr>
              <a:t>is the closest planet to the Sun</a:t>
            </a:r>
            <a:endParaRPr>
              <a:solidFill>
                <a:schemeClr val="dk1"/>
              </a:solidFill>
              <a:latin typeface="Baloo 2"/>
              <a:ea typeface="Baloo 2"/>
              <a:cs typeface="Baloo 2"/>
              <a:sym typeface="Baloo 2"/>
            </a:endParaRPr>
          </a:p>
        </p:txBody>
      </p:sp>
      <p:sp>
        <p:nvSpPr>
          <p:cNvPr id="1041" name="Google Shape;1041;p67"/>
          <p:cNvSpPr txBox="1"/>
          <p:nvPr/>
        </p:nvSpPr>
        <p:spPr>
          <a:xfrm>
            <a:off x="4804625" y="1764526"/>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Taste</a:t>
            </a:r>
            <a:endParaRPr sz="2400">
              <a:solidFill>
                <a:schemeClr val="accent3"/>
              </a:solidFill>
              <a:latin typeface="Averia Serif Libre"/>
              <a:ea typeface="Averia Serif Libre"/>
              <a:cs typeface="Averia Serif Libre"/>
              <a:sym typeface="Averia Serif Libre"/>
            </a:endParaRPr>
          </a:p>
        </p:txBody>
      </p:sp>
      <p:sp>
        <p:nvSpPr>
          <p:cNvPr id="1042" name="Google Shape;1042;p67"/>
          <p:cNvSpPr txBox="1"/>
          <p:nvPr/>
        </p:nvSpPr>
        <p:spPr>
          <a:xfrm>
            <a:off x="4804400" y="2003069"/>
            <a:ext cx="3471000" cy="3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Venus is the second planet from the Sun</a:t>
            </a:r>
            <a:endParaRPr>
              <a:solidFill>
                <a:schemeClr val="dk1"/>
              </a:solidFill>
              <a:latin typeface="Baloo 2"/>
              <a:ea typeface="Baloo 2"/>
              <a:cs typeface="Baloo 2"/>
              <a:sym typeface="Baloo 2"/>
            </a:endParaRPr>
          </a:p>
        </p:txBody>
      </p:sp>
      <p:sp>
        <p:nvSpPr>
          <p:cNvPr id="1043" name="Google Shape;1043;p67"/>
          <p:cNvSpPr txBox="1"/>
          <p:nvPr/>
        </p:nvSpPr>
        <p:spPr>
          <a:xfrm>
            <a:off x="4804625" y="2333925"/>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Texture</a:t>
            </a:r>
            <a:endParaRPr sz="2400">
              <a:solidFill>
                <a:schemeClr val="accent3"/>
              </a:solidFill>
              <a:latin typeface="Averia Serif Libre"/>
              <a:ea typeface="Averia Serif Libre"/>
              <a:cs typeface="Averia Serif Libre"/>
              <a:sym typeface="Averia Serif Libre"/>
            </a:endParaRPr>
          </a:p>
        </p:txBody>
      </p:sp>
      <p:sp>
        <p:nvSpPr>
          <p:cNvPr id="1044" name="Google Shape;1044;p67"/>
          <p:cNvSpPr txBox="1"/>
          <p:nvPr/>
        </p:nvSpPr>
        <p:spPr>
          <a:xfrm>
            <a:off x="4804400" y="2572475"/>
            <a:ext cx="3471000" cy="3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Earth is the third planet from the Sun</a:t>
            </a:r>
            <a:endParaRPr>
              <a:solidFill>
                <a:schemeClr val="dk1"/>
              </a:solidFill>
              <a:latin typeface="Baloo 2"/>
              <a:ea typeface="Baloo 2"/>
              <a:cs typeface="Baloo 2"/>
              <a:sym typeface="Baloo 2"/>
            </a:endParaRPr>
          </a:p>
        </p:txBody>
      </p:sp>
      <p:sp>
        <p:nvSpPr>
          <p:cNvPr id="1045" name="Google Shape;1045;p67"/>
          <p:cNvSpPr txBox="1"/>
          <p:nvPr/>
        </p:nvSpPr>
        <p:spPr>
          <a:xfrm>
            <a:off x="4804625" y="2903323"/>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Aroma</a:t>
            </a:r>
            <a:endParaRPr sz="2400">
              <a:solidFill>
                <a:schemeClr val="accent3"/>
              </a:solidFill>
              <a:latin typeface="Averia Serif Libre"/>
              <a:ea typeface="Averia Serif Libre"/>
              <a:cs typeface="Averia Serif Libre"/>
              <a:sym typeface="Averia Serif Libre"/>
            </a:endParaRPr>
          </a:p>
        </p:txBody>
      </p:sp>
      <p:sp>
        <p:nvSpPr>
          <p:cNvPr id="1046" name="Google Shape;1046;p67"/>
          <p:cNvSpPr txBox="1"/>
          <p:nvPr/>
        </p:nvSpPr>
        <p:spPr>
          <a:xfrm>
            <a:off x="4804400" y="3141881"/>
            <a:ext cx="3471000" cy="3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Despite being red, Mars is a cold place</a:t>
            </a:r>
            <a:endParaRPr>
              <a:solidFill>
                <a:schemeClr val="dk1"/>
              </a:solidFill>
              <a:latin typeface="Baloo 2"/>
              <a:ea typeface="Baloo 2"/>
              <a:cs typeface="Baloo 2"/>
              <a:sym typeface="Baloo 2"/>
            </a:endParaRPr>
          </a:p>
        </p:txBody>
      </p:sp>
      <p:sp>
        <p:nvSpPr>
          <p:cNvPr id="1047" name="Google Shape;1047;p67"/>
          <p:cNvSpPr txBox="1"/>
          <p:nvPr/>
        </p:nvSpPr>
        <p:spPr>
          <a:xfrm>
            <a:off x="4804625" y="3472753"/>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Creativity/Execution</a:t>
            </a:r>
            <a:endParaRPr sz="2400">
              <a:solidFill>
                <a:schemeClr val="accent3"/>
              </a:solidFill>
              <a:latin typeface="Averia Serif Libre"/>
              <a:ea typeface="Averia Serif Libre"/>
              <a:cs typeface="Averia Serif Libre"/>
              <a:sym typeface="Averia Serif Libre"/>
            </a:endParaRPr>
          </a:p>
        </p:txBody>
      </p:sp>
      <p:sp>
        <p:nvSpPr>
          <p:cNvPr id="1048" name="Google Shape;1048;p67"/>
          <p:cNvSpPr txBox="1"/>
          <p:nvPr/>
        </p:nvSpPr>
        <p:spPr>
          <a:xfrm>
            <a:off x="4804400" y="3711287"/>
            <a:ext cx="3471000" cy="3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Jupiter is the biggest planet in the System</a:t>
            </a:r>
            <a:endParaRPr>
              <a:solidFill>
                <a:schemeClr val="dk1"/>
              </a:solidFill>
              <a:latin typeface="Baloo 2"/>
              <a:ea typeface="Baloo 2"/>
              <a:cs typeface="Baloo 2"/>
              <a:sym typeface="Baloo 2"/>
            </a:endParaRPr>
          </a:p>
        </p:txBody>
      </p:sp>
      <p:sp>
        <p:nvSpPr>
          <p:cNvPr id="1049" name="Google Shape;1049;p67"/>
          <p:cNvSpPr txBox="1"/>
          <p:nvPr/>
        </p:nvSpPr>
        <p:spPr>
          <a:xfrm>
            <a:off x="4804625" y="4042151"/>
            <a:ext cx="3471000" cy="4044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Value/Quality</a:t>
            </a:r>
            <a:endParaRPr sz="2400">
              <a:solidFill>
                <a:schemeClr val="accent3"/>
              </a:solidFill>
              <a:latin typeface="Averia Serif Libre"/>
              <a:ea typeface="Averia Serif Libre"/>
              <a:cs typeface="Averia Serif Libre"/>
              <a:sym typeface="Averia Serif Libre"/>
            </a:endParaRPr>
          </a:p>
        </p:txBody>
      </p:sp>
      <p:sp>
        <p:nvSpPr>
          <p:cNvPr id="1050" name="Google Shape;1050;p67"/>
          <p:cNvSpPr txBox="1"/>
          <p:nvPr/>
        </p:nvSpPr>
        <p:spPr>
          <a:xfrm>
            <a:off x="4804400" y="4280693"/>
            <a:ext cx="3471000" cy="3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Baloo 2"/>
                <a:ea typeface="Baloo 2"/>
                <a:cs typeface="Baloo 2"/>
                <a:sym typeface="Baloo 2"/>
              </a:rPr>
              <a:t>Saturn has a high number of moons</a:t>
            </a:r>
            <a:endParaRPr>
              <a:solidFill>
                <a:schemeClr val="dk1"/>
              </a:solidFill>
              <a:latin typeface="Baloo 2"/>
              <a:ea typeface="Baloo 2"/>
              <a:cs typeface="Baloo 2"/>
              <a:sym typeface="Baloo 2"/>
            </a:endParaRPr>
          </a:p>
        </p:txBody>
      </p:sp>
      <p:sp>
        <p:nvSpPr>
          <p:cNvPr id="1051" name="Google Shape;1051;p67"/>
          <p:cNvSpPr txBox="1"/>
          <p:nvPr/>
        </p:nvSpPr>
        <p:spPr>
          <a:xfrm>
            <a:off x="1120825" y="2003083"/>
            <a:ext cx="2730300" cy="1592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2400">
                <a:solidFill>
                  <a:schemeClr val="accent3"/>
                </a:solidFill>
                <a:latin typeface="Averia Serif Libre"/>
                <a:ea typeface="Averia Serif Libre"/>
                <a:cs typeface="Averia Serif Libre"/>
                <a:sym typeface="Averia Serif Libre"/>
              </a:rPr>
              <a:t>When evaluating a food dish, here are some factors you can consider</a:t>
            </a:r>
            <a:endParaRPr sz="2400">
              <a:solidFill>
                <a:schemeClr val="accent3"/>
              </a:solidFill>
              <a:latin typeface="Averia Serif Libre"/>
              <a:ea typeface="Averia Serif Libre"/>
              <a:cs typeface="Averia Serif Libre"/>
              <a:sym typeface="Averia Serif Libre"/>
            </a:endParaRPr>
          </a:p>
        </p:txBody>
      </p:sp>
      <p:cxnSp>
        <p:nvCxnSpPr>
          <p:cNvPr id="1052" name="Google Shape;1052;p67"/>
          <p:cNvCxnSpPr>
            <a:stCxn id="1051" idx="3"/>
            <a:endCxn id="1039" idx="1"/>
          </p:cNvCxnSpPr>
          <p:nvPr/>
        </p:nvCxnSpPr>
        <p:spPr>
          <a:xfrm rot="10800000" flipH="1">
            <a:off x="3851125" y="1397233"/>
            <a:ext cx="953400" cy="14019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53" name="Google Shape;1053;p67"/>
          <p:cNvCxnSpPr>
            <a:stCxn id="1051" idx="3"/>
            <a:endCxn id="1041" idx="1"/>
          </p:cNvCxnSpPr>
          <p:nvPr/>
        </p:nvCxnSpPr>
        <p:spPr>
          <a:xfrm rot="10800000" flipH="1">
            <a:off x="3851125" y="1966633"/>
            <a:ext cx="953400" cy="8325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54" name="Google Shape;1054;p67"/>
          <p:cNvCxnSpPr>
            <a:stCxn id="1051" idx="3"/>
            <a:endCxn id="1043" idx="1"/>
          </p:cNvCxnSpPr>
          <p:nvPr/>
        </p:nvCxnSpPr>
        <p:spPr>
          <a:xfrm rot="10800000" flipH="1">
            <a:off x="3851125" y="2536033"/>
            <a:ext cx="953400" cy="2631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55" name="Google Shape;1055;p67"/>
          <p:cNvCxnSpPr>
            <a:stCxn id="1051" idx="3"/>
            <a:endCxn id="1045" idx="1"/>
          </p:cNvCxnSpPr>
          <p:nvPr/>
        </p:nvCxnSpPr>
        <p:spPr>
          <a:xfrm>
            <a:off x="3851125" y="2799133"/>
            <a:ext cx="953400" cy="3063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56" name="Google Shape;1056;p67"/>
          <p:cNvCxnSpPr>
            <a:stCxn id="1051" idx="3"/>
            <a:endCxn id="1047" idx="1"/>
          </p:cNvCxnSpPr>
          <p:nvPr/>
        </p:nvCxnSpPr>
        <p:spPr>
          <a:xfrm>
            <a:off x="3851125" y="2799133"/>
            <a:ext cx="953400" cy="8757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57" name="Google Shape;1057;p67"/>
          <p:cNvCxnSpPr>
            <a:stCxn id="1051" idx="3"/>
            <a:endCxn id="1049" idx="1"/>
          </p:cNvCxnSpPr>
          <p:nvPr/>
        </p:nvCxnSpPr>
        <p:spPr>
          <a:xfrm>
            <a:off x="3851125" y="2799133"/>
            <a:ext cx="953400" cy="1445100"/>
          </a:xfrm>
          <a:prstGeom prst="bentConnector3">
            <a:avLst>
              <a:gd name="adj1" fmla="val 50005"/>
            </a:avLst>
          </a:prstGeom>
          <a:noFill/>
          <a:ln w="19050" cap="flat" cmpd="sng">
            <a:solidFill>
              <a:schemeClr val="lt2"/>
            </a:solidFill>
            <a:prstDash val="solid"/>
            <a:round/>
            <a:headEnd type="none" w="med" len="med"/>
            <a:tailEnd type="oval" w="med" len="med"/>
          </a:ln>
        </p:spPr>
      </p:cxnSp>
      <p:pic>
        <p:nvPicPr>
          <p:cNvPr id="1058" name="Google Shape;1058;p67"/>
          <p:cNvPicPr preferRelativeResize="0"/>
          <p:nvPr/>
        </p:nvPicPr>
        <p:blipFill>
          <a:blip r:embed="rId3">
            <a:alphaModFix/>
          </a:blip>
          <a:stretch>
            <a:fillRect/>
          </a:stretch>
        </p:blipFill>
        <p:spPr>
          <a:xfrm flipH="1">
            <a:off x="0" y="1699052"/>
            <a:ext cx="1114601" cy="2506447"/>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062"/>
        <p:cNvGrpSpPr/>
        <p:nvPr/>
      </p:nvGrpSpPr>
      <p:grpSpPr>
        <a:xfrm>
          <a:off x="0" y="0"/>
          <a:ext cx="0" cy="0"/>
          <a:chOff x="0" y="0"/>
          <a:chExt cx="0" cy="0"/>
        </a:xfrm>
      </p:grpSpPr>
      <p:sp>
        <p:nvSpPr>
          <p:cNvPr id="1063" name="Google Shape;1063;p68"/>
          <p:cNvSpPr txBox="1">
            <a:spLocks noGrp="1"/>
          </p:cNvSpPr>
          <p:nvPr>
            <p:ph type="subTitle" idx="6"/>
          </p:nvPr>
        </p:nvSpPr>
        <p:spPr>
          <a:xfrm>
            <a:off x="3484350" y="3081675"/>
            <a:ext cx="21753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Alex Martin</a:t>
            </a:r>
            <a:endParaRPr/>
          </a:p>
        </p:txBody>
      </p:sp>
      <p:sp>
        <p:nvSpPr>
          <p:cNvPr id="1064" name="Google Shape;1064;p68"/>
          <p:cNvSpPr txBox="1">
            <a:spLocks noGrp="1"/>
          </p:cNvSpPr>
          <p:nvPr>
            <p:ph type="subTitle" idx="5"/>
          </p:nvPr>
        </p:nvSpPr>
        <p:spPr>
          <a:xfrm>
            <a:off x="937625" y="3081675"/>
            <a:ext cx="21753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Jenna Doe</a:t>
            </a:r>
            <a:endParaRPr/>
          </a:p>
        </p:txBody>
      </p:sp>
      <p:sp>
        <p:nvSpPr>
          <p:cNvPr id="1065" name="Google Shape;1065;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1066" name="Google Shape;1066;p68"/>
          <p:cNvSpPr txBox="1">
            <a:spLocks noGrp="1"/>
          </p:cNvSpPr>
          <p:nvPr>
            <p:ph type="subTitle" idx="7"/>
          </p:nvPr>
        </p:nvSpPr>
        <p:spPr>
          <a:xfrm>
            <a:off x="6031075" y="3081675"/>
            <a:ext cx="21753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Sam Bones</a:t>
            </a:r>
            <a:endParaRPr/>
          </a:p>
        </p:txBody>
      </p:sp>
      <p:sp>
        <p:nvSpPr>
          <p:cNvPr id="1067" name="Google Shape;1067;p68"/>
          <p:cNvSpPr txBox="1">
            <a:spLocks noGrp="1"/>
          </p:cNvSpPr>
          <p:nvPr>
            <p:ph type="subTitle" idx="1"/>
          </p:nvPr>
        </p:nvSpPr>
        <p:spPr>
          <a:xfrm>
            <a:off x="937625" y="3551770"/>
            <a:ext cx="217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1068" name="Google Shape;1068;p68"/>
          <p:cNvSpPr txBox="1">
            <a:spLocks noGrp="1"/>
          </p:cNvSpPr>
          <p:nvPr>
            <p:ph type="subTitle" idx="3"/>
          </p:nvPr>
        </p:nvSpPr>
        <p:spPr>
          <a:xfrm>
            <a:off x="3484350" y="3551770"/>
            <a:ext cx="217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1069" name="Google Shape;1069;p68"/>
          <p:cNvSpPr txBox="1">
            <a:spLocks noGrp="1"/>
          </p:cNvSpPr>
          <p:nvPr>
            <p:ph type="subTitle" idx="4"/>
          </p:nvPr>
        </p:nvSpPr>
        <p:spPr>
          <a:xfrm>
            <a:off x="6031075" y="3551770"/>
            <a:ext cx="217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pic>
        <p:nvPicPr>
          <p:cNvPr id="1070" name="Google Shape;1070;p68"/>
          <p:cNvPicPr preferRelativeResize="0">
            <a:picLocks noGrp="1"/>
          </p:cNvPicPr>
          <p:nvPr>
            <p:ph type="pic" idx="2"/>
          </p:nvPr>
        </p:nvPicPr>
        <p:blipFill rotWithShape="1">
          <a:blip r:embed="rId3">
            <a:alphaModFix/>
          </a:blip>
          <a:srcRect l="32309" t="7718" r="34881" b="43054"/>
          <a:stretch/>
        </p:blipFill>
        <p:spPr>
          <a:xfrm>
            <a:off x="3768000" y="1473675"/>
            <a:ext cx="1608000" cy="1608000"/>
          </a:xfrm>
          <a:prstGeom prst="ellipse">
            <a:avLst/>
          </a:prstGeom>
        </p:spPr>
      </p:pic>
      <p:pic>
        <p:nvPicPr>
          <p:cNvPr id="1071" name="Google Shape;1071;p68"/>
          <p:cNvPicPr preferRelativeResize="0">
            <a:picLocks noGrp="1"/>
          </p:cNvPicPr>
          <p:nvPr>
            <p:ph type="pic" idx="8"/>
          </p:nvPr>
        </p:nvPicPr>
        <p:blipFill rotWithShape="1">
          <a:blip r:embed="rId4">
            <a:alphaModFix/>
          </a:blip>
          <a:srcRect l="13506" t="18849" r="19094" b="36164"/>
          <a:stretch/>
        </p:blipFill>
        <p:spPr>
          <a:xfrm>
            <a:off x="1221275" y="1473675"/>
            <a:ext cx="1608000" cy="1608000"/>
          </a:xfrm>
          <a:prstGeom prst="ellipse">
            <a:avLst/>
          </a:prstGeom>
        </p:spPr>
      </p:pic>
      <p:pic>
        <p:nvPicPr>
          <p:cNvPr id="1072" name="Google Shape;1072;p68"/>
          <p:cNvPicPr preferRelativeResize="0">
            <a:picLocks noGrp="1"/>
          </p:cNvPicPr>
          <p:nvPr>
            <p:ph type="pic" idx="9"/>
          </p:nvPr>
        </p:nvPicPr>
        <p:blipFill rotWithShape="1">
          <a:blip r:embed="rId5">
            <a:alphaModFix/>
          </a:blip>
          <a:srcRect r="16929" b="44632"/>
          <a:stretch/>
        </p:blipFill>
        <p:spPr>
          <a:xfrm>
            <a:off x="6314725" y="1473675"/>
            <a:ext cx="1608000" cy="1608000"/>
          </a:xfrm>
          <a:prstGeom prst="ellipse">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076"/>
        <p:cNvGrpSpPr/>
        <p:nvPr/>
      </p:nvGrpSpPr>
      <p:grpSpPr>
        <a:xfrm>
          <a:off x="0" y="0"/>
          <a:ext cx="0" cy="0"/>
          <a:chOff x="0" y="0"/>
          <a:chExt cx="0" cy="0"/>
        </a:xfrm>
      </p:grpSpPr>
      <p:sp>
        <p:nvSpPr>
          <p:cNvPr id="1077" name="Google Shape;1077;p69"/>
          <p:cNvSpPr txBox="1">
            <a:spLocks noGrp="1"/>
          </p:cNvSpPr>
          <p:nvPr>
            <p:ph type="title"/>
          </p:nvPr>
        </p:nvSpPr>
        <p:spPr>
          <a:xfrm>
            <a:off x="2347949" y="696524"/>
            <a:ext cx="4448100" cy="1265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Grazie!</a:t>
            </a:r>
            <a:endParaRPr dirty="0"/>
          </a:p>
        </p:txBody>
      </p:sp>
      <p:sp>
        <p:nvSpPr>
          <p:cNvPr id="1078" name="Google Shape;1078;p69"/>
          <p:cNvSpPr txBox="1">
            <a:spLocks noGrp="1"/>
          </p:cNvSpPr>
          <p:nvPr>
            <p:ph type="subTitle" idx="1"/>
          </p:nvPr>
        </p:nvSpPr>
        <p:spPr>
          <a:xfrm>
            <a:off x="2323601" y="1961924"/>
            <a:ext cx="4448100" cy="105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2000" b="1" dirty="0" err="1"/>
              <a:t>Qualche</a:t>
            </a:r>
            <a:r>
              <a:rPr lang="en-US" sz="2000" b="1" dirty="0"/>
              <a:t> </a:t>
            </a:r>
            <a:r>
              <a:rPr lang="en-US" sz="2000" b="1" dirty="0" err="1"/>
              <a:t>domanda</a:t>
            </a:r>
            <a:r>
              <a:rPr lang="en-US" sz="2000" b="1" dirty="0"/>
              <a:t>?</a:t>
            </a:r>
          </a:p>
          <a:p>
            <a:pPr marL="0" lvl="0" indent="0" algn="ctr" rtl="0">
              <a:spcBef>
                <a:spcPts val="0"/>
              </a:spcBef>
              <a:spcAft>
                <a:spcPts val="0"/>
              </a:spcAft>
              <a:buNone/>
            </a:pPr>
            <a:endParaRPr lang="en-US" sz="1600" dirty="0"/>
          </a:p>
          <a:p>
            <a:pPr marL="0" lvl="0" indent="0" algn="ctr" rtl="0">
              <a:spcBef>
                <a:spcPts val="0"/>
              </a:spcBef>
              <a:spcAft>
                <a:spcPts val="0"/>
              </a:spcAft>
              <a:buNone/>
            </a:pPr>
            <a:r>
              <a:rPr lang="en-US" sz="1600" dirty="0" err="1"/>
              <a:t>Scrivimi</a:t>
            </a:r>
            <a:r>
              <a:rPr lang="en-US" sz="1600" dirty="0"/>
              <a:t> pure qua:</a:t>
            </a:r>
          </a:p>
          <a:p>
            <a:pPr marL="0" lvl="0" indent="0" algn="ctr" rtl="0">
              <a:spcBef>
                <a:spcPts val="0"/>
              </a:spcBef>
              <a:spcAft>
                <a:spcPts val="0"/>
              </a:spcAft>
              <a:buNone/>
            </a:pPr>
            <a:r>
              <a:rPr lang="en-US" sz="1600" dirty="0">
                <a:hlinkClick r:id="rId3"/>
              </a:rPr>
              <a:t>aurora.felisari@studenti.unipr.it</a:t>
            </a:r>
            <a:endParaRPr sz="1600" dirty="0"/>
          </a:p>
        </p:txBody>
      </p:sp>
      <p:pic>
        <p:nvPicPr>
          <p:cNvPr id="1080" name="Google Shape;1080;p69"/>
          <p:cNvPicPr preferRelativeResize="0"/>
          <p:nvPr/>
        </p:nvPicPr>
        <p:blipFill>
          <a:blip r:embed="rId4">
            <a:alphaModFix/>
          </a:blip>
          <a:stretch>
            <a:fillRect/>
          </a:stretch>
        </p:blipFill>
        <p:spPr>
          <a:xfrm>
            <a:off x="7495505" y="-2"/>
            <a:ext cx="2014625" cy="2167358"/>
          </a:xfrm>
          <a:prstGeom prst="rect">
            <a:avLst/>
          </a:prstGeom>
          <a:noFill/>
          <a:ln>
            <a:noFill/>
          </a:ln>
        </p:spPr>
      </p:pic>
      <p:pic>
        <p:nvPicPr>
          <p:cNvPr id="1081" name="Google Shape;1081;p69"/>
          <p:cNvPicPr preferRelativeResize="0"/>
          <p:nvPr/>
        </p:nvPicPr>
        <p:blipFill>
          <a:blip r:embed="rId5">
            <a:alphaModFix/>
          </a:blip>
          <a:stretch>
            <a:fillRect/>
          </a:stretch>
        </p:blipFill>
        <p:spPr>
          <a:xfrm>
            <a:off x="7092675" y="3607525"/>
            <a:ext cx="817389" cy="2332450"/>
          </a:xfrm>
          <a:prstGeom prst="rect">
            <a:avLst/>
          </a:prstGeom>
          <a:noFill/>
          <a:ln>
            <a:noFill/>
          </a:ln>
        </p:spPr>
      </p:pic>
      <p:pic>
        <p:nvPicPr>
          <p:cNvPr id="1082" name="Google Shape;1082;p69"/>
          <p:cNvPicPr preferRelativeResize="0"/>
          <p:nvPr/>
        </p:nvPicPr>
        <p:blipFill>
          <a:blip r:embed="rId6">
            <a:alphaModFix/>
          </a:blip>
          <a:stretch>
            <a:fillRect/>
          </a:stretch>
        </p:blipFill>
        <p:spPr>
          <a:xfrm rot="8100075">
            <a:off x="7958868" y="1590706"/>
            <a:ext cx="364095" cy="461187"/>
          </a:xfrm>
          <a:prstGeom prst="rect">
            <a:avLst/>
          </a:prstGeom>
          <a:noFill/>
          <a:ln>
            <a:noFill/>
          </a:ln>
        </p:spPr>
      </p:pic>
      <p:sp>
        <p:nvSpPr>
          <p:cNvPr id="2" name="Rectangle 1">
            <a:extLst>
              <a:ext uri="{FF2B5EF4-FFF2-40B4-BE49-F238E27FC236}">
                <a16:creationId xmlns:a16="http://schemas.microsoft.com/office/drawing/2014/main" id="{9FBFC787-257E-23FC-7700-693BFB306194}"/>
              </a:ext>
            </a:extLst>
          </p:cNvPr>
          <p:cNvSpPr/>
          <p:nvPr/>
        </p:nvSpPr>
        <p:spPr>
          <a:xfrm>
            <a:off x="2347900" y="4081200"/>
            <a:ext cx="4493900" cy="703451"/>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Google Shape;993;p64">
            <a:extLst>
              <a:ext uri="{FF2B5EF4-FFF2-40B4-BE49-F238E27FC236}">
                <a16:creationId xmlns:a16="http://schemas.microsoft.com/office/drawing/2014/main" id="{06E6A33F-15C1-C6D4-DD52-786224B81A04}"/>
              </a:ext>
            </a:extLst>
          </p:cNvPr>
          <p:cNvPicPr preferRelativeResize="0"/>
          <p:nvPr/>
        </p:nvPicPr>
        <p:blipFill rotWithShape="1">
          <a:blip r:embed="rId7">
            <a:alphaModFix/>
          </a:blip>
          <a:srcRect t="49657"/>
          <a:stretch/>
        </p:blipFill>
        <p:spPr>
          <a:xfrm>
            <a:off x="3595501" y="3561715"/>
            <a:ext cx="1952998" cy="1298554"/>
          </a:xfrm>
          <a:prstGeom prst="rect">
            <a:avLst/>
          </a:prstGeom>
          <a:noFill/>
          <a:ln>
            <a:noFill/>
          </a:ln>
        </p:spPr>
      </p:pic>
      <p:pic>
        <p:nvPicPr>
          <p:cNvPr id="4" name="Picture 3">
            <a:hlinkClick r:id="rId8"/>
            <a:extLst>
              <a:ext uri="{FF2B5EF4-FFF2-40B4-BE49-F238E27FC236}">
                <a16:creationId xmlns:a16="http://schemas.microsoft.com/office/drawing/2014/main" id="{32C5C675-996C-FB56-60B9-592FADB67776}"/>
              </a:ext>
            </a:extLst>
          </p:cNvPr>
          <p:cNvPicPr>
            <a:picLocks noChangeAspect="1"/>
          </p:cNvPicPr>
          <p:nvPr/>
        </p:nvPicPr>
        <p:blipFill>
          <a:blip r:embed="rId9"/>
          <a:stretch>
            <a:fillRect/>
          </a:stretch>
        </p:blipFill>
        <p:spPr>
          <a:xfrm>
            <a:off x="4271408" y="3949538"/>
            <a:ext cx="601183" cy="601183"/>
          </a:xfrm>
          <a:prstGeom prst="rect">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101"/>
        <p:cNvGrpSpPr/>
        <p:nvPr/>
      </p:nvGrpSpPr>
      <p:grpSpPr>
        <a:xfrm>
          <a:off x="0" y="0"/>
          <a:ext cx="0" cy="0"/>
          <a:chOff x="0" y="0"/>
          <a:chExt cx="0" cy="0"/>
        </a:xfrm>
      </p:grpSpPr>
      <p:sp>
        <p:nvSpPr>
          <p:cNvPr id="1102" name="Google Shape;1102;p70"/>
          <p:cNvSpPr txBox="1">
            <a:spLocks noGrp="1"/>
          </p:cNvSpPr>
          <p:nvPr>
            <p:ph type="body" idx="4294967295"/>
          </p:nvPr>
        </p:nvSpPr>
        <p:spPr>
          <a:xfrm>
            <a:off x="720000" y="1315575"/>
            <a:ext cx="7704000" cy="12447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dirty="0"/>
              <a:t>Here’s an assortment of alternative resources whose style fits that of this template:</a:t>
            </a:r>
            <a:endParaRPr dirty="0"/>
          </a:p>
          <a:p>
            <a:pPr marL="0" lvl="0" indent="0" algn="l" rtl="0">
              <a:spcBef>
                <a:spcPts val="1000"/>
              </a:spcBef>
              <a:spcAft>
                <a:spcPts val="0"/>
              </a:spcAft>
              <a:buNone/>
            </a:pPr>
            <a:r>
              <a:rPr lang="en" sz="2400" dirty="0">
                <a:solidFill>
                  <a:schemeClr val="accent3"/>
                </a:solidFill>
                <a:latin typeface="Averia Serif Libre"/>
                <a:ea typeface="Averia Serif Libre"/>
                <a:cs typeface="Averia Serif Libre"/>
                <a:sym typeface="Averia Serif Libre"/>
              </a:rPr>
              <a:t>Vectors</a:t>
            </a:r>
            <a:endParaRPr sz="2400" dirty="0">
              <a:solidFill>
                <a:schemeClr val="accent3"/>
              </a:solidFill>
              <a:latin typeface="Averia Serif Libre"/>
              <a:ea typeface="Averia Serif Libre"/>
              <a:cs typeface="Averia Serif Libre"/>
              <a:sym typeface="Averia Serif Libre"/>
            </a:endParaRPr>
          </a:p>
          <a:p>
            <a:pPr marL="241300" lvl="0" indent="-215900" algn="l" rtl="0">
              <a:spcBef>
                <a:spcPts val="0"/>
              </a:spcBef>
              <a:spcAft>
                <a:spcPts val="0"/>
              </a:spcAft>
              <a:buSzPts val="1400"/>
              <a:buFont typeface="Baloo 2"/>
              <a:buChar char="●"/>
            </a:pPr>
            <a:r>
              <a:rPr lang="en" dirty="0">
                <a:uFill>
                  <a:noFill/>
                </a:uFill>
                <a:hlinkClick r:id="rId3"/>
              </a:rPr>
              <a:t>Watercolor international chefs day horizontal banner template</a:t>
            </a:r>
            <a:r>
              <a:rPr lang="en" dirty="0"/>
              <a:t> I</a:t>
            </a:r>
            <a:endParaRPr dirty="0"/>
          </a:p>
          <a:p>
            <a:pPr marL="241300" lvl="0" indent="-215900" algn="l" rtl="0">
              <a:spcBef>
                <a:spcPts val="0"/>
              </a:spcBef>
              <a:spcAft>
                <a:spcPts val="0"/>
              </a:spcAft>
              <a:buSzPts val="1400"/>
              <a:buFont typeface="Baloo 2"/>
              <a:buChar char="●"/>
            </a:pPr>
            <a:r>
              <a:rPr lang="en" dirty="0">
                <a:uFill>
                  <a:noFill/>
                </a:uFill>
                <a:hlinkClick r:id="rId4"/>
              </a:rPr>
              <a:t>Watercolor international chefs day horizontal banner template</a:t>
            </a:r>
            <a:r>
              <a:rPr lang="en" dirty="0"/>
              <a:t> II</a:t>
            </a:r>
            <a:endParaRPr dirty="0"/>
          </a:p>
        </p:txBody>
      </p:sp>
      <p:sp>
        <p:nvSpPr>
          <p:cNvPr id="1103" name="Google Shape;1103;p7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pic>
        <p:nvPicPr>
          <p:cNvPr id="1104" name="Google Shape;1104;p70"/>
          <p:cNvPicPr preferRelativeResize="0"/>
          <p:nvPr/>
        </p:nvPicPr>
        <p:blipFill>
          <a:blip r:embed="rId5">
            <a:alphaModFix/>
          </a:blip>
          <a:stretch>
            <a:fillRect/>
          </a:stretch>
        </p:blipFill>
        <p:spPr>
          <a:xfrm>
            <a:off x="1325598" y="2608613"/>
            <a:ext cx="2122802" cy="2583224"/>
          </a:xfrm>
          <a:prstGeom prst="rect">
            <a:avLst/>
          </a:prstGeom>
          <a:noFill/>
          <a:ln>
            <a:noFill/>
          </a:ln>
        </p:spPr>
      </p:pic>
      <p:pic>
        <p:nvPicPr>
          <p:cNvPr id="1105" name="Google Shape;1105;p70"/>
          <p:cNvPicPr preferRelativeResize="0"/>
          <p:nvPr/>
        </p:nvPicPr>
        <p:blipFill>
          <a:blip r:embed="rId6">
            <a:alphaModFix/>
          </a:blip>
          <a:stretch>
            <a:fillRect/>
          </a:stretch>
        </p:blipFill>
        <p:spPr>
          <a:xfrm>
            <a:off x="1968877" y="3020775"/>
            <a:ext cx="1061825" cy="897025"/>
          </a:xfrm>
          <a:prstGeom prst="rect">
            <a:avLst/>
          </a:prstGeom>
          <a:noFill/>
          <a:ln>
            <a:noFill/>
          </a:ln>
        </p:spPr>
      </p:pic>
      <p:pic>
        <p:nvPicPr>
          <p:cNvPr id="1106" name="Google Shape;1106;p70"/>
          <p:cNvPicPr preferRelativeResize="0"/>
          <p:nvPr/>
        </p:nvPicPr>
        <p:blipFill>
          <a:blip r:embed="rId7">
            <a:alphaModFix/>
          </a:blip>
          <a:stretch>
            <a:fillRect/>
          </a:stretch>
        </p:blipFill>
        <p:spPr>
          <a:xfrm rot="-2700000">
            <a:off x="3315231" y="2919076"/>
            <a:ext cx="1100061" cy="1630750"/>
          </a:xfrm>
          <a:prstGeom prst="rect">
            <a:avLst/>
          </a:prstGeom>
          <a:noFill/>
          <a:ln>
            <a:noFill/>
          </a:ln>
        </p:spPr>
      </p:pic>
      <p:pic>
        <p:nvPicPr>
          <p:cNvPr id="1107" name="Google Shape;1107;p70"/>
          <p:cNvPicPr preferRelativeResize="0"/>
          <p:nvPr/>
        </p:nvPicPr>
        <p:blipFill>
          <a:blip r:embed="rId8">
            <a:alphaModFix/>
          </a:blip>
          <a:stretch>
            <a:fillRect/>
          </a:stretch>
        </p:blipFill>
        <p:spPr>
          <a:xfrm rot="-2044028">
            <a:off x="3977437" y="3181784"/>
            <a:ext cx="1522000" cy="1196079"/>
          </a:xfrm>
          <a:prstGeom prst="rect">
            <a:avLst/>
          </a:prstGeom>
          <a:noFill/>
          <a:ln>
            <a:noFill/>
          </a:ln>
        </p:spPr>
      </p:pic>
      <p:pic>
        <p:nvPicPr>
          <p:cNvPr id="1108" name="Google Shape;1108;p70"/>
          <p:cNvPicPr preferRelativeResize="0"/>
          <p:nvPr/>
        </p:nvPicPr>
        <p:blipFill>
          <a:blip r:embed="rId9">
            <a:alphaModFix/>
          </a:blip>
          <a:stretch>
            <a:fillRect/>
          </a:stretch>
        </p:blipFill>
        <p:spPr>
          <a:xfrm flipH="1">
            <a:off x="5511708" y="2931850"/>
            <a:ext cx="3632282" cy="1936749"/>
          </a:xfrm>
          <a:prstGeom prst="rect">
            <a:avLst/>
          </a:prstGeom>
          <a:noFill/>
          <a:ln>
            <a:noFill/>
          </a:ln>
        </p:spPr>
      </p:pic>
      <p:pic>
        <p:nvPicPr>
          <p:cNvPr id="1109" name="Google Shape;1109;p70"/>
          <p:cNvPicPr preferRelativeResize="0"/>
          <p:nvPr/>
        </p:nvPicPr>
        <p:blipFill>
          <a:blip r:embed="rId10">
            <a:alphaModFix/>
          </a:blip>
          <a:stretch>
            <a:fillRect/>
          </a:stretch>
        </p:blipFill>
        <p:spPr>
          <a:xfrm flipH="1">
            <a:off x="6446186" y="2848525"/>
            <a:ext cx="1522000" cy="1771850"/>
          </a:xfrm>
          <a:prstGeom prst="rect">
            <a:avLst/>
          </a:prstGeom>
          <a:noFill/>
          <a:ln>
            <a:noFill/>
          </a:ln>
        </p:spPr>
      </p:pic>
      <p:pic>
        <p:nvPicPr>
          <p:cNvPr id="1110" name="Google Shape;1110;p70"/>
          <p:cNvPicPr preferRelativeResize="0"/>
          <p:nvPr/>
        </p:nvPicPr>
        <p:blipFill>
          <a:blip r:embed="rId11">
            <a:alphaModFix/>
          </a:blip>
          <a:stretch>
            <a:fillRect/>
          </a:stretch>
        </p:blipFill>
        <p:spPr>
          <a:xfrm flipH="1">
            <a:off x="6371296" y="2376200"/>
            <a:ext cx="580451" cy="1040275"/>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114"/>
        <p:cNvGrpSpPr/>
        <p:nvPr/>
      </p:nvGrpSpPr>
      <p:grpSpPr>
        <a:xfrm>
          <a:off x="0" y="0"/>
          <a:ext cx="0" cy="0"/>
          <a:chOff x="0" y="0"/>
          <a:chExt cx="0" cy="0"/>
        </a:xfrm>
      </p:grpSpPr>
      <p:sp>
        <p:nvSpPr>
          <p:cNvPr id="1115" name="Google Shape;1115;p71"/>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t>Did you like the resources on this template? Get them for free at our other websites:</a:t>
            </a:r>
            <a:endParaRPr/>
          </a:p>
          <a:p>
            <a:pPr marL="0" lvl="0" indent="0" algn="l" rtl="0">
              <a:spcBef>
                <a:spcPts val="1000"/>
              </a:spcBef>
              <a:spcAft>
                <a:spcPts val="0"/>
              </a:spcAft>
              <a:buNone/>
            </a:pPr>
            <a:r>
              <a:rPr lang="en" sz="2400">
                <a:solidFill>
                  <a:schemeClr val="accent3"/>
                </a:solidFill>
                <a:latin typeface="Averia Serif Libre"/>
                <a:ea typeface="Averia Serif Libre"/>
                <a:cs typeface="Averia Serif Libre"/>
                <a:sym typeface="Averia Serif Libre"/>
              </a:rPr>
              <a:t>Vectors</a:t>
            </a:r>
            <a:endParaRPr sz="2400">
              <a:solidFill>
                <a:schemeClr val="accent3"/>
              </a:solidFill>
              <a:latin typeface="Averia Serif Libre"/>
              <a:ea typeface="Averia Serif Libre"/>
              <a:cs typeface="Averia Serif Libre"/>
              <a:sym typeface="Averia Serif Libre"/>
            </a:endParaRPr>
          </a:p>
          <a:p>
            <a:pPr marL="241300" lvl="0" indent="-215900" algn="l" rtl="0">
              <a:lnSpc>
                <a:spcPct val="100000"/>
              </a:lnSpc>
              <a:spcBef>
                <a:spcPts val="0"/>
              </a:spcBef>
              <a:spcAft>
                <a:spcPts val="0"/>
              </a:spcAft>
              <a:buSzPts val="1400"/>
              <a:buFont typeface="Baloo 2"/>
              <a:buChar char="●"/>
            </a:pPr>
            <a:r>
              <a:rPr lang="en">
                <a:uFill>
                  <a:noFill/>
                </a:uFill>
                <a:hlinkClick r:id="rId3"/>
              </a:rPr>
              <a:t>Watercolor international chefs day illustration</a:t>
            </a:r>
            <a:endParaRPr/>
          </a:p>
          <a:p>
            <a:pPr marL="241300" lvl="0" indent="-215900" algn="l" rtl="0">
              <a:lnSpc>
                <a:spcPct val="100000"/>
              </a:lnSpc>
              <a:spcBef>
                <a:spcPts val="0"/>
              </a:spcBef>
              <a:spcAft>
                <a:spcPts val="0"/>
              </a:spcAft>
              <a:buSzPts val="1400"/>
              <a:buFont typeface="Baloo 2"/>
              <a:buChar char="●"/>
            </a:pPr>
            <a:r>
              <a:rPr lang="en">
                <a:uFill>
                  <a:noFill/>
                </a:uFill>
                <a:hlinkClick r:id="rId4"/>
              </a:rPr>
              <a:t>Watercolor international chefs day horizontal banner template I</a:t>
            </a:r>
            <a:endParaRPr/>
          </a:p>
          <a:p>
            <a:pPr marL="241300" lvl="0" indent="-215900" algn="l" rtl="0">
              <a:lnSpc>
                <a:spcPct val="100000"/>
              </a:lnSpc>
              <a:spcBef>
                <a:spcPts val="0"/>
              </a:spcBef>
              <a:spcAft>
                <a:spcPts val="0"/>
              </a:spcAft>
              <a:buSzPts val="1400"/>
              <a:buFont typeface="Baloo 2"/>
              <a:buChar char="●"/>
            </a:pPr>
            <a:r>
              <a:rPr lang="en">
                <a:uFill>
                  <a:noFill/>
                </a:uFill>
                <a:hlinkClick r:id="rId5"/>
              </a:rPr>
              <a:t>Watercolor international chefs day horizontal banner template II</a:t>
            </a:r>
            <a:endParaRPr sz="1800"/>
          </a:p>
          <a:p>
            <a:pPr marL="0" lvl="0" indent="0" algn="l" rtl="0">
              <a:spcBef>
                <a:spcPts val="300"/>
              </a:spcBef>
              <a:spcAft>
                <a:spcPts val="0"/>
              </a:spcAft>
              <a:buNone/>
            </a:pPr>
            <a:r>
              <a:rPr lang="en" sz="2400">
                <a:solidFill>
                  <a:schemeClr val="accent3"/>
                </a:solidFill>
                <a:latin typeface="Averia Serif Libre"/>
                <a:ea typeface="Averia Serif Libre"/>
                <a:cs typeface="Averia Serif Libre"/>
                <a:sym typeface="Averia Serif Libre"/>
              </a:rPr>
              <a:t>Photos</a:t>
            </a:r>
            <a:endParaRPr sz="2400">
              <a:solidFill>
                <a:schemeClr val="accent3"/>
              </a:solidFill>
              <a:latin typeface="Averia Serif Libre"/>
              <a:ea typeface="Averia Serif Libre"/>
              <a:cs typeface="Averia Serif Libre"/>
              <a:sym typeface="Averia Serif Libre"/>
            </a:endParaRPr>
          </a:p>
          <a:p>
            <a:pPr marL="241300" lvl="0" indent="-215900" algn="l" rtl="0">
              <a:lnSpc>
                <a:spcPct val="100000"/>
              </a:lnSpc>
              <a:spcBef>
                <a:spcPts val="300"/>
              </a:spcBef>
              <a:spcAft>
                <a:spcPts val="0"/>
              </a:spcAft>
              <a:buSzPts val="1400"/>
              <a:buFont typeface="Baloo 2"/>
              <a:buChar char="●"/>
            </a:pPr>
            <a:r>
              <a:rPr lang="en">
                <a:uFill>
                  <a:noFill/>
                </a:uFill>
                <a:hlinkClick r:id="rId6"/>
              </a:rPr>
              <a:t>Female chef in the kitchen dressed in apron and uniform</a:t>
            </a:r>
            <a:endParaRPr/>
          </a:p>
          <a:p>
            <a:pPr marL="241300" lvl="0" indent="-215900" algn="l" rtl="0">
              <a:lnSpc>
                <a:spcPct val="100000"/>
              </a:lnSpc>
              <a:spcBef>
                <a:spcPts val="0"/>
              </a:spcBef>
              <a:spcAft>
                <a:spcPts val="0"/>
              </a:spcAft>
              <a:buSzPts val="1400"/>
              <a:buFont typeface="Baloo 2"/>
              <a:buChar char="●"/>
            </a:pPr>
            <a:r>
              <a:rPr lang="en">
                <a:uFill>
                  <a:noFill/>
                </a:uFill>
                <a:hlinkClick r:id="rId7"/>
              </a:rPr>
              <a:t>View of chef working in the kitchen</a:t>
            </a:r>
            <a:endParaRPr>
              <a:uFill>
                <a:noFill/>
              </a:uFill>
              <a:hlinkClick r:id="rId8"/>
            </a:endParaRPr>
          </a:p>
          <a:p>
            <a:pPr marL="241300" lvl="0" indent="-215900" algn="l" rtl="0">
              <a:lnSpc>
                <a:spcPct val="100000"/>
              </a:lnSpc>
              <a:spcBef>
                <a:spcPts val="0"/>
              </a:spcBef>
              <a:spcAft>
                <a:spcPts val="0"/>
              </a:spcAft>
              <a:buSzPts val="1400"/>
              <a:buFont typeface="Baloo 2"/>
              <a:buChar char="●"/>
            </a:pPr>
            <a:r>
              <a:rPr lang="en">
                <a:uFill>
                  <a:noFill/>
                </a:uFill>
                <a:hlinkClick r:id="rId9"/>
              </a:rPr>
              <a:t>Male chef in kitchen cooking</a:t>
            </a:r>
            <a:endParaRPr/>
          </a:p>
          <a:p>
            <a:pPr marL="241300" lvl="0" indent="-215900" algn="l" rtl="0">
              <a:lnSpc>
                <a:spcPct val="100000"/>
              </a:lnSpc>
              <a:spcBef>
                <a:spcPts val="0"/>
              </a:spcBef>
              <a:spcAft>
                <a:spcPts val="0"/>
              </a:spcAft>
              <a:buSzPts val="1400"/>
              <a:buFont typeface="Baloo 2"/>
              <a:buChar char="●"/>
            </a:pPr>
            <a:r>
              <a:rPr lang="en">
                <a:uFill>
                  <a:noFill/>
                </a:uFill>
                <a:hlinkClick r:id="rId10"/>
              </a:rPr>
              <a:t>Side view of female chef cutting vegetables</a:t>
            </a:r>
            <a:endParaRPr/>
          </a:p>
          <a:p>
            <a:pPr marL="241300" lvl="0" indent="-215900" algn="l" rtl="0">
              <a:lnSpc>
                <a:spcPct val="100000"/>
              </a:lnSpc>
              <a:spcBef>
                <a:spcPts val="0"/>
              </a:spcBef>
              <a:spcAft>
                <a:spcPts val="0"/>
              </a:spcAft>
              <a:buSzPts val="1400"/>
              <a:buFont typeface="Baloo 2"/>
              <a:buChar char="●"/>
            </a:pPr>
            <a:r>
              <a:rPr lang="en">
                <a:uFill>
                  <a:noFill/>
                </a:uFill>
                <a:hlinkClick r:id="rId11"/>
              </a:rPr>
              <a:t>Female chef putting sauce over dish</a:t>
            </a:r>
            <a:endParaRPr/>
          </a:p>
          <a:p>
            <a:pPr marL="241300" lvl="0" indent="-215900" algn="l" rtl="0">
              <a:lnSpc>
                <a:spcPct val="100000"/>
              </a:lnSpc>
              <a:spcBef>
                <a:spcPts val="0"/>
              </a:spcBef>
              <a:spcAft>
                <a:spcPts val="0"/>
              </a:spcAft>
              <a:buSzPts val="1400"/>
              <a:buFont typeface="Baloo 2"/>
              <a:buChar char="●"/>
            </a:pPr>
            <a:r>
              <a:rPr lang="en">
                <a:uFill>
                  <a:noFill/>
                </a:uFill>
                <a:hlinkClick r:id="rId12"/>
              </a:rPr>
              <a:t>Side view of chef cutting vegetables</a:t>
            </a:r>
            <a:endParaRPr sz="1100"/>
          </a:p>
        </p:txBody>
      </p:sp>
      <p:sp>
        <p:nvSpPr>
          <p:cNvPr id="1116" name="Google Shape;1116;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0"/>
        <p:cNvGrpSpPr/>
        <p:nvPr/>
      </p:nvGrpSpPr>
      <p:grpSpPr>
        <a:xfrm>
          <a:off x="0" y="0"/>
          <a:ext cx="0" cy="0"/>
          <a:chOff x="0" y="0"/>
          <a:chExt cx="0" cy="0"/>
        </a:xfrm>
      </p:grpSpPr>
      <p:sp>
        <p:nvSpPr>
          <p:cNvPr id="1121" name="Google Shape;1121;p7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122" name="Google Shape;1122;p72"/>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26"/>
        <p:cNvGrpSpPr/>
        <p:nvPr/>
      </p:nvGrpSpPr>
      <p:grpSpPr>
        <a:xfrm>
          <a:off x="0" y="0"/>
          <a:ext cx="0" cy="0"/>
          <a:chOff x="0" y="0"/>
          <a:chExt cx="0" cy="0"/>
        </a:xfrm>
      </p:grpSpPr>
      <p:sp>
        <p:nvSpPr>
          <p:cNvPr id="1127" name="Google Shape;1127;p73"/>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dk2"/>
                </a:solidFill>
                <a:hlinkClick r:id="rId4" action="ppaction://hlinksldjump">
                  <a:extLst>
                    <a:ext uri="{A12FA001-AC4F-418D-AE19-62706E023703}">
                      <ahyp:hlinkClr xmlns:ahyp="http://schemas.microsoft.com/office/drawing/2018/hyperlinkcolor" val="tx"/>
                    </a:ext>
                  </a:extLst>
                </a:hlinkClick>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1128" name="Google Shape;1128;p7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2"/>
        <p:cNvGrpSpPr/>
        <p:nvPr/>
      </p:nvGrpSpPr>
      <p:grpSpPr>
        <a:xfrm>
          <a:off x="0" y="0"/>
          <a:ext cx="0" cy="0"/>
          <a:chOff x="0" y="0"/>
          <a:chExt cx="0" cy="0"/>
        </a:xfrm>
      </p:grpSpPr>
      <p:sp>
        <p:nvSpPr>
          <p:cNvPr id="1133" name="Google Shape;1133;p74"/>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Averia Serif Libre</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https://fonts.google.com/specimen/Averia+Serif+Libre</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Baloo 2</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https://fonts.google.com/specimen/Baloo+2</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1134" name="Google Shape;1134;p74"/>
          <p:cNvSpPr/>
          <p:nvPr/>
        </p:nvSpPr>
        <p:spPr>
          <a:xfrm>
            <a:off x="2052650" y="2947175"/>
            <a:ext cx="791400" cy="754200"/>
          </a:xfrm>
          <a:prstGeom prst="roundRect">
            <a:avLst>
              <a:gd name="adj" fmla="val 16667"/>
            </a:avLst>
          </a:prstGeom>
          <a:solidFill>
            <a:srgbClr val="51271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4"/>
          <p:cNvSpPr/>
          <p:nvPr/>
        </p:nvSpPr>
        <p:spPr>
          <a:xfrm>
            <a:off x="3114470" y="2947175"/>
            <a:ext cx="791400" cy="754200"/>
          </a:xfrm>
          <a:prstGeom prst="roundRect">
            <a:avLst>
              <a:gd name="adj" fmla="val 16667"/>
            </a:avLst>
          </a:prstGeom>
          <a:solidFill>
            <a:srgbClr val="F6EF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4"/>
          <p:cNvSpPr/>
          <p:nvPr/>
        </p:nvSpPr>
        <p:spPr>
          <a:xfrm>
            <a:off x="4176289" y="2947175"/>
            <a:ext cx="791400" cy="754200"/>
          </a:xfrm>
          <a:prstGeom prst="roundRect">
            <a:avLst>
              <a:gd name="adj" fmla="val 16667"/>
            </a:avLst>
          </a:prstGeom>
          <a:solidFill>
            <a:srgbClr val="FEE0C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4"/>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51271d</a:t>
            </a:r>
            <a:endParaRPr sz="1000">
              <a:solidFill>
                <a:srgbClr val="FFFFFF"/>
              </a:solidFill>
            </a:endParaRPr>
          </a:p>
        </p:txBody>
      </p:sp>
      <p:sp>
        <p:nvSpPr>
          <p:cNvPr id="1138" name="Google Shape;1138;p74"/>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#f6efeb</a:t>
            </a:r>
            <a:endParaRPr sz="1000">
              <a:solidFill>
                <a:schemeClr val="dk1"/>
              </a:solidFill>
            </a:endParaRPr>
          </a:p>
        </p:txBody>
      </p:sp>
      <p:sp>
        <p:nvSpPr>
          <p:cNvPr id="1139" name="Google Shape;1139;p74"/>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#fee0c4</a:t>
            </a:r>
            <a:endParaRPr sz="1000">
              <a:solidFill>
                <a:schemeClr val="dk1"/>
              </a:solidFill>
            </a:endParaRPr>
          </a:p>
        </p:txBody>
      </p:sp>
      <p:sp>
        <p:nvSpPr>
          <p:cNvPr id="1140" name="Google Shape;1140;p74"/>
          <p:cNvSpPr/>
          <p:nvPr/>
        </p:nvSpPr>
        <p:spPr>
          <a:xfrm>
            <a:off x="5238125" y="2947175"/>
            <a:ext cx="791400" cy="754200"/>
          </a:xfrm>
          <a:prstGeom prst="roundRect">
            <a:avLst>
              <a:gd name="adj" fmla="val 16667"/>
            </a:avLst>
          </a:prstGeom>
          <a:solidFill>
            <a:srgbClr val="E44C4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4"/>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e44c40</a:t>
            </a:r>
            <a:endParaRPr sz="1000">
              <a:solidFill>
                <a:srgbClr val="FFFFFF"/>
              </a:solidFill>
            </a:endParaRPr>
          </a:p>
        </p:txBody>
      </p:sp>
      <p:sp>
        <p:nvSpPr>
          <p:cNvPr id="1142" name="Google Shape;1142;p74"/>
          <p:cNvSpPr/>
          <p:nvPr/>
        </p:nvSpPr>
        <p:spPr>
          <a:xfrm>
            <a:off x="2052650" y="3878275"/>
            <a:ext cx="791400" cy="754200"/>
          </a:xfrm>
          <a:prstGeom prst="roundRect">
            <a:avLst>
              <a:gd name="adj" fmla="val 16667"/>
            </a:avLst>
          </a:prstGeom>
          <a:solidFill>
            <a:srgbClr val="F8A41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4"/>
          <p:cNvSpPr/>
          <p:nvPr/>
        </p:nvSpPr>
        <p:spPr>
          <a:xfrm>
            <a:off x="3114470" y="3878275"/>
            <a:ext cx="791400" cy="754200"/>
          </a:xfrm>
          <a:prstGeom prst="roundRect">
            <a:avLst>
              <a:gd name="adj" fmla="val 16667"/>
            </a:avLst>
          </a:prstGeom>
          <a:solidFill>
            <a:srgbClr val="CC66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4"/>
          <p:cNvSpPr/>
          <p:nvPr/>
        </p:nvSpPr>
        <p:spPr>
          <a:xfrm>
            <a:off x="4176289" y="3878275"/>
            <a:ext cx="791400" cy="754200"/>
          </a:xfrm>
          <a:prstGeom prst="roundRect">
            <a:avLst>
              <a:gd name="adj" fmla="val 16667"/>
            </a:avLst>
          </a:prstGeom>
          <a:solidFill>
            <a:srgbClr val="ABB94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74"/>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f8a41c</a:t>
            </a:r>
            <a:endParaRPr sz="1000">
              <a:solidFill>
                <a:srgbClr val="FFFFFF"/>
              </a:solidFill>
            </a:endParaRPr>
          </a:p>
        </p:txBody>
      </p:sp>
      <p:sp>
        <p:nvSpPr>
          <p:cNvPr id="1146" name="Google Shape;1146;p74"/>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cc6600</a:t>
            </a:r>
            <a:endParaRPr sz="1000">
              <a:solidFill>
                <a:srgbClr val="FFFFFF"/>
              </a:solidFill>
            </a:endParaRPr>
          </a:p>
        </p:txBody>
      </p:sp>
      <p:sp>
        <p:nvSpPr>
          <p:cNvPr id="1147" name="Google Shape;1147;p74"/>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abb94b</a:t>
            </a:r>
            <a:endParaRPr sz="1000">
              <a:solidFill>
                <a:srgbClr val="FFFFFF"/>
              </a:solidFill>
            </a:endParaRPr>
          </a:p>
        </p:txBody>
      </p:sp>
      <p:sp>
        <p:nvSpPr>
          <p:cNvPr id="1148" name="Google Shape;1148;p74"/>
          <p:cNvSpPr/>
          <p:nvPr/>
        </p:nvSpPr>
        <p:spPr>
          <a:xfrm>
            <a:off x="5238125" y="3878275"/>
            <a:ext cx="791400" cy="754200"/>
          </a:xfrm>
          <a:prstGeom prst="roundRect">
            <a:avLst>
              <a:gd name="adj" fmla="val 16667"/>
            </a:avLst>
          </a:prstGeom>
          <a:solidFill>
            <a:srgbClr val="7B8B4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4"/>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7b8b41</a:t>
            </a:r>
            <a:endParaRPr sz="1000">
              <a:solidFill>
                <a:srgbClr val="FFFFFF"/>
              </a:solidFill>
            </a:endParaRPr>
          </a:p>
        </p:txBody>
      </p:sp>
      <p:sp>
        <p:nvSpPr>
          <p:cNvPr id="1150" name="Google Shape;1150;p74"/>
          <p:cNvSpPr/>
          <p:nvPr/>
        </p:nvSpPr>
        <p:spPr>
          <a:xfrm>
            <a:off x="6299950" y="2947175"/>
            <a:ext cx="791400" cy="754200"/>
          </a:xfrm>
          <a:prstGeom prst="roundRect">
            <a:avLst>
              <a:gd name="adj" fmla="val 16667"/>
            </a:avLst>
          </a:prstGeom>
          <a:solidFill>
            <a:srgbClr val="CB21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74"/>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cb2127</a:t>
            </a:r>
            <a:endParaRPr sz="1000">
              <a:solidFill>
                <a:srgbClr val="FFFFFF"/>
              </a:solidFill>
            </a:endParaRPr>
          </a:p>
        </p:txBody>
      </p:sp>
      <p:sp>
        <p:nvSpPr>
          <p:cNvPr id="1152" name="Google Shape;1152;p74"/>
          <p:cNvSpPr/>
          <p:nvPr/>
        </p:nvSpPr>
        <p:spPr>
          <a:xfrm>
            <a:off x="6299950" y="3878275"/>
            <a:ext cx="791400" cy="754200"/>
          </a:xfrm>
          <a:prstGeom prst="roundRect">
            <a:avLst>
              <a:gd name="adj" fmla="val 16667"/>
            </a:avLst>
          </a:prstGeom>
          <a:solidFill>
            <a:srgbClr val="BF8E7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74"/>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t>
            </a:r>
            <a:r>
              <a:rPr lang="en" sz="1000">
                <a:solidFill>
                  <a:schemeClr val="lt1"/>
                </a:solidFill>
              </a:rPr>
              <a:t>bf8e73</a:t>
            </a:r>
            <a:endParaRPr sz="1000">
              <a:solidFill>
                <a:srgbClr val="FFFFFF"/>
              </a:solidFill>
            </a:endParaRPr>
          </a:p>
        </p:txBody>
      </p:sp>
      <p:sp>
        <p:nvSpPr>
          <p:cNvPr id="1154" name="Google Shape;1154;p7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8"/>
        <p:cNvGrpSpPr/>
        <p:nvPr/>
      </p:nvGrpSpPr>
      <p:grpSpPr>
        <a:xfrm>
          <a:off x="0" y="0"/>
          <a:ext cx="0" cy="0"/>
          <a:chOff x="0" y="0"/>
          <a:chExt cx="0" cy="0"/>
        </a:xfrm>
      </p:grpSpPr>
      <p:sp>
        <p:nvSpPr>
          <p:cNvPr id="1159" name="Google Shape;1159;p75"/>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1160" name="Google Shape;1160;p7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161" name="Google Shape;1161;p75"/>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162" name="Google Shape;1162;p75">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1163" name="Google Shape;1163;p75">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1164" name="Google Shape;1164;p75">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1165" name="Google Shape;1165;p75">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1166" name="Google Shape;1166;p75"/>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167" name="Google Shape;1167;p75"/>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168" name="Google Shape;1168;p75"/>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169" name="Google Shape;1169;p75"/>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170" name="Google Shape;1170;p75">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4"/>
        <p:cNvGrpSpPr/>
        <p:nvPr/>
      </p:nvGrpSpPr>
      <p:grpSpPr>
        <a:xfrm>
          <a:off x="0" y="0"/>
          <a:ext cx="0" cy="0"/>
          <a:chOff x="0" y="0"/>
          <a:chExt cx="0" cy="0"/>
        </a:xfrm>
      </p:grpSpPr>
      <p:grpSp>
        <p:nvGrpSpPr>
          <p:cNvPr id="1175" name="Google Shape;1175;p76"/>
          <p:cNvGrpSpPr/>
          <p:nvPr/>
        </p:nvGrpSpPr>
        <p:grpSpPr>
          <a:xfrm>
            <a:off x="5048544" y="3019584"/>
            <a:ext cx="442841" cy="514271"/>
            <a:chOff x="4727025" y="1332775"/>
            <a:chExt cx="59900" cy="69625"/>
          </a:xfrm>
        </p:grpSpPr>
        <p:sp>
          <p:nvSpPr>
            <p:cNvPr id="1176" name="Google Shape;1176;p7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 name="Google Shape;1178;p76"/>
          <p:cNvGrpSpPr/>
          <p:nvPr/>
        </p:nvGrpSpPr>
        <p:grpSpPr>
          <a:xfrm>
            <a:off x="5723860" y="2267072"/>
            <a:ext cx="500909" cy="500899"/>
            <a:chOff x="4820425" y="1329900"/>
            <a:chExt cx="70175" cy="70350"/>
          </a:xfrm>
        </p:grpSpPr>
        <p:sp>
          <p:nvSpPr>
            <p:cNvPr id="1179" name="Google Shape;1179;p7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7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7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76"/>
          <p:cNvGrpSpPr/>
          <p:nvPr/>
        </p:nvGrpSpPr>
        <p:grpSpPr>
          <a:xfrm>
            <a:off x="6376484" y="2278862"/>
            <a:ext cx="538135" cy="493119"/>
            <a:chOff x="4903200" y="1331525"/>
            <a:chExt cx="73575" cy="67425"/>
          </a:xfrm>
        </p:grpSpPr>
        <p:sp>
          <p:nvSpPr>
            <p:cNvPr id="1184" name="Google Shape;1184;p7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185" name="Google Shape;1185;p7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 name="Google Shape;1186;p76"/>
          <p:cNvGrpSpPr/>
          <p:nvPr/>
        </p:nvGrpSpPr>
        <p:grpSpPr>
          <a:xfrm>
            <a:off x="5636435" y="3020840"/>
            <a:ext cx="544563" cy="511895"/>
            <a:chOff x="4815575" y="1416800"/>
            <a:chExt cx="73750" cy="71400"/>
          </a:xfrm>
        </p:grpSpPr>
        <p:sp>
          <p:nvSpPr>
            <p:cNvPr id="1187" name="Google Shape;1187;p7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 name="Google Shape;1190;p76"/>
          <p:cNvGrpSpPr/>
          <p:nvPr/>
        </p:nvGrpSpPr>
        <p:grpSpPr>
          <a:xfrm>
            <a:off x="6333060" y="3020546"/>
            <a:ext cx="602914" cy="512477"/>
            <a:chOff x="4902475" y="1418875"/>
            <a:chExt cx="74500" cy="63775"/>
          </a:xfrm>
        </p:grpSpPr>
        <p:sp>
          <p:nvSpPr>
            <p:cNvPr id="1191" name="Google Shape;1191;p7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76"/>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 name="Google Shape;1193;p76"/>
          <p:cNvGrpSpPr/>
          <p:nvPr/>
        </p:nvGrpSpPr>
        <p:grpSpPr>
          <a:xfrm>
            <a:off x="5748932" y="3759785"/>
            <a:ext cx="515391" cy="525699"/>
            <a:chOff x="4818100" y="1507675"/>
            <a:chExt cx="71225" cy="71625"/>
          </a:xfrm>
        </p:grpSpPr>
        <p:sp>
          <p:nvSpPr>
            <p:cNvPr id="1194" name="Google Shape;1194;p7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 name="Google Shape;1198;p76"/>
          <p:cNvGrpSpPr/>
          <p:nvPr/>
        </p:nvGrpSpPr>
        <p:grpSpPr>
          <a:xfrm>
            <a:off x="5087034" y="3781317"/>
            <a:ext cx="522956" cy="489869"/>
            <a:chOff x="4721450" y="1509475"/>
            <a:chExt cx="79350" cy="74325"/>
          </a:xfrm>
        </p:grpSpPr>
        <p:sp>
          <p:nvSpPr>
            <p:cNvPr id="1199" name="Google Shape;1199;p7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7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 name="Google Shape;1203;p76"/>
          <p:cNvGrpSpPr/>
          <p:nvPr/>
        </p:nvGrpSpPr>
        <p:grpSpPr>
          <a:xfrm>
            <a:off x="6410277" y="3761069"/>
            <a:ext cx="525704" cy="535436"/>
            <a:chOff x="4906800" y="1507500"/>
            <a:chExt cx="70350" cy="71075"/>
          </a:xfrm>
        </p:grpSpPr>
        <p:sp>
          <p:nvSpPr>
            <p:cNvPr id="1204" name="Google Shape;1204;p7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7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7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7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76"/>
          <p:cNvGrpSpPr/>
          <p:nvPr/>
        </p:nvGrpSpPr>
        <p:grpSpPr>
          <a:xfrm>
            <a:off x="4443099" y="2267050"/>
            <a:ext cx="508054" cy="508095"/>
            <a:chOff x="3736598" y="2170606"/>
            <a:chExt cx="404889" cy="404889"/>
          </a:xfrm>
        </p:grpSpPr>
        <p:sp>
          <p:nvSpPr>
            <p:cNvPr id="1210" name="Google Shape;1210;p7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7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7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76"/>
          <p:cNvGrpSpPr/>
          <p:nvPr/>
        </p:nvGrpSpPr>
        <p:grpSpPr>
          <a:xfrm>
            <a:off x="3731139" y="2267145"/>
            <a:ext cx="575790" cy="507904"/>
            <a:chOff x="3161917" y="2170682"/>
            <a:chExt cx="458870" cy="404737"/>
          </a:xfrm>
        </p:grpSpPr>
        <p:sp>
          <p:nvSpPr>
            <p:cNvPr id="1215" name="Google Shape;1215;p7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216" name="Google Shape;1216;p7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7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76"/>
          <p:cNvGrpSpPr/>
          <p:nvPr/>
        </p:nvGrpSpPr>
        <p:grpSpPr>
          <a:xfrm>
            <a:off x="3758669" y="3027517"/>
            <a:ext cx="520730" cy="498567"/>
            <a:chOff x="3179914" y="2889488"/>
            <a:chExt cx="422876" cy="404911"/>
          </a:xfrm>
        </p:grpSpPr>
        <p:sp>
          <p:nvSpPr>
            <p:cNvPr id="1219" name="Google Shape;1219;p7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7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7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 name="Google Shape;1225;p76"/>
          <p:cNvGrpSpPr/>
          <p:nvPr/>
        </p:nvGrpSpPr>
        <p:grpSpPr>
          <a:xfrm>
            <a:off x="4387349" y="3027477"/>
            <a:ext cx="516145" cy="498648"/>
            <a:chOff x="3729467" y="2889422"/>
            <a:chExt cx="419153" cy="404977"/>
          </a:xfrm>
        </p:grpSpPr>
        <p:sp>
          <p:nvSpPr>
            <p:cNvPr id="1226" name="Google Shape;1226;p7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7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7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 name="Google Shape;1233;p76"/>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6"/>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76"/>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76"/>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 name="Google Shape;1237;p76"/>
          <p:cNvGrpSpPr/>
          <p:nvPr/>
        </p:nvGrpSpPr>
        <p:grpSpPr>
          <a:xfrm>
            <a:off x="7107677" y="2474362"/>
            <a:ext cx="166473" cy="141497"/>
            <a:chOff x="4660325" y="1866850"/>
            <a:chExt cx="68350" cy="58100"/>
          </a:xfrm>
        </p:grpSpPr>
        <p:sp>
          <p:nvSpPr>
            <p:cNvPr id="1238" name="Google Shape;1238;p7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 name="Google Shape;1240;p76"/>
          <p:cNvGrpSpPr/>
          <p:nvPr/>
        </p:nvGrpSpPr>
        <p:grpSpPr>
          <a:xfrm>
            <a:off x="7417022" y="2500086"/>
            <a:ext cx="162515" cy="90049"/>
            <a:chOff x="4791775" y="1877500"/>
            <a:chExt cx="66725" cy="36975"/>
          </a:xfrm>
        </p:grpSpPr>
        <p:sp>
          <p:nvSpPr>
            <p:cNvPr id="1241" name="Google Shape;1241;p7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7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 name="Google Shape;1243;p76"/>
          <p:cNvGrpSpPr/>
          <p:nvPr/>
        </p:nvGrpSpPr>
        <p:grpSpPr>
          <a:xfrm>
            <a:off x="7738734" y="2500086"/>
            <a:ext cx="144979" cy="90049"/>
            <a:chOff x="4923925" y="1877500"/>
            <a:chExt cx="59525" cy="36975"/>
          </a:xfrm>
        </p:grpSpPr>
        <p:sp>
          <p:nvSpPr>
            <p:cNvPr id="1244" name="Google Shape;1244;p7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7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 name="Google Shape;1246;p76"/>
          <p:cNvGrpSpPr/>
          <p:nvPr/>
        </p:nvGrpSpPr>
        <p:grpSpPr>
          <a:xfrm>
            <a:off x="8033226" y="2482277"/>
            <a:ext cx="141447" cy="125667"/>
            <a:chOff x="5058450" y="1870100"/>
            <a:chExt cx="58075" cy="51600"/>
          </a:xfrm>
        </p:grpSpPr>
        <p:sp>
          <p:nvSpPr>
            <p:cNvPr id="1247" name="Google Shape;1247;p7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 name="Google Shape;1249;p76"/>
          <p:cNvGrpSpPr/>
          <p:nvPr/>
        </p:nvGrpSpPr>
        <p:grpSpPr>
          <a:xfrm>
            <a:off x="7447741" y="2904685"/>
            <a:ext cx="101077" cy="107645"/>
            <a:chOff x="4811425" y="2065025"/>
            <a:chExt cx="41500" cy="44200"/>
          </a:xfrm>
        </p:grpSpPr>
        <p:sp>
          <p:nvSpPr>
            <p:cNvPr id="1250" name="Google Shape;1250;p7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 name="Google Shape;1252;p76"/>
          <p:cNvGrpSpPr/>
          <p:nvPr/>
        </p:nvGrpSpPr>
        <p:grpSpPr>
          <a:xfrm>
            <a:off x="7740178" y="2904898"/>
            <a:ext cx="120867" cy="107218"/>
            <a:chOff x="4929875" y="2065025"/>
            <a:chExt cx="49625" cy="44025"/>
          </a:xfrm>
        </p:grpSpPr>
        <p:sp>
          <p:nvSpPr>
            <p:cNvPr id="1253" name="Google Shape;1253;p7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 name="Google Shape;1255;p76"/>
          <p:cNvGrpSpPr/>
          <p:nvPr/>
        </p:nvGrpSpPr>
        <p:grpSpPr>
          <a:xfrm>
            <a:off x="8068847" y="2907912"/>
            <a:ext cx="70206" cy="101191"/>
            <a:chOff x="5083925" y="2066350"/>
            <a:chExt cx="28825" cy="41550"/>
          </a:xfrm>
        </p:grpSpPr>
        <p:sp>
          <p:nvSpPr>
            <p:cNvPr id="1256" name="Google Shape;1256;p7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 name="Google Shape;1258;p76"/>
          <p:cNvGrpSpPr/>
          <p:nvPr/>
        </p:nvGrpSpPr>
        <p:grpSpPr>
          <a:xfrm>
            <a:off x="7100401" y="2923559"/>
            <a:ext cx="181026" cy="69896"/>
            <a:chOff x="4659775" y="2072775"/>
            <a:chExt cx="74325" cy="28700"/>
          </a:xfrm>
        </p:grpSpPr>
        <p:sp>
          <p:nvSpPr>
            <p:cNvPr id="1259" name="Google Shape;1259;p7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7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7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 name="Google Shape;1262;p76"/>
          <p:cNvGrpSpPr/>
          <p:nvPr/>
        </p:nvGrpSpPr>
        <p:grpSpPr>
          <a:xfrm>
            <a:off x="8020257" y="2714124"/>
            <a:ext cx="167387" cy="89197"/>
            <a:chOff x="4662475" y="1976500"/>
            <a:chExt cx="68725" cy="36625"/>
          </a:xfrm>
        </p:grpSpPr>
        <p:sp>
          <p:nvSpPr>
            <p:cNvPr id="1263" name="Google Shape;1263;p7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 name="Google Shape;1266;p76"/>
          <p:cNvGrpSpPr/>
          <p:nvPr/>
        </p:nvGrpSpPr>
        <p:grpSpPr>
          <a:xfrm>
            <a:off x="7717162" y="2717564"/>
            <a:ext cx="166899" cy="82317"/>
            <a:chOff x="4920150" y="1977875"/>
            <a:chExt cx="68525" cy="33800"/>
          </a:xfrm>
        </p:grpSpPr>
        <p:sp>
          <p:nvSpPr>
            <p:cNvPr id="1267" name="Google Shape;1267;p7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 name="Google Shape;1270;p76"/>
          <p:cNvGrpSpPr/>
          <p:nvPr/>
        </p:nvGrpSpPr>
        <p:grpSpPr>
          <a:xfrm>
            <a:off x="7128319" y="3121482"/>
            <a:ext cx="125190" cy="127858"/>
            <a:chOff x="4676550" y="2160575"/>
            <a:chExt cx="51400" cy="52500"/>
          </a:xfrm>
        </p:grpSpPr>
        <p:sp>
          <p:nvSpPr>
            <p:cNvPr id="1271" name="Google Shape;1271;p7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76"/>
          <p:cNvGrpSpPr/>
          <p:nvPr/>
        </p:nvGrpSpPr>
        <p:grpSpPr>
          <a:xfrm>
            <a:off x="7425577" y="3128514"/>
            <a:ext cx="145405" cy="113794"/>
            <a:chOff x="4768325" y="2163475"/>
            <a:chExt cx="59700" cy="46725"/>
          </a:xfrm>
        </p:grpSpPr>
        <p:sp>
          <p:nvSpPr>
            <p:cNvPr id="1275" name="Google Shape;1275;p7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7" name="Google Shape;1277;p76"/>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76"/>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76"/>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76"/>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76"/>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6"/>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3" name="Google Shape;1283;p76"/>
          <p:cNvGrpSpPr/>
          <p:nvPr/>
        </p:nvGrpSpPr>
        <p:grpSpPr>
          <a:xfrm>
            <a:off x="7441895" y="3383608"/>
            <a:ext cx="112768" cy="106853"/>
            <a:chOff x="4768575" y="2253950"/>
            <a:chExt cx="46300" cy="43875"/>
          </a:xfrm>
        </p:grpSpPr>
        <p:sp>
          <p:nvSpPr>
            <p:cNvPr id="1284" name="Google Shape;1284;p7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 name="Google Shape;1286;p76"/>
          <p:cNvGrpSpPr/>
          <p:nvPr/>
        </p:nvGrpSpPr>
        <p:grpSpPr>
          <a:xfrm>
            <a:off x="7741518" y="3872634"/>
            <a:ext cx="118187" cy="146246"/>
            <a:chOff x="4960900" y="2433225"/>
            <a:chExt cx="48525" cy="60050"/>
          </a:xfrm>
        </p:grpSpPr>
        <p:sp>
          <p:nvSpPr>
            <p:cNvPr id="1287" name="Google Shape;1287;p7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 name="Google Shape;1289;p76"/>
          <p:cNvGrpSpPr/>
          <p:nvPr/>
        </p:nvGrpSpPr>
        <p:grpSpPr>
          <a:xfrm>
            <a:off x="7430083" y="4136695"/>
            <a:ext cx="136394" cy="143810"/>
            <a:chOff x="4854075" y="2527625"/>
            <a:chExt cx="56000" cy="59050"/>
          </a:xfrm>
        </p:grpSpPr>
        <p:sp>
          <p:nvSpPr>
            <p:cNvPr id="1290" name="Google Shape;1290;p7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 name="Google Shape;1292;p76"/>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6"/>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6"/>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 name="Google Shape;1295;p76"/>
          <p:cNvGrpSpPr/>
          <p:nvPr/>
        </p:nvGrpSpPr>
        <p:grpSpPr>
          <a:xfrm>
            <a:off x="8054294" y="3600439"/>
            <a:ext cx="99312" cy="160797"/>
            <a:chOff x="5059700" y="2334775"/>
            <a:chExt cx="40775" cy="66025"/>
          </a:xfrm>
        </p:grpSpPr>
        <p:sp>
          <p:nvSpPr>
            <p:cNvPr id="1296" name="Google Shape;1296;p7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7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7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 name="Google Shape;1305;p76"/>
          <p:cNvGrpSpPr/>
          <p:nvPr/>
        </p:nvGrpSpPr>
        <p:grpSpPr>
          <a:xfrm>
            <a:off x="8011458" y="3865571"/>
            <a:ext cx="184984" cy="160371"/>
            <a:chOff x="5037700" y="2430325"/>
            <a:chExt cx="75950" cy="65850"/>
          </a:xfrm>
        </p:grpSpPr>
        <p:sp>
          <p:nvSpPr>
            <p:cNvPr id="1306" name="Google Shape;1306;p7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 name="Google Shape;1308;p76"/>
          <p:cNvGrpSpPr/>
          <p:nvPr/>
        </p:nvGrpSpPr>
        <p:grpSpPr>
          <a:xfrm>
            <a:off x="7430964" y="3632023"/>
            <a:ext cx="173014" cy="97629"/>
            <a:chOff x="4756975" y="2341800"/>
            <a:chExt cx="91975" cy="51925"/>
          </a:xfrm>
        </p:grpSpPr>
        <p:sp>
          <p:nvSpPr>
            <p:cNvPr id="1309" name="Google Shape;1309;p7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7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7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7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7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7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7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7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 name="Google Shape;1329;p76"/>
          <p:cNvGrpSpPr/>
          <p:nvPr/>
        </p:nvGrpSpPr>
        <p:grpSpPr>
          <a:xfrm>
            <a:off x="7697901" y="4120720"/>
            <a:ext cx="212497" cy="175761"/>
            <a:chOff x="4943575" y="2516350"/>
            <a:chExt cx="98675" cy="81700"/>
          </a:xfrm>
        </p:grpSpPr>
        <p:sp>
          <p:nvSpPr>
            <p:cNvPr id="1330" name="Google Shape;1330;p7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7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7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7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7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7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7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7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7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7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7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7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7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7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7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7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7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7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76"/>
          <p:cNvGrpSpPr/>
          <p:nvPr/>
        </p:nvGrpSpPr>
        <p:grpSpPr>
          <a:xfrm>
            <a:off x="1955962" y="3346963"/>
            <a:ext cx="965351" cy="134611"/>
            <a:chOff x="4411970" y="2962952"/>
            <a:chExt cx="706544" cy="104212"/>
          </a:xfrm>
        </p:grpSpPr>
        <p:sp>
          <p:nvSpPr>
            <p:cNvPr id="1409" name="Google Shape;1409;p7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 name="Google Shape;1413;p76"/>
          <p:cNvGrpSpPr/>
          <p:nvPr/>
        </p:nvGrpSpPr>
        <p:grpSpPr>
          <a:xfrm>
            <a:off x="1955962" y="2935877"/>
            <a:ext cx="960158" cy="289172"/>
            <a:chOff x="4411970" y="2726085"/>
            <a:chExt cx="643107" cy="193659"/>
          </a:xfrm>
        </p:grpSpPr>
        <p:sp>
          <p:nvSpPr>
            <p:cNvPr id="1414" name="Google Shape;1414;p7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 name="Google Shape;1417;p76"/>
          <p:cNvGrpSpPr/>
          <p:nvPr/>
        </p:nvGrpSpPr>
        <p:grpSpPr>
          <a:xfrm>
            <a:off x="958854" y="3201987"/>
            <a:ext cx="833173" cy="259209"/>
            <a:chOff x="4411970" y="4340222"/>
            <a:chExt cx="779467" cy="242683"/>
          </a:xfrm>
        </p:grpSpPr>
        <p:sp>
          <p:nvSpPr>
            <p:cNvPr id="1418" name="Google Shape;1418;p7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 name="Google Shape;1421;p76"/>
          <p:cNvGrpSpPr/>
          <p:nvPr/>
        </p:nvGrpSpPr>
        <p:grpSpPr>
          <a:xfrm>
            <a:off x="1955962" y="2597733"/>
            <a:ext cx="965160" cy="216230"/>
            <a:chOff x="4411970" y="2468674"/>
            <a:chExt cx="747317" cy="167425"/>
          </a:xfrm>
        </p:grpSpPr>
        <p:sp>
          <p:nvSpPr>
            <p:cNvPr id="1422" name="Google Shape;1422;p7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 name="Google Shape;1424;p76"/>
          <p:cNvGrpSpPr/>
          <p:nvPr/>
        </p:nvGrpSpPr>
        <p:grpSpPr>
          <a:xfrm>
            <a:off x="954709" y="2502450"/>
            <a:ext cx="810451" cy="319148"/>
            <a:chOff x="4411970" y="3686602"/>
            <a:chExt cx="797845" cy="314215"/>
          </a:xfrm>
        </p:grpSpPr>
        <p:sp>
          <p:nvSpPr>
            <p:cNvPr id="1425" name="Google Shape;1425;p76"/>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6"/>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6"/>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6"/>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6"/>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0" name="Google Shape;1430;p76"/>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1" name="Google Shape;1431;p76"/>
          <p:cNvGrpSpPr/>
          <p:nvPr/>
        </p:nvGrpSpPr>
        <p:grpSpPr>
          <a:xfrm>
            <a:off x="954806" y="2256974"/>
            <a:ext cx="1970333" cy="208784"/>
            <a:chOff x="6336019" y="3733725"/>
            <a:chExt cx="2566206" cy="351310"/>
          </a:xfrm>
        </p:grpSpPr>
        <p:sp>
          <p:nvSpPr>
            <p:cNvPr id="1432" name="Google Shape;1432;p76"/>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6"/>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6"/>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6"/>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76"/>
          <p:cNvGrpSpPr/>
          <p:nvPr/>
        </p:nvGrpSpPr>
        <p:grpSpPr>
          <a:xfrm>
            <a:off x="1955962" y="3864529"/>
            <a:ext cx="946551" cy="153200"/>
            <a:chOff x="4404545" y="3301592"/>
            <a:chExt cx="782403" cy="129272"/>
          </a:xfrm>
        </p:grpSpPr>
        <p:sp>
          <p:nvSpPr>
            <p:cNvPr id="1437" name="Google Shape;1437;p7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6"/>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76"/>
          <p:cNvGrpSpPr/>
          <p:nvPr/>
        </p:nvGrpSpPr>
        <p:grpSpPr>
          <a:xfrm>
            <a:off x="1955962" y="3603488"/>
            <a:ext cx="962257" cy="139127"/>
            <a:chOff x="4411970" y="3131459"/>
            <a:chExt cx="710520" cy="117397"/>
          </a:xfrm>
        </p:grpSpPr>
        <p:sp>
          <p:nvSpPr>
            <p:cNvPr id="1440" name="Google Shape;1440;p7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76"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3" name="Google Shape;1443;p76"/>
          <p:cNvGrpSpPr/>
          <p:nvPr/>
        </p:nvGrpSpPr>
        <p:grpSpPr>
          <a:xfrm>
            <a:off x="956107" y="3538282"/>
            <a:ext cx="823838" cy="458988"/>
            <a:chOff x="4411970" y="1801825"/>
            <a:chExt cx="734586" cy="409262"/>
          </a:xfrm>
        </p:grpSpPr>
        <p:sp>
          <p:nvSpPr>
            <p:cNvPr id="1444" name="Google Shape;1444;p7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 name="Google Shape;1446;p76"/>
          <p:cNvGrpSpPr/>
          <p:nvPr/>
        </p:nvGrpSpPr>
        <p:grpSpPr>
          <a:xfrm>
            <a:off x="956107" y="4086708"/>
            <a:ext cx="856348" cy="212039"/>
            <a:chOff x="4411970" y="2233974"/>
            <a:chExt cx="763574" cy="189068"/>
          </a:xfrm>
        </p:grpSpPr>
        <p:sp>
          <p:nvSpPr>
            <p:cNvPr id="1447" name="Google Shape;1447;p76"/>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76"/>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 name="Google Shape;1449;p76"/>
          <p:cNvGrpSpPr/>
          <p:nvPr/>
        </p:nvGrpSpPr>
        <p:grpSpPr>
          <a:xfrm>
            <a:off x="3066303" y="2262044"/>
            <a:ext cx="511602" cy="511602"/>
            <a:chOff x="5681300" y="2527788"/>
            <a:chExt cx="805800" cy="805800"/>
          </a:xfrm>
        </p:grpSpPr>
        <p:sp>
          <p:nvSpPr>
            <p:cNvPr id="1450" name="Google Shape;1450;p76"/>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7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 name="Google Shape;1452;p76"/>
          <p:cNvGrpSpPr/>
          <p:nvPr/>
        </p:nvGrpSpPr>
        <p:grpSpPr>
          <a:xfrm>
            <a:off x="3063497" y="3028627"/>
            <a:ext cx="513021" cy="512935"/>
            <a:chOff x="4049800" y="640400"/>
            <a:chExt cx="858900" cy="858900"/>
          </a:xfrm>
        </p:grpSpPr>
        <p:sp>
          <p:nvSpPr>
            <p:cNvPr id="1453" name="Google Shape;1453;p76"/>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76"/>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76"/>
          <p:cNvGrpSpPr/>
          <p:nvPr/>
        </p:nvGrpSpPr>
        <p:grpSpPr>
          <a:xfrm>
            <a:off x="2980696" y="3680519"/>
            <a:ext cx="686489" cy="686585"/>
            <a:chOff x="5080188" y="927900"/>
            <a:chExt cx="961200" cy="961200"/>
          </a:xfrm>
        </p:grpSpPr>
        <p:sp>
          <p:nvSpPr>
            <p:cNvPr id="1456" name="Google Shape;1456;p76"/>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6"/>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6"/>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6"/>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 name="Google Shape;1464;p76"/>
          <p:cNvGrpSpPr/>
          <p:nvPr/>
        </p:nvGrpSpPr>
        <p:grpSpPr>
          <a:xfrm>
            <a:off x="3763848" y="3773248"/>
            <a:ext cx="510373" cy="510937"/>
            <a:chOff x="7508249" y="1522825"/>
            <a:chExt cx="1326332" cy="1322987"/>
          </a:xfrm>
        </p:grpSpPr>
        <p:sp>
          <p:nvSpPr>
            <p:cNvPr id="1465" name="Google Shape;1465;p76"/>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6"/>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6"/>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76"/>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76"/>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76"/>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76"/>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6"/>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76"/>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76"/>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 name="Google Shape;1475;p76"/>
          <p:cNvGrpSpPr/>
          <p:nvPr/>
        </p:nvGrpSpPr>
        <p:grpSpPr>
          <a:xfrm>
            <a:off x="4455441" y="3774653"/>
            <a:ext cx="492652" cy="503348"/>
            <a:chOff x="6039282" y="1042577"/>
            <a:chExt cx="734315" cy="731929"/>
          </a:xfrm>
        </p:grpSpPr>
        <p:sp>
          <p:nvSpPr>
            <p:cNvPr id="1476" name="Google Shape;1476;p7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7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7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7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7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7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7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7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7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7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76"/>
          <p:cNvGrpSpPr/>
          <p:nvPr/>
        </p:nvGrpSpPr>
        <p:grpSpPr>
          <a:xfrm>
            <a:off x="5095855" y="2270694"/>
            <a:ext cx="483304" cy="504902"/>
            <a:chOff x="1825800" y="1651625"/>
            <a:chExt cx="568125" cy="591775"/>
          </a:xfrm>
        </p:grpSpPr>
        <p:sp>
          <p:nvSpPr>
            <p:cNvPr id="1498" name="Google Shape;1498;p76"/>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6"/>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6"/>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6"/>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6"/>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 name="Google Shape;1504;p76"/>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6"/>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6"/>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6"/>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6"/>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1509" name="Google Shape;1509;p7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513"/>
        <p:cNvGrpSpPr/>
        <p:nvPr/>
      </p:nvGrpSpPr>
      <p:grpSpPr>
        <a:xfrm>
          <a:off x="0" y="0"/>
          <a:ext cx="0" cy="0"/>
          <a:chOff x="0" y="0"/>
          <a:chExt cx="0" cy="0"/>
        </a:xfrm>
      </p:grpSpPr>
      <p:grpSp>
        <p:nvGrpSpPr>
          <p:cNvPr id="1514" name="Google Shape;1514;p77"/>
          <p:cNvGrpSpPr/>
          <p:nvPr/>
        </p:nvGrpSpPr>
        <p:grpSpPr>
          <a:xfrm>
            <a:off x="722059" y="955168"/>
            <a:ext cx="2492868" cy="1379876"/>
            <a:chOff x="2654821" y="2311071"/>
            <a:chExt cx="2279715" cy="1262120"/>
          </a:xfrm>
        </p:grpSpPr>
        <p:grpSp>
          <p:nvGrpSpPr>
            <p:cNvPr id="1515" name="Google Shape;1515;p77"/>
            <p:cNvGrpSpPr/>
            <p:nvPr/>
          </p:nvGrpSpPr>
          <p:grpSpPr>
            <a:xfrm>
              <a:off x="4034269" y="2840745"/>
              <a:ext cx="40212" cy="36437"/>
              <a:chOff x="4293400" y="2574725"/>
              <a:chExt cx="84425" cy="80100"/>
            </a:xfrm>
          </p:grpSpPr>
          <p:sp>
            <p:nvSpPr>
              <p:cNvPr id="1516" name="Google Shape;1516;p77"/>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en-US"/>
              </a:p>
            </p:txBody>
          </p:sp>
          <p:sp>
            <p:nvSpPr>
              <p:cNvPr id="1517" name="Google Shape;1517;p77"/>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77"/>
            <p:cNvGrpSpPr/>
            <p:nvPr/>
          </p:nvGrpSpPr>
          <p:grpSpPr>
            <a:xfrm>
              <a:off x="3894606" y="2334874"/>
              <a:ext cx="913198" cy="518984"/>
              <a:chOff x="4000175" y="1462675"/>
              <a:chExt cx="1917275" cy="1140875"/>
            </a:xfrm>
          </p:grpSpPr>
          <p:sp>
            <p:nvSpPr>
              <p:cNvPr id="1519" name="Google Shape;1519;p77"/>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en-US"/>
              </a:p>
            </p:txBody>
          </p:sp>
          <p:grpSp>
            <p:nvGrpSpPr>
              <p:cNvPr id="1520" name="Google Shape;1520;p77"/>
              <p:cNvGrpSpPr/>
              <p:nvPr/>
            </p:nvGrpSpPr>
            <p:grpSpPr>
              <a:xfrm>
                <a:off x="4000175" y="1462675"/>
                <a:ext cx="1917275" cy="1140875"/>
                <a:chOff x="4000175" y="1462675"/>
                <a:chExt cx="1917275" cy="1140875"/>
              </a:xfrm>
            </p:grpSpPr>
            <p:sp>
              <p:nvSpPr>
                <p:cNvPr id="1521" name="Google Shape;1521;p77"/>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en-US"/>
                </a:p>
              </p:txBody>
            </p:sp>
            <p:sp>
              <p:nvSpPr>
                <p:cNvPr id="1522" name="Google Shape;1522;p77"/>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7"/>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7"/>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7"/>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526" name="Google Shape;1526;p77"/>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7" name="Google Shape;1527;p77"/>
            <p:cNvGrpSpPr/>
            <p:nvPr/>
          </p:nvGrpSpPr>
          <p:grpSpPr>
            <a:xfrm>
              <a:off x="3875768" y="2846704"/>
              <a:ext cx="44796" cy="47366"/>
              <a:chOff x="3960625" y="2587825"/>
              <a:chExt cx="94050" cy="104125"/>
            </a:xfrm>
          </p:grpSpPr>
          <p:sp>
            <p:nvSpPr>
              <p:cNvPr id="1528" name="Google Shape;1528;p77"/>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en-US"/>
              </a:p>
            </p:txBody>
          </p:sp>
          <p:sp>
            <p:nvSpPr>
              <p:cNvPr id="1529" name="Google Shape;1529;p77"/>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 name="Google Shape;1530;p77"/>
            <p:cNvGrpSpPr/>
            <p:nvPr/>
          </p:nvGrpSpPr>
          <p:grpSpPr>
            <a:xfrm>
              <a:off x="3782759" y="2807162"/>
              <a:ext cx="82686" cy="85487"/>
              <a:chOff x="3765350" y="2500900"/>
              <a:chExt cx="173600" cy="187925"/>
            </a:xfrm>
          </p:grpSpPr>
          <p:sp>
            <p:nvSpPr>
              <p:cNvPr id="1531" name="Google Shape;1531;p77"/>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en-US"/>
              </a:p>
            </p:txBody>
          </p:sp>
          <p:sp>
            <p:nvSpPr>
              <p:cNvPr id="1532" name="Google Shape;1532;p77"/>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7"/>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7"/>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7"/>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7"/>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 name="Google Shape;1537;p77"/>
            <p:cNvGrpSpPr/>
            <p:nvPr/>
          </p:nvGrpSpPr>
          <p:grpSpPr>
            <a:xfrm>
              <a:off x="3775674" y="2798496"/>
              <a:ext cx="40545" cy="23564"/>
              <a:chOff x="3750475" y="2481850"/>
              <a:chExt cx="85125" cy="51800"/>
            </a:xfrm>
          </p:grpSpPr>
          <p:sp>
            <p:nvSpPr>
              <p:cNvPr id="1538" name="Google Shape;1538;p77"/>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7"/>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en-US"/>
              </a:p>
            </p:txBody>
          </p:sp>
        </p:grpSp>
        <p:grpSp>
          <p:nvGrpSpPr>
            <p:cNvPr id="1540" name="Google Shape;1540;p77"/>
            <p:cNvGrpSpPr/>
            <p:nvPr/>
          </p:nvGrpSpPr>
          <p:grpSpPr>
            <a:xfrm>
              <a:off x="3716946" y="2776024"/>
              <a:ext cx="81971" cy="76912"/>
              <a:chOff x="3627175" y="2432450"/>
              <a:chExt cx="172100" cy="169075"/>
            </a:xfrm>
          </p:grpSpPr>
          <p:sp>
            <p:nvSpPr>
              <p:cNvPr id="1541" name="Google Shape;1541;p77"/>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7"/>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en-US"/>
              </a:p>
            </p:txBody>
          </p:sp>
          <p:sp>
            <p:nvSpPr>
              <p:cNvPr id="1543" name="Google Shape;1543;p77"/>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en-US"/>
              </a:p>
            </p:txBody>
          </p:sp>
        </p:grpSp>
        <p:grpSp>
          <p:nvGrpSpPr>
            <p:cNvPr id="1544" name="Google Shape;1544;p77"/>
            <p:cNvGrpSpPr/>
            <p:nvPr/>
          </p:nvGrpSpPr>
          <p:grpSpPr>
            <a:xfrm>
              <a:off x="3685682" y="2845624"/>
              <a:ext cx="29311" cy="45055"/>
              <a:chOff x="3561536" y="2585450"/>
              <a:chExt cx="61539" cy="99045"/>
            </a:xfrm>
          </p:grpSpPr>
          <p:sp>
            <p:nvSpPr>
              <p:cNvPr id="1545" name="Google Shape;1545;p77"/>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7"/>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en-US"/>
              </a:p>
            </p:txBody>
          </p:sp>
        </p:grpSp>
        <p:grpSp>
          <p:nvGrpSpPr>
            <p:cNvPr id="1547" name="Google Shape;1547;p77"/>
            <p:cNvGrpSpPr/>
            <p:nvPr/>
          </p:nvGrpSpPr>
          <p:grpSpPr>
            <a:xfrm>
              <a:off x="3849905" y="2572252"/>
              <a:ext cx="74339" cy="119559"/>
              <a:chOff x="3906325" y="1984500"/>
              <a:chExt cx="156075" cy="262825"/>
            </a:xfrm>
          </p:grpSpPr>
          <p:sp>
            <p:nvSpPr>
              <p:cNvPr id="1548" name="Google Shape;1548;p77"/>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en-US"/>
              </a:p>
            </p:txBody>
          </p:sp>
          <p:sp>
            <p:nvSpPr>
              <p:cNvPr id="1549" name="Google Shape;1549;p77"/>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 name="Google Shape;1550;p77"/>
            <p:cNvGrpSpPr/>
            <p:nvPr/>
          </p:nvGrpSpPr>
          <p:grpSpPr>
            <a:xfrm>
              <a:off x="2654821" y="2414345"/>
              <a:ext cx="667570" cy="558731"/>
              <a:chOff x="1397225" y="1637375"/>
              <a:chExt cx="1401575" cy="1228250"/>
            </a:xfrm>
          </p:grpSpPr>
          <p:sp>
            <p:nvSpPr>
              <p:cNvPr id="1551" name="Google Shape;1551;p77"/>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en-US"/>
              </a:p>
            </p:txBody>
          </p:sp>
          <p:grpSp>
            <p:nvGrpSpPr>
              <p:cNvPr id="1552" name="Google Shape;1552;p77"/>
              <p:cNvGrpSpPr/>
              <p:nvPr/>
            </p:nvGrpSpPr>
            <p:grpSpPr>
              <a:xfrm>
                <a:off x="1397225" y="1637375"/>
                <a:ext cx="1398775" cy="1228250"/>
                <a:chOff x="1397225" y="1637375"/>
                <a:chExt cx="1398775" cy="1228250"/>
              </a:xfrm>
            </p:grpSpPr>
            <p:sp>
              <p:nvSpPr>
                <p:cNvPr id="1553" name="Google Shape;1553;p77"/>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7"/>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5" name="Google Shape;1555;p77"/>
            <p:cNvGrpSpPr/>
            <p:nvPr/>
          </p:nvGrpSpPr>
          <p:grpSpPr>
            <a:xfrm>
              <a:off x="3230417" y="3103734"/>
              <a:ext cx="282982" cy="280332"/>
              <a:chOff x="2605700" y="3152850"/>
              <a:chExt cx="594125" cy="616250"/>
            </a:xfrm>
          </p:grpSpPr>
          <p:sp>
            <p:nvSpPr>
              <p:cNvPr id="1556" name="Google Shape;1556;p77"/>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en-US"/>
              </a:p>
            </p:txBody>
          </p:sp>
          <p:sp>
            <p:nvSpPr>
              <p:cNvPr id="1557" name="Google Shape;1557;p77"/>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558" name="Google Shape;1558;p77"/>
            <p:cNvGrpSpPr/>
            <p:nvPr/>
          </p:nvGrpSpPr>
          <p:grpSpPr>
            <a:xfrm>
              <a:off x="3265985" y="3226989"/>
              <a:ext cx="87151" cy="346202"/>
              <a:chOff x="2680375" y="3423800"/>
              <a:chExt cx="182975" cy="761050"/>
            </a:xfrm>
          </p:grpSpPr>
          <p:sp>
            <p:nvSpPr>
              <p:cNvPr id="1559" name="Google Shape;1559;p77"/>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en-US"/>
              </a:p>
            </p:txBody>
          </p:sp>
          <p:sp>
            <p:nvSpPr>
              <p:cNvPr id="1560" name="Google Shape;1560;p77"/>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 name="Google Shape;1561;p77"/>
            <p:cNvGrpSpPr/>
            <p:nvPr/>
          </p:nvGrpSpPr>
          <p:grpSpPr>
            <a:xfrm>
              <a:off x="3855466" y="3289811"/>
              <a:ext cx="112514" cy="94210"/>
              <a:chOff x="3918000" y="3561900"/>
              <a:chExt cx="236225" cy="207100"/>
            </a:xfrm>
          </p:grpSpPr>
          <p:sp>
            <p:nvSpPr>
              <p:cNvPr id="1562" name="Google Shape;1562;p77"/>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en-US"/>
              </a:p>
            </p:txBody>
          </p:sp>
          <p:sp>
            <p:nvSpPr>
              <p:cNvPr id="1563" name="Google Shape;1563;p77"/>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4" name="Google Shape;1564;p77"/>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7"/>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7"/>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567" name="Google Shape;1567;p77"/>
            <p:cNvGrpSpPr/>
            <p:nvPr/>
          </p:nvGrpSpPr>
          <p:grpSpPr>
            <a:xfrm>
              <a:off x="2905224" y="2311071"/>
              <a:ext cx="596721" cy="528992"/>
              <a:chOff x="1922950" y="1410350"/>
              <a:chExt cx="1252825" cy="1162875"/>
            </a:xfrm>
          </p:grpSpPr>
          <p:sp>
            <p:nvSpPr>
              <p:cNvPr id="1568" name="Google Shape;1568;p77"/>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7"/>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7"/>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77"/>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77"/>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7"/>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7"/>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7"/>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7"/>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7"/>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7"/>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7"/>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7"/>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7"/>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7"/>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7"/>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584" name="Google Shape;1584;p77"/>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7"/>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7"/>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7"/>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7"/>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7"/>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7"/>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7"/>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7"/>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7"/>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7"/>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7"/>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7"/>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7"/>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7"/>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7"/>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7"/>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7"/>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7"/>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7"/>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604" name="Google Shape;1604;p77"/>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605" name="Google Shape;1605;p77"/>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6" name="Google Shape;1606;p77"/>
            <p:cNvGrpSpPr/>
            <p:nvPr/>
          </p:nvGrpSpPr>
          <p:grpSpPr>
            <a:xfrm>
              <a:off x="3280929" y="3294542"/>
              <a:ext cx="109894" cy="272224"/>
              <a:chOff x="2711750" y="3572300"/>
              <a:chExt cx="230725" cy="598425"/>
            </a:xfrm>
          </p:grpSpPr>
          <p:sp>
            <p:nvSpPr>
              <p:cNvPr id="1607" name="Google Shape;1607;p77"/>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7"/>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9" name="Google Shape;1609;p77"/>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 name="Google Shape;1610;p77"/>
            <p:cNvGrpSpPr/>
            <p:nvPr/>
          </p:nvGrpSpPr>
          <p:grpSpPr>
            <a:xfrm>
              <a:off x="3790439" y="2408636"/>
              <a:ext cx="73017" cy="75684"/>
              <a:chOff x="3781475" y="1624825"/>
              <a:chExt cx="153300" cy="166375"/>
            </a:xfrm>
          </p:grpSpPr>
          <p:sp>
            <p:nvSpPr>
              <p:cNvPr id="1611" name="Google Shape;1611;p77"/>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7"/>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7"/>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7"/>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Google Shape;1615;p77"/>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7"/>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7"/>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7"/>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7"/>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7"/>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7"/>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2" name="Google Shape;1622;p77"/>
            <p:cNvGrpSpPr/>
            <p:nvPr/>
          </p:nvGrpSpPr>
          <p:grpSpPr>
            <a:xfrm>
              <a:off x="4403342" y="3107749"/>
              <a:ext cx="316680" cy="101374"/>
              <a:chOff x="5068275" y="3161675"/>
              <a:chExt cx="664875" cy="222850"/>
            </a:xfrm>
          </p:grpSpPr>
          <p:sp>
            <p:nvSpPr>
              <p:cNvPr id="1623" name="Google Shape;1623;p77"/>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77"/>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7"/>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7"/>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7" name="Google Shape;1627;p77"/>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7"/>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7"/>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7"/>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7"/>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7"/>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7"/>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7"/>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7"/>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7"/>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7"/>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7"/>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7"/>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7"/>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7"/>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7"/>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7"/>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7"/>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7"/>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7"/>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7"/>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7"/>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7"/>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7"/>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7"/>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7"/>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7"/>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7"/>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7"/>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 name="Google Shape;1656;p77"/>
            <p:cNvGrpSpPr/>
            <p:nvPr/>
          </p:nvGrpSpPr>
          <p:grpSpPr>
            <a:xfrm>
              <a:off x="3697513" y="2707266"/>
              <a:ext cx="59549" cy="79733"/>
              <a:chOff x="3586375" y="2281300"/>
              <a:chExt cx="125025" cy="175275"/>
            </a:xfrm>
          </p:grpSpPr>
          <p:sp>
            <p:nvSpPr>
              <p:cNvPr id="1657" name="Google Shape;1657;p77"/>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7"/>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9" name="Google Shape;1659;p77"/>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 name="Google Shape;1660;p77"/>
            <p:cNvGrpSpPr/>
            <p:nvPr/>
          </p:nvGrpSpPr>
          <p:grpSpPr>
            <a:xfrm>
              <a:off x="4513224" y="3221724"/>
              <a:ext cx="274563" cy="280321"/>
              <a:chOff x="5298975" y="3412225"/>
              <a:chExt cx="576450" cy="616225"/>
            </a:xfrm>
          </p:grpSpPr>
          <p:sp>
            <p:nvSpPr>
              <p:cNvPr id="1661" name="Google Shape;1661;p77"/>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662" name="Google Shape;1662;p77"/>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 name="Google Shape;1663;p77"/>
            <p:cNvGrpSpPr/>
            <p:nvPr/>
          </p:nvGrpSpPr>
          <p:grpSpPr>
            <a:xfrm>
              <a:off x="4824403" y="3421846"/>
              <a:ext cx="110132" cy="130647"/>
              <a:chOff x="5952300" y="3852150"/>
              <a:chExt cx="231225" cy="287200"/>
            </a:xfrm>
          </p:grpSpPr>
          <p:sp>
            <p:nvSpPr>
              <p:cNvPr id="1664" name="Google Shape;1664;p77"/>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7"/>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6" name="Google Shape;1666;p77"/>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7"/>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7"/>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7"/>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7"/>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7"/>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7"/>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7"/>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4" name="Google Shape;1674;p77"/>
            <p:cNvGrpSpPr/>
            <p:nvPr/>
          </p:nvGrpSpPr>
          <p:grpSpPr>
            <a:xfrm>
              <a:off x="4295710" y="3079670"/>
              <a:ext cx="14968" cy="27135"/>
              <a:chOff x="4842300" y="3099950"/>
              <a:chExt cx="31425" cy="59650"/>
            </a:xfrm>
          </p:grpSpPr>
          <p:sp>
            <p:nvSpPr>
              <p:cNvPr id="1675" name="Google Shape;1675;p77"/>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7"/>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7"/>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7"/>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9" name="Google Shape;1679;p77"/>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7"/>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7"/>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7"/>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7"/>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7"/>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7"/>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7"/>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7" name="Google Shape;1687;p77"/>
            <p:cNvGrpSpPr/>
            <p:nvPr/>
          </p:nvGrpSpPr>
          <p:grpSpPr>
            <a:xfrm>
              <a:off x="3831056" y="2816010"/>
              <a:ext cx="37378" cy="27612"/>
              <a:chOff x="3866750" y="2520350"/>
              <a:chExt cx="78475" cy="60700"/>
            </a:xfrm>
          </p:grpSpPr>
          <p:sp>
            <p:nvSpPr>
              <p:cNvPr id="1688" name="Google Shape;1688;p77"/>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7"/>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7"/>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7"/>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2" name="Google Shape;1692;p77"/>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7"/>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7"/>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7"/>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7"/>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7"/>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7"/>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7"/>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7"/>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7"/>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7"/>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7"/>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7"/>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7"/>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7"/>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7"/>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7"/>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09" name="Google Shape;1709;p77"/>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7"/>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7"/>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7"/>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7"/>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7"/>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7"/>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7"/>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7"/>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7"/>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7"/>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7"/>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21" name="Google Shape;1721;p77"/>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7"/>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7"/>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7"/>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7"/>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7"/>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7"/>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7"/>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7"/>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7"/>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7"/>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7"/>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7"/>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4" name="Google Shape;1734;p77"/>
            <p:cNvGrpSpPr/>
            <p:nvPr/>
          </p:nvGrpSpPr>
          <p:grpSpPr>
            <a:xfrm>
              <a:off x="3632736" y="3051591"/>
              <a:ext cx="63288" cy="45217"/>
              <a:chOff x="3450375" y="3038225"/>
              <a:chExt cx="132875" cy="99400"/>
            </a:xfrm>
          </p:grpSpPr>
          <p:sp>
            <p:nvSpPr>
              <p:cNvPr id="1735" name="Google Shape;1735;p77"/>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7"/>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7" name="Google Shape;1737;p77"/>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7"/>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7"/>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7"/>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7"/>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7"/>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7"/>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7"/>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7"/>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746" name="Google Shape;1746;p77"/>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7"/>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7"/>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7"/>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7"/>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7"/>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7"/>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77"/>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7"/>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7"/>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756" name="Google Shape;1756;p77"/>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7"/>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7"/>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7"/>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7"/>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7"/>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62" name="Google Shape;1762;p77"/>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7"/>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7"/>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7"/>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7"/>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7"/>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7"/>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7"/>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 name="Google Shape;1772;p77"/>
          <p:cNvGrpSpPr/>
          <p:nvPr/>
        </p:nvGrpSpPr>
        <p:grpSpPr>
          <a:xfrm>
            <a:off x="719116" y="2850945"/>
            <a:ext cx="2622876" cy="1333540"/>
            <a:chOff x="238125" y="1038125"/>
            <a:chExt cx="7146800" cy="3633625"/>
          </a:xfrm>
        </p:grpSpPr>
        <p:sp>
          <p:nvSpPr>
            <p:cNvPr id="1773" name="Google Shape;1773;p7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7"/>
          <p:cNvGrpSpPr/>
          <p:nvPr/>
        </p:nvGrpSpPr>
        <p:grpSpPr>
          <a:xfrm>
            <a:off x="5834044" y="993055"/>
            <a:ext cx="2590840" cy="1380235"/>
            <a:chOff x="233350" y="949250"/>
            <a:chExt cx="7137300" cy="3802300"/>
          </a:xfrm>
        </p:grpSpPr>
        <p:sp>
          <p:nvSpPr>
            <p:cNvPr id="3346" name="Google Shape;3346;p7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7" name="Google Shape;3397;p77"/>
          <p:cNvGrpSpPr/>
          <p:nvPr/>
        </p:nvGrpSpPr>
        <p:grpSpPr>
          <a:xfrm>
            <a:off x="7648473" y="3037828"/>
            <a:ext cx="104231" cy="320340"/>
            <a:chOff x="7564426" y="3224343"/>
            <a:chExt cx="119985" cy="368801"/>
          </a:xfrm>
        </p:grpSpPr>
        <p:sp>
          <p:nvSpPr>
            <p:cNvPr id="3398" name="Google Shape;3398;p7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0" name="Google Shape;3400;p77"/>
          <p:cNvGrpSpPr/>
          <p:nvPr/>
        </p:nvGrpSpPr>
        <p:grpSpPr>
          <a:xfrm>
            <a:off x="7347962" y="3031929"/>
            <a:ext cx="189489" cy="332132"/>
            <a:chOff x="8370831" y="3202002"/>
            <a:chExt cx="218129" cy="382376"/>
          </a:xfrm>
        </p:grpSpPr>
        <p:sp>
          <p:nvSpPr>
            <p:cNvPr id="3401" name="Google Shape;3401;p7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3" name="Google Shape;3403;p77"/>
          <p:cNvGrpSpPr/>
          <p:nvPr/>
        </p:nvGrpSpPr>
        <p:grpSpPr>
          <a:xfrm>
            <a:off x="8071351" y="3443061"/>
            <a:ext cx="309429" cy="267000"/>
            <a:chOff x="6742064" y="3750480"/>
            <a:chExt cx="399315" cy="344560"/>
          </a:xfrm>
        </p:grpSpPr>
        <p:sp>
          <p:nvSpPr>
            <p:cNvPr id="3404" name="Google Shape;3404;p7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6" name="Google Shape;3406;p77"/>
          <p:cNvGrpSpPr/>
          <p:nvPr/>
        </p:nvGrpSpPr>
        <p:grpSpPr>
          <a:xfrm>
            <a:off x="7610370" y="3794109"/>
            <a:ext cx="180437" cy="281608"/>
            <a:chOff x="7248525" y="3739696"/>
            <a:chExt cx="230531" cy="359790"/>
          </a:xfrm>
        </p:grpSpPr>
        <p:sp>
          <p:nvSpPr>
            <p:cNvPr id="3407" name="Google Shape;3407;p7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9" name="Google Shape;3409;p77"/>
          <p:cNvGrpSpPr/>
          <p:nvPr/>
        </p:nvGrpSpPr>
        <p:grpSpPr>
          <a:xfrm>
            <a:off x="7856289" y="3437333"/>
            <a:ext cx="162896" cy="278710"/>
            <a:chOff x="7601242" y="3729267"/>
            <a:chExt cx="222566" cy="380803"/>
          </a:xfrm>
        </p:grpSpPr>
        <p:sp>
          <p:nvSpPr>
            <p:cNvPr id="3410" name="Google Shape;3410;p7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2" name="Google Shape;3412;p77"/>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3" name="Google Shape;3413;p77"/>
          <p:cNvGrpSpPr/>
          <p:nvPr/>
        </p:nvGrpSpPr>
        <p:grpSpPr>
          <a:xfrm>
            <a:off x="7345935" y="3438473"/>
            <a:ext cx="193543" cy="275990"/>
            <a:chOff x="8304647" y="3738687"/>
            <a:chExt cx="225076" cy="320956"/>
          </a:xfrm>
        </p:grpSpPr>
        <p:sp>
          <p:nvSpPr>
            <p:cNvPr id="3414" name="Google Shape;3414;p77"/>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7" name="Google Shape;3417;p77"/>
          <p:cNvGrpSpPr/>
          <p:nvPr/>
        </p:nvGrpSpPr>
        <p:grpSpPr>
          <a:xfrm>
            <a:off x="7618427" y="3438473"/>
            <a:ext cx="178492" cy="275990"/>
            <a:chOff x="8615101" y="3738687"/>
            <a:chExt cx="207573" cy="320956"/>
          </a:xfrm>
        </p:grpSpPr>
        <p:sp>
          <p:nvSpPr>
            <p:cNvPr id="3418" name="Google Shape;3418;p77"/>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1" name="Google Shape;3421;p77"/>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2" name="Google Shape;3422;p77"/>
          <p:cNvGrpSpPr/>
          <p:nvPr/>
        </p:nvGrpSpPr>
        <p:grpSpPr>
          <a:xfrm>
            <a:off x="6013132" y="3559961"/>
            <a:ext cx="557671" cy="511283"/>
            <a:chOff x="6015419" y="3716859"/>
            <a:chExt cx="557671" cy="511283"/>
          </a:xfrm>
        </p:grpSpPr>
        <p:sp>
          <p:nvSpPr>
            <p:cNvPr id="3423" name="Google Shape;3423;p77"/>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4" name="Google Shape;3424;p77"/>
            <p:cNvGrpSpPr/>
            <p:nvPr/>
          </p:nvGrpSpPr>
          <p:grpSpPr>
            <a:xfrm>
              <a:off x="6036094" y="3716980"/>
              <a:ext cx="529860" cy="510468"/>
              <a:chOff x="6036094" y="3716980"/>
              <a:chExt cx="529860" cy="510468"/>
            </a:xfrm>
          </p:grpSpPr>
          <p:sp>
            <p:nvSpPr>
              <p:cNvPr id="3425" name="Google Shape;3425;p77"/>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7"/>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7"/>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7"/>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7"/>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7"/>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7"/>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7"/>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7"/>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7"/>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35" name="Google Shape;3435;p77"/>
          <p:cNvGrpSpPr/>
          <p:nvPr/>
        </p:nvGrpSpPr>
        <p:grpSpPr>
          <a:xfrm>
            <a:off x="6642017" y="2916730"/>
            <a:ext cx="576302" cy="511871"/>
            <a:chOff x="6644304" y="3073628"/>
            <a:chExt cx="576302" cy="511871"/>
          </a:xfrm>
        </p:grpSpPr>
        <p:sp>
          <p:nvSpPr>
            <p:cNvPr id="3436" name="Google Shape;3436;p7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7" name="Google Shape;3437;p77"/>
            <p:cNvGrpSpPr/>
            <p:nvPr/>
          </p:nvGrpSpPr>
          <p:grpSpPr>
            <a:xfrm>
              <a:off x="6712169" y="3085440"/>
              <a:ext cx="481622" cy="494913"/>
              <a:chOff x="6712169" y="3085440"/>
              <a:chExt cx="481622" cy="494913"/>
            </a:xfrm>
          </p:grpSpPr>
          <p:sp>
            <p:nvSpPr>
              <p:cNvPr id="3438" name="Google Shape;3438;p77"/>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7"/>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7"/>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7"/>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7"/>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3" name="Google Shape;3443;p77"/>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7"/>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7"/>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6" name="Google Shape;3446;p77"/>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7" name="Google Shape;3447;p77"/>
          <p:cNvGrpSpPr/>
          <p:nvPr/>
        </p:nvGrpSpPr>
        <p:grpSpPr>
          <a:xfrm>
            <a:off x="6649868" y="3559725"/>
            <a:ext cx="560631" cy="511352"/>
            <a:chOff x="6652154" y="3716623"/>
            <a:chExt cx="560631" cy="511352"/>
          </a:xfrm>
        </p:grpSpPr>
        <p:sp>
          <p:nvSpPr>
            <p:cNvPr id="3448" name="Google Shape;3448;p77"/>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9" name="Google Shape;3449;p77"/>
            <p:cNvGrpSpPr/>
            <p:nvPr/>
          </p:nvGrpSpPr>
          <p:grpSpPr>
            <a:xfrm>
              <a:off x="6669657" y="3716715"/>
              <a:ext cx="466779" cy="464290"/>
              <a:chOff x="6669657" y="3716715"/>
              <a:chExt cx="466779" cy="464290"/>
            </a:xfrm>
          </p:grpSpPr>
          <p:sp>
            <p:nvSpPr>
              <p:cNvPr id="3450" name="Google Shape;3450;p77"/>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7"/>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7"/>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7"/>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7"/>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7"/>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7"/>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7"/>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7"/>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7"/>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7"/>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7"/>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7"/>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63" name="Google Shape;3463;p77"/>
          <p:cNvGrpSpPr/>
          <p:nvPr/>
        </p:nvGrpSpPr>
        <p:grpSpPr>
          <a:xfrm>
            <a:off x="7843959" y="3841134"/>
            <a:ext cx="187557" cy="187557"/>
            <a:chOff x="8565775" y="671075"/>
            <a:chExt cx="441000" cy="441000"/>
          </a:xfrm>
        </p:grpSpPr>
        <p:sp>
          <p:nvSpPr>
            <p:cNvPr id="3464" name="Google Shape;3464;p7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7"/>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6" name="Google Shape;3466;p77"/>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7"/>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68" name="Google Shape;3468;p77"/>
          <p:cNvGrpSpPr/>
          <p:nvPr/>
        </p:nvGrpSpPr>
        <p:grpSpPr>
          <a:xfrm>
            <a:off x="5997814" y="2919352"/>
            <a:ext cx="587871" cy="512373"/>
            <a:chOff x="6000100" y="3076250"/>
            <a:chExt cx="587871" cy="512373"/>
          </a:xfrm>
        </p:grpSpPr>
        <p:sp>
          <p:nvSpPr>
            <p:cNvPr id="3469" name="Google Shape;3469;p77"/>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0" name="Google Shape;3470;p77"/>
            <p:cNvGrpSpPr/>
            <p:nvPr/>
          </p:nvGrpSpPr>
          <p:grpSpPr>
            <a:xfrm>
              <a:off x="6031360" y="3076713"/>
              <a:ext cx="539107" cy="480965"/>
              <a:chOff x="6031360" y="3076713"/>
              <a:chExt cx="539107" cy="480965"/>
            </a:xfrm>
          </p:grpSpPr>
          <p:sp>
            <p:nvSpPr>
              <p:cNvPr id="3471" name="Google Shape;3471;p77"/>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7"/>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7"/>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7"/>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7"/>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7"/>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7"/>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78" name="Google Shape;3478;p77"/>
          <p:cNvGrpSpPr/>
          <p:nvPr/>
        </p:nvGrpSpPr>
        <p:grpSpPr>
          <a:xfrm>
            <a:off x="3369305" y="938716"/>
            <a:ext cx="2310381" cy="1488888"/>
            <a:chOff x="229225" y="549050"/>
            <a:chExt cx="7161750" cy="4615275"/>
          </a:xfrm>
        </p:grpSpPr>
        <p:sp>
          <p:nvSpPr>
            <p:cNvPr id="3479" name="Google Shape;3479;p7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6" name="Google Shape;3596;p77"/>
          <p:cNvGrpSpPr/>
          <p:nvPr/>
        </p:nvGrpSpPr>
        <p:grpSpPr>
          <a:xfrm>
            <a:off x="3514723" y="2830563"/>
            <a:ext cx="2310282" cy="1374222"/>
            <a:chOff x="238125" y="732525"/>
            <a:chExt cx="7130500" cy="4241425"/>
          </a:xfrm>
        </p:grpSpPr>
        <p:sp>
          <p:nvSpPr>
            <p:cNvPr id="3597" name="Google Shape;3597;p7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3714"/>
        <p:cNvGrpSpPr/>
        <p:nvPr/>
      </p:nvGrpSpPr>
      <p:grpSpPr>
        <a:xfrm>
          <a:off x="0" y="0"/>
          <a:ext cx="0" cy="0"/>
          <a:chOff x="0" y="0"/>
          <a:chExt cx="0" cy="0"/>
        </a:xfrm>
      </p:grpSpPr>
      <p:grpSp>
        <p:nvGrpSpPr>
          <p:cNvPr id="3715" name="Google Shape;3715;p78"/>
          <p:cNvGrpSpPr/>
          <p:nvPr/>
        </p:nvGrpSpPr>
        <p:grpSpPr>
          <a:xfrm>
            <a:off x="725414" y="969763"/>
            <a:ext cx="2507799" cy="206239"/>
            <a:chOff x="106648" y="895722"/>
            <a:chExt cx="4481413" cy="374300"/>
          </a:xfrm>
        </p:grpSpPr>
        <p:grpSp>
          <p:nvGrpSpPr>
            <p:cNvPr id="3716" name="Google Shape;3716;p78"/>
            <p:cNvGrpSpPr/>
            <p:nvPr/>
          </p:nvGrpSpPr>
          <p:grpSpPr>
            <a:xfrm>
              <a:off x="2233276" y="895722"/>
              <a:ext cx="1082667" cy="223591"/>
              <a:chOff x="4808316" y="2800065"/>
              <a:chExt cx="1999386" cy="412910"/>
            </a:xfrm>
          </p:grpSpPr>
          <p:sp>
            <p:nvSpPr>
              <p:cNvPr id="3717" name="Google Shape;3717;p78"/>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8" name="Google Shape;3718;p78"/>
              <p:cNvGrpSpPr/>
              <p:nvPr/>
            </p:nvGrpSpPr>
            <p:grpSpPr>
              <a:xfrm>
                <a:off x="4808316" y="2800065"/>
                <a:ext cx="92400" cy="411825"/>
                <a:chOff x="845575" y="2563700"/>
                <a:chExt cx="92400" cy="411825"/>
              </a:xfrm>
            </p:grpSpPr>
            <p:cxnSp>
              <p:nvCxnSpPr>
                <p:cNvPr id="3719" name="Google Shape;3719;p7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20" name="Google Shape;3720;p7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21" name="Google Shape;3721;p78"/>
            <p:cNvGrpSpPr/>
            <p:nvPr/>
          </p:nvGrpSpPr>
          <p:grpSpPr>
            <a:xfrm>
              <a:off x="106648" y="895722"/>
              <a:ext cx="1088401" cy="223591"/>
              <a:chOff x="881025" y="2800065"/>
              <a:chExt cx="2009975" cy="412910"/>
            </a:xfrm>
          </p:grpSpPr>
          <p:sp>
            <p:nvSpPr>
              <p:cNvPr id="3722" name="Google Shape;3722;p78"/>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3" name="Google Shape;3723;p78"/>
              <p:cNvGrpSpPr/>
              <p:nvPr/>
            </p:nvGrpSpPr>
            <p:grpSpPr>
              <a:xfrm>
                <a:off x="881025" y="2800065"/>
                <a:ext cx="92400" cy="411825"/>
                <a:chOff x="845575" y="2563700"/>
                <a:chExt cx="92400" cy="411825"/>
              </a:xfrm>
            </p:grpSpPr>
            <p:cxnSp>
              <p:nvCxnSpPr>
                <p:cNvPr id="3724" name="Google Shape;3724;p7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25" name="Google Shape;3725;p7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26" name="Google Shape;3726;p78"/>
            <p:cNvGrpSpPr/>
            <p:nvPr/>
          </p:nvGrpSpPr>
          <p:grpSpPr>
            <a:xfrm>
              <a:off x="1172346" y="1047018"/>
              <a:ext cx="1083151" cy="223003"/>
              <a:chOff x="2849073" y="3079467"/>
              <a:chExt cx="2000279" cy="411825"/>
            </a:xfrm>
          </p:grpSpPr>
          <p:sp>
            <p:nvSpPr>
              <p:cNvPr id="3727" name="Google Shape;3727;p78"/>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8" name="Google Shape;3728;p78"/>
              <p:cNvGrpSpPr/>
              <p:nvPr/>
            </p:nvGrpSpPr>
            <p:grpSpPr>
              <a:xfrm rot="10800000">
                <a:off x="2849073" y="3079467"/>
                <a:ext cx="92400" cy="411825"/>
                <a:chOff x="2070100" y="2563700"/>
                <a:chExt cx="92400" cy="411825"/>
              </a:xfrm>
            </p:grpSpPr>
            <p:cxnSp>
              <p:nvCxnSpPr>
                <p:cNvPr id="3729" name="Google Shape;3729;p7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30" name="Google Shape;3730;p7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31" name="Google Shape;3731;p78"/>
            <p:cNvGrpSpPr/>
            <p:nvPr/>
          </p:nvGrpSpPr>
          <p:grpSpPr>
            <a:xfrm>
              <a:off x="3290132" y="1047018"/>
              <a:ext cx="1297929" cy="223003"/>
              <a:chOff x="6760035" y="3079467"/>
              <a:chExt cx="2396914" cy="411825"/>
            </a:xfrm>
          </p:grpSpPr>
          <p:sp>
            <p:nvSpPr>
              <p:cNvPr id="3732" name="Google Shape;3732;p78"/>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33" name="Google Shape;3733;p78"/>
              <p:cNvGrpSpPr/>
              <p:nvPr/>
            </p:nvGrpSpPr>
            <p:grpSpPr>
              <a:xfrm rot="10800000">
                <a:off x="6760035" y="3079467"/>
                <a:ext cx="92400" cy="411825"/>
                <a:chOff x="2070100" y="2563700"/>
                <a:chExt cx="92400" cy="411825"/>
              </a:xfrm>
            </p:grpSpPr>
            <p:cxnSp>
              <p:nvCxnSpPr>
                <p:cNvPr id="3734" name="Google Shape;3734;p7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735" name="Google Shape;3735;p7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736" name="Google Shape;3736;p78"/>
          <p:cNvGrpSpPr/>
          <p:nvPr/>
        </p:nvGrpSpPr>
        <p:grpSpPr>
          <a:xfrm>
            <a:off x="2143176" y="3369134"/>
            <a:ext cx="1086701" cy="799429"/>
            <a:chOff x="2183288" y="3555572"/>
            <a:chExt cx="1136241" cy="835873"/>
          </a:xfrm>
        </p:grpSpPr>
        <p:sp>
          <p:nvSpPr>
            <p:cNvPr id="3737" name="Google Shape;3737;p78"/>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38" name="Google Shape;3738;p78"/>
            <p:cNvGrpSpPr/>
            <p:nvPr/>
          </p:nvGrpSpPr>
          <p:grpSpPr>
            <a:xfrm>
              <a:off x="2205895" y="3637269"/>
              <a:ext cx="1089848" cy="724993"/>
              <a:chOff x="2205895" y="3637269"/>
              <a:chExt cx="1089848" cy="724993"/>
            </a:xfrm>
          </p:grpSpPr>
          <p:sp>
            <p:nvSpPr>
              <p:cNvPr id="3739" name="Google Shape;3739;p78"/>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8"/>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8"/>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8"/>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8"/>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8"/>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5" name="Google Shape;3745;p78"/>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46" name="Google Shape;3746;p78"/>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747" name="Google Shape;3747;p78"/>
            <p:cNvGrpSpPr/>
            <p:nvPr/>
          </p:nvGrpSpPr>
          <p:grpSpPr>
            <a:xfrm>
              <a:off x="3173850" y="3779426"/>
              <a:ext cx="145679" cy="70048"/>
              <a:chOff x="3173850" y="3779426"/>
              <a:chExt cx="145679" cy="70048"/>
            </a:xfrm>
          </p:grpSpPr>
          <p:cxnSp>
            <p:nvCxnSpPr>
              <p:cNvPr id="3748" name="Google Shape;3748;p78"/>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3749" name="Google Shape;3749;p78"/>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0" name="Google Shape;3750;p78"/>
            <p:cNvGrpSpPr/>
            <p:nvPr/>
          </p:nvGrpSpPr>
          <p:grpSpPr>
            <a:xfrm>
              <a:off x="2183288" y="4139483"/>
              <a:ext cx="145133" cy="70048"/>
              <a:chOff x="2183288" y="4139483"/>
              <a:chExt cx="145133" cy="70048"/>
            </a:xfrm>
          </p:grpSpPr>
          <p:cxnSp>
            <p:nvCxnSpPr>
              <p:cNvPr id="3751" name="Google Shape;3751;p78"/>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3752" name="Google Shape;3752;p78"/>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53" name="Google Shape;3753;p78"/>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54" name="Google Shape;3754;p78"/>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755" name="Google Shape;3755;p78"/>
            <p:cNvGrpSpPr/>
            <p:nvPr/>
          </p:nvGrpSpPr>
          <p:grpSpPr>
            <a:xfrm>
              <a:off x="2943836" y="4268886"/>
              <a:ext cx="60717" cy="122559"/>
              <a:chOff x="2943836" y="4268886"/>
              <a:chExt cx="60717" cy="122559"/>
            </a:xfrm>
          </p:grpSpPr>
          <p:sp>
            <p:nvSpPr>
              <p:cNvPr id="3756" name="Google Shape;3756;p78"/>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57" name="Google Shape;3757;p78"/>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3758" name="Google Shape;3758;p78"/>
          <p:cNvGrpSpPr/>
          <p:nvPr/>
        </p:nvGrpSpPr>
        <p:grpSpPr>
          <a:xfrm>
            <a:off x="3406121" y="1290134"/>
            <a:ext cx="1675870" cy="758251"/>
            <a:chOff x="3530532" y="1496185"/>
            <a:chExt cx="1562000" cy="706730"/>
          </a:xfrm>
        </p:grpSpPr>
        <p:cxnSp>
          <p:nvCxnSpPr>
            <p:cNvPr id="3759" name="Google Shape;3759;p78"/>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3760" name="Google Shape;3760;p78"/>
            <p:cNvGrpSpPr/>
            <p:nvPr/>
          </p:nvGrpSpPr>
          <p:grpSpPr>
            <a:xfrm>
              <a:off x="3530532" y="1496185"/>
              <a:ext cx="323430" cy="463587"/>
              <a:chOff x="3530532" y="1496185"/>
              <a:chExt cx="323430" cy="463587"/>
            </a:xfrm>
          </p:grpSpPr>
          <p:grpSp>
            <p:nvGrpSpPr>
              <p:cNvPr id="3761" name="Google Shape;3761;p78"/>
              <p:cNvGrpSpPr/>
              <p:nvPr/>
            </p:nvGrpSpPr>
            <p:grpSpPr>
              <a:xfrm>
                <a:off x="3567462" y="1496185"/>
                <a:ext cx="286500" cy="361376"/>
                <a:chOff x="3567462" y="1496185"/>
                <a:chExt cx="286500" cy="361376"/>
              </a:xfrm>
            </p:grpSpPr>
            <p:cxnSp>
              <p:nvCxnSpPr>
                <p:cNvPr id="3762" name="Google Shape;3762;p78"/>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763" name="Google Shape;3763;p78"/>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4" name="Google Shape;3764;p78"/>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5" name="Google Shape;3765;p78"/>
            <p:cNvGrpSpPr/>
            <p:nvPr/>
          </p:nvGrpSpPr>
          <p:grpSpPr>
            <a:xfrm>
              <a:off x="3891569" y="1779209"/>
              <a:ext cx="323945" cy="423706"/>
              <a:chOff x="3891569" y="1779209"/>
              <a:chExt cx="323945" cy="423706"/>
            </a:xfrm>
          </p:grpSpPr>
          <p:grpSp>
            <p:nvGrpSpPr>
              <p:cNvPr id="3766" name="Google Shape;3766;p78"/>
              <p:cNvGrpSpPr/>
              <p:nvPr/>
            </p:nvGrpSpPr>
            <p:grpSpPr>
              <a:xfrm>
                <a:off x="3929014" y="1881638"/>
                <a:ext cx="286500" cy="321278"/>
                <a:chOff x="3929014" y="1881638"/>
                <a:chExt cx="286500" cy="321278"/>
              </a:xfrm>
            </p:grpSpPr>
            <p:cxnSp>
              <p:nvCxnSpPr>
                <p:cNvPr id="3767" name="Google Shape;3767;p78"/>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3768" name="Google Shape;3768;p78"/>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9" name="Google Shape;3769;p78"/>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0" name="Google Shape;3770;p78"/>
            <p:cNvGrpSpPr/>
            <p:nvPr/>
          </p:nvGrpSpPr>
          <p:grpSpPr>
            <a:xfrm>
              <a:off x="4252606" y="1496185"/>
              <a:ext cx="324721" cy="463587"/>
              <a:chOff x="4252606" y="1496185"/>
              <a:chExt cx="324721" cy="463587"/>
            </a:xfrm>
          </p:grpSpPr>
          <p:grpSp>
            <p:nvGrpSpPr>
              <p:cNvPr id="3771" name="Google Shape;3771;p78"/>
              <p:cNvGrpSpPr/>
              <p:nvPr/>
            </p:nvGrpSpPr>
            <p:grpSpPr>
              <a:xfrm>
                <a:off x="4290828" y="1496185"/>
                <a:ext cx="286500" cy="361376"/>
                <a:chOff x="4290828" y="1496185"/>
                <a:chExt cx="286500" cy="361376"/>
              </a:xfrm>
            </p:grpSpPr>
            <p:cxnSp>
              <p:nvCxnSpPr>
                <p:cNvPr id="3772" name="Google Shape;3772;p78"/>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773" name="Google Shape;3773;p78"/>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4" name="Google Shape;3774;p78"/>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5" name="Google Shape;3775;p78"/>
            <p:cNvGrpSpPr/>
            <p:nvPr/>
          </p:nvGrpSpPr>
          <p:grpSpPr>
            <a:xfrm>
              <a:off x="4613643" y="1763716"/>
              <a:ext cx="325308" cy="439200"/>
              <a:chOff x="4613643" y="1763716"/>
              <a:chExt cx="325308" cy="439200"/>
            </a:xfrm>
          </p:grpSpPr>
          <p:grpSp>
            <p:nvGrpSpPr>
              <p:cNvPr id="3776" name="Google Shape;3776;p78"/>
              <p:cNvGrpSpPr/>
              <p:nvPr/>
            </p:nvGrpSpPr>
            <p:grpSpPr>
              <a:xfrm>
                <a:off x="4652451" y="1879538"/>
                <a:ext cx="286500" cy="323378"/>
                <a:chOff x="4652451" y="1879538"/>
                <a:chExt cx="286500" cy="323378"/>
              </a:xfrm>
            </p:grpSpPr>
            <p:cxnSp>
              <p:nvCxnSpPr>
                <p:cNvPr id="3777" name="Google Shape;3777;p78"/>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3778" name="Google Shape;3778;p78"/>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9" name="Google Shape;3779;p78"/>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80" name="Google Shape;3780;p78"/>
          <p:cNvGrpSpPr/>
          <p:nvPr/>
        </p:nvGrpSpPr>
        <p:grpSpPr>
          <a:xfrm>
            <a:off x="3417981" y="2143759"/>
            <a:ext cx="1652173" cy="391517"/>
            <a:chOff x="3512551" y="2358270"/>
            <a:chExt cx="1597383" cy="378533"/>
          </a:xfrm>
        </p:grpSpPr>
        <p:cxnSp>
          <p:nvCxnSpPr>
            <p:cNvPr id="3781" name="Google Shape;3781;p78"/>
            <p:cNvCxnSpPr>
              <a:stCxn id="3782" idx="6"/>
              <a:endCxn id="378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3784" name="Google Shape;3784;p78"/>
            <p:cNvGrpSpPr/>
            <p:nvPr/>
          </p:nvGrpSpPr>
          <p:grpSpPr>
            <a:xfrm>
              <a:off x="3512551" y="2358270"/>
              <a:ext cx="225647" cy="307714"/>
              <a:chOff x="2182679" y="2004714"/>
              <a:chExt cx="792300" cy="1080458"/>
            </a:xfrm>
          </p:grpSpPr>
          <p:cxnSp>
            <p:nvCxnSpPr>
              <p:cNvPr id="3785" name="Google Shape;3785;p78"/>
              <p:cNvCxnSpPr>
                <a:stCxn id="378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782" name="Google Shape;3782;p78"/>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8"/>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7" name="Google Shape;3787;p78"/>
            <p:cNvGrpSpPr/>
            <p:nvPr/>
          </p:nvGrpSpPr>
          <p:grpSpPr>
            <a:xfrm>
              <a:off x="3969644" y="2440153"/>
              <a:ext cx="225853" cy="296651"/>
              <a:chOff x="3775710" y="1729289"/>
              <a:chExt cx="136500" cy="179289"/>
            </a:xfrm>
          </p:grpSpPr>
          <p:cxnSp>
            <p:nvCxnSpPr>
              <p:cNvPr id="3788" name="Google Shape;3788;p78"/>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3789" name="Google Shape;3789;p78"/>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8"/>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1" name="Google Shape;3791;p78"/>
            <p:cNvGrpSpPr/>
            <p:nvPr/>
          </p:nvGrpSpPr>
          <p:grpSpPr>
            <a:xfrm>
              <a:off x="4427051" y="2358270"/>
              <a:ext cx="225647" cy="307714"/>
              <a:chOff x="5393704" y="2004714"/>
              <a:chExt cx="792300" cy="1080458"/>
            </a:xfrm>
          </p:grpSpPr>
          <p:cxnSp>
            <p:nvCxnSpPr>
              <p:cNvPr id="3792" name="Google Shape;3792;p78"/>
              <p:cNvCxnSpPr>
                <a:stCxn id="379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794" name="Google Shape;3794;p78"/>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8"/>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5" name="Google Shape;3795;p78"/>
            <p:cNvGrpSpPr/>
            <p:nvPr/>
          </p:nvGrpSpPr>
          <p:grpSpPr>
            <a:xfrm>
              <a:off x="4884287" y="2440252"/>
              <a:ext cx="225647" cy="296532"/>
              <a:chOff x="6999166" y="2292572"/>
              <a:chExt cx="792300" cy="1041192"/>
            </a:xfrm>
          </p:grpSpPr>
          <p:cxnSp>
            <p:nvCxnSpPr>
              <p:cNvPr id="3796" name="Google Shape;3796;p78"/>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3783" name="Google Shape;3783;p78"/>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8"/>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98" name="Google Shape;3798;p78"/>
          <p:cNvGrpSpPr/>
          <p:nvPr/>
        </p:nvGrpSpPr>
        <p:grpSpPr>
          <a:xfrm>
            <a:off x="6838789" y="979959"/>
            <a:ext cx="1581844" cy="732818"/>
            <a:chOff x="634175" y="2986275"/>
            <a:chExt cx="3147949" cy="1458344"/>
          </a:xfrm>
        </p:grpSpPr>
        <p:cxnSp>
          <p:nvCxnSpPr>
            <p:cNvPr id="3799" name="Google Shape;3799;p78"/>
            <p:cNvCxnSpPr>
              <a:stCxn id="3800" idx="4"/>
              <a:endCxn id="380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3802" name="Google Shape;3802;p78"/>
            <p:cNvCxnSpPr>
              <a:stCxn id="3801" idx="0"/>
              <a:endCxn id="380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3804" name="Google Shape;3804;p78"/>
            <p:cNvCxnSpPr>
              <a:stCxn id="3803" idx="4"/>
              <a:endCxn id="380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3806" name="Google Shape;3806;p78"/>
            <p:cNvCxnSpPr>
              <a:stCxn id="3805" idx="0"/>
              <a:endCxn id="380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3807" name="Google Shape;3807;p78"/>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03" name="Google Shape;3803;p78"/>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00" name="Google Shape;3800;p78"/>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05" name="Google Shape;3805;p78"/>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801" name="Google Shape;3801;p78"/>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3808" name="Google Shape;3808;p78"/>
          <p:cNvGrpSpPr/>
          <p:nvPr/>
        </p:nvGrpSpPr>
        <p:grpSpPr>
          <a:xfrm>
            <a:off x="3406504" y="2674269"/>
            <a:ext cx="1675128" cy="313674"/>
            <a:chOff x="998425" y="1182125"/>
            <a:chExt cx="1065400" cy="199500"/>
          </a:xfrm>
        </p:grpSpPr>
        <p:sp>
          <p:nvSpPr>
            <p:cNvPr id="3809" name="Google Shape;3809;p7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4" name="Google Shape;3814;p78"/>
          <p:cNvGrpSpPr/>
          <p:nvPr/>
        </p:nvGrpSpPr>
        <p:grpSpPr>
          <a:xfrm>
            <a:off x="3406503" y="3630235"/>
            <a:ext cx="1675129" cy="525345"/>
            <a:chOff x="5194708" y="3484366"/>
            <a:chExt cx="3148148" cy="987304"/>
          </a:xfrm>
        </p:grpSpPr>
        <p:grpSp>
          <p:nvGrpSpPr>
            <p:cNvPr id="3815" name="Google Shape;3815;p78"/>
            <p:cNvGrpSpPr/>
            <p:nvPr/>
          </p:nvGrpSpPr>
          <p:grpSpPr>
            <a:xfrm>
              <a:off x="7531521" y="3484366"/>
              <a:ext cx="811335" cy="987304"/>
              <a:chOff x="3379425" y="1617275"/>
              <a:chExt cx="1090650" cy="1327200"/>
            </a:xfrm>
          </p:grpSpPr>
          <p:sp>
            <p:nvSpPr>
              <p:cNvPr id="3816" name="Google Shape;3816;p7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78"/>
            <p:cNvGrpSpPr/>
            <p:nvPr/>
          </p:nvGrpSpPr>
          <p:grpSpPr>
            <a:xfrm>
              <a:off x="6752546" y="3484366"/>
              <a:ext cx="811428" cy="987304"/>
              <a:chOff x="2332275" y="1617275"/>
              <a:chExt cx="1090775" cy="1327200"/>
            </a:xfrm>
          </p:grpSpPr>
          <p:sp>
            <p:nvSpPr>
              <p:cNvPr id="3820" name="Google Shape;3820;p7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3" name="Google Shape;3823;p78"/>
            <p:cNvGrpSpPr/>
            <p:nvPr/>
          </p:nvGrpSpPr>
          <p:grpSpPr>
            <a:xfrm>
              <a:off x="5973664" y="3484366"/>
              <a:ext cx="811335" cy="987304"/>
              <a:chOff x="1285250" y="1617275"/>
              <a:chExt cx="1090650" cy="1327200"/>
            </a:xfrm>
          </p:grpSpPr>
          <p:sp>
            <p:nvSpPr>
              <p:cNvPr id="3824" name="Google Shape;3824;p7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7" name="Google Shape;3827;p78"/>
            <p:cNvGrpSpPr/>
            <p:nvPr/>
          </p:nvGrpSpPr>
          <p:grpSpPr>
            <a:xfrm>
              <a:off x="5194708" y="3484366"/>
              <a:ext cx="811409" cy="987304"/>
              <a:chOff x="238125" y="1617275"/>
              <a:chExt cx="1090750" cy="1327200"/>
            </a:xfrm>
          </p:grpSpPr>
          <p:sp>
            <p:nvSpPr>
              <p:cNvPr id="3828" name="Google Shape;3828;p7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31" name="Google Shape;3831;p78"/>
          <p:cNvGrpSpPr/>
          <p:nvPr/>
        </p:nvGrpSpPr>
        <p:grpSpPr>
          <a:xfrm>
            <a:off x="6840188" y="2276124"/>
            <a:ext cx="1579046" cy="522230"/>
            <a:chOff x="6853641" y="2534077"/>
            <a:chExt cx="1515545" cy="501229"/>
          </a:xfrm>
        </p:grpSpPr>
        <p:grpSp>
          <p:nvGrpSpPr>
            <p:cNvPr id="3832" name="Google Shape;3832;p78"/>
            <p:cNvGrpSpPr/>
            <p:nvPr/>
          </p:nvGrpSpPr>
          <p:grpSpPr>
            <a:xfrm>
              <a:off x="6853641" y="2618923"/>
              <a:ext cx="1515545" cy="324556"/>
              <a:chOff x="6853641" y="2618923"/>
              <a:chExt cx="1515545" cy="324556"/>
            </a:xfrm>
          </p:grpSpPr>
          <p:sp>
            <p:nvSpPr>
              <p:cNvPr id="3833" name="Google Shape;3833;p78"/>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8"/>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8"/>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8"/>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8"/>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8" name="Google Shape;3838;p78"/>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8"/>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8"/>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8"/>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8"/>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3" name="Google Shape;3843;p78"/>
          <p:cNvGrpSpPr/>
          <p:nvPr/>
        </p:nvGrpSpPr>
        <p:grpSpPr>
          <a:xfrm>
            <a:off x="3435080" y="3151165"/>
            <a:ext cx="1617976" cy="346616"/>
            <a:chOff x="1808063" y="4294338"/>
            <a:chExt cx="3370782" cy="721817"/>
          </a:xfrm>
        </p:grpSpPr>
        <p:sp>
          <p:nvSpPr>
            <p:cNvPr id="3844" name="Google Shape;3844;p7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78"/>
          <p:cNvGrpSpPr/>
          <p:nvPr/>
        </p:nvGrpSpPr>
        <p:grpSpPr>
          <a:xfrm>
            <a:off x="5261076" y="3817915"/>
            <a:ext cx="1417067" cy="350605"/>
            <a:chOff x="4234950" y="2101012"/>
            <a:chExt cx="4219974" cy="1044090"/>
          </a:xfrm>
        </p:grpSpPr>
        <p:sp>
          <p:nvSpPr>
            <p:cNvPr id="3855" name="Google Shape;3855;p78"/>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8"/>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8"/>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8"/>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8"/>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8"/>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8"/>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8"/>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8"/>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8"/>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8"/>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8"/>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8"/>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8"/>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8"/>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8"/>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1" name="Google Shape;3871;p78"/>
          <p:cNvGrpSpPr/>
          <p:nvPr/>
        </p:nvGrpSpPr>
        <p:grpSpPr>
          <a:xfrm>
            <a:off x="6836548" y="1808672"/>
            <a:ext cx="1586327" cy="371557"/>
            <a:chOff x="1247650" y="2075423"/>
            <a:chExt cx="6648477" cy="1557238"/>
          </a:xfrm>
        </p:grpSpPr>
        <p:sp>
          <p:nvSpPr>
            <p:cNvPr id="3872" name="Google Shape;3872;p7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8" name="Google Shape;3878;p78"/>
          <p:cNvGrpSpPr/>
          <p:nvPr/>
        </p:nvGrpSpPr>
        <p:grpSpPr>
          <a:xfrm>
            <a:off x="5267818" y="961862"/>
            <a:ext cx="1415601" cy="1648533"/>
            <a:chOff x="1839112" y="2209163"/>
            <a:chExt cx="1918159" cy="2233784"/>
          </a:xfrm>
        </p:grpSpPr>
        <p:sp>
          <p:nvSpPr>
            <p:cNvPr id="3879" name="Google Shape;3879;p78"/>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8"/>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8"/>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882" name="Google Shape;3882;p78"/>
            <p:cNvCxnSpPr>
              <a:stCxn id="3879" idx="6"/>
              <a:endCxn id="388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3883" name="Google Shape;3883;p78"/>
            <p:cNvCxnSpPr>
              <a:stCxn id="3880" idx="4"/>
              <a:endCxn id="388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3885" name="Google Shape;3885;p78"/>
            <p:cNvCxnSpPr>
              <a:stCxn id="3884" idx="6"/>
              <a:endCxn id="388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3886" name="Google Shape;3886;p78"/>
            <p:cNvCxnSpPr>
              <a:stCxn id="3881" idx="4"/>
              <a:endCxn id="388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3884" name="Google Shape;3884;p78"/>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8"/>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8"/>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889" name="Google Shape;3889;p78"/>
            <p:cNvCxnSpPr>
              <a:endCxn id="388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3890" name="Google Shape;3890;p78"/>
          <p:cNvGrpSpPr/>
          <p:nvPr/>
        </p:nvGrpSpPr>
        <p:grpSpPr>
          <a:xfrm>
            <a:off x="3425084" y="979946"/>
            <a:ext cx="1637968" cy="154942"/>
            <a:chOff x="238125" y="2506075"/>
            <a:chExt cx="7115411" cy="673075"/>
          </a:xfrm>
        </p:grpSpPr>
        <p:sp>
          <p:nvSpPr>
            <p:cNvPr id="3891" name="Google Shape;3891;p7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6" name="Google Shape;3896;p78"/>
          <p:cNvGrpSpPr/>
          <p:nvPr/>
        </p:nvGrpSpPr>
        <p:grpSpPr>
          <a:xfrm>
            <a:off x="1965820" y="1294664"/>
            <a:ext cx="1262932" cy="785408"/>
            <a:chOff x="548861" y="389676"/>
            <a:chExt cx="3843371" cy="2390163"/>
          </a:xfrm>
        </p:grpSpPr>
        <p:cxnSp>
          <p:nvCxnSpPr>
            <p:cNvPr id="3897" name="Google Shape;3897;p78"/>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3898" name="Google Shape;3898;p78"/>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3899" name="Google Shape;3899;p78"/>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3900" name="Google Shape;3900;p78"/>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3901" name="Google Shape;3901;p78"/>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3902" name="Google Shape;3902;p78"/>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03" name="Google Shape;3903;p78"/>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3904" name="Google Shape;3904;p78"/>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8"/>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8"/>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8"/>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8"/>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8"/>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0" name="Google Shape;3910;p78"/>
          <p:cNvGrpSpPr/>
          <p:nvPr/>
        </p:nvGrpSpPr>
        <p:grpSpPr>
          <a:xfrm>
            <a:off x="753952" y="2401541"/>
            <a:ext cx="1412054" cy="633562"/>
            <a:chOff x="1187400" y="2529299"/>
            <a:chExt cx="6769193" cy="2241903"/>
          </a:xfrm>
        </p:grpSpPr>
        <p:sp>
          <p:nvSpPr>
            <p:cNvPr id="3911" name="Google Shape;3911;p78"/>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3912" name="Google Shape;3912;p78"/>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13" name="Google Shape;3913;p78"/>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14" name="Google Shape;3914;p78"/>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15" name="Google Shape;3915;p78"/>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16" name="Google Shape;3916;p78"/>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3917" name="Google Shape;3917;p78"/>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3918" name="Google Shape;3918;p78"/>
            <p:cNvCxnSpPr>
              <a:stCxn id="3911" idx="2"/>
              <a:endCxn id="391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19" name="Google Shape;3919;p78"/>
            <p:cNvCxnSpPr>
              <a:stCxn id="3913" idx="0"/>
              <a:endCxn id="391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20" name="Google Shape;3920;p78"/>
            <p:cNvCxnSpPr>
              <a:stCxn id="3913" idx="2"/>
              <a:endCxn id="391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21" name="Google Shape;3921;p78"/>
            <p:cNvCxnSpPr>
              <a:stCxn id="3914" idx="0"/>
              <a:endCxn id="391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22" name="Google Shape;3922;p78"/>
            <p:cNvCxnSpPr>
              <a:stCxn id="3912" idx="2"/>
              <a:endCxn id="391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3923" name="Google Shape;3923;p78"/>
            <p:cNvCxnSpPr>
              <a:stCxn id="3916" idx="0"/>
              <a:endCxn id="391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3924" name="Google Shape;3924;p78"/>
          <p:cNvGrpSpPr/>
          <p:nvPr/>
        </p:nvGrpSpPr>
        <p:grpSpPr>
          <a:xfrm>
            <a:off x="6840198" y="2894250"/>
            <a:ext cx="1579035" cy="540873"/>
            <a:chOff x="6895650" y="3126697"/>
            <a:chExt cx="1436662" cy="492105"/>
          </a:xfrm>
        </p:grpSpPr>
        <p:sp>
          <p:nvSpPr>
            <p:cNvPr id="3925" name="Google Shape;3925;p78"/>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8"/>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8"/>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8"/>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8"/>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0" name="Google Shape;3930;p78"/>
            <p:cNvGrpSpPr/>
            <p:nvPr/>
          </p:nvGrpSpPr>
          <p:grpSpPr>
            <a:xfrm>
              <a:off x="6995957" y="3335810"/>
              <a:ext cx="1230393" cy="71754"/>
              <a:chOff x="6995957" y="3287964"/>
              <a:chExt cx="1230393" cy="71754"/>
            </a:xfrm>
          </p:grpSpPr>
          <p:sp>
            <p:nvSpPr>
              <p:cNvPr id="3931" name="Google Shape;3931;p78"/>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8"/>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8"/>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8"/>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8"/>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36" name="Google Shape;3936;p78"/>
          <p:cNvGrpSpPr/>
          <p:nvPr/>
        </p:nvGrpSpPr>
        <p:grpSpPr>
          <a:xfrm>
            <a:off x="6838780" y="3531013"/>
            <a:ext cx="1581862" cy="650625"/>
            <a:chOff x="6777990" y="3710194"/>
            <a:chExt cx="1646915" cy="677382"/>
          </a:xfrm>
        </p:grpSpPr>
        <p:grpSp>
          <p:nvGrpSpPr>
            <p:cNvPr id="3937" name="Google Shape;3937;p78"/>
            <p:cNvGrpSpPr/>
            <p:nvPr/>
          </p:nvGrpSpPr>
          <p:grpSpPr>
            <a:xfrm>
              <a:off x="6777990" y="3874492"/>
              <a:ext cx="411129" cy="513083"/>
              <a:chOff x="6777990" y="3874492"/>
              <a:chExt cx="411129" cy="513083"/>
            </a:xfrm>
          </p:grpSpPr>
          <p:cxnSp>
            <p:nvCxnSpPr>
              <p:cNvPr id="3938" name="Google Shape;3938;p78"/>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3939" name="Google Shape;3939;p78"/>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0" name="Google Shape;3940;p78"/>
            <p:cNvGrpSpPr/>
            <p:nvPr/>
          </p:nvGrpSpPr>
          <p:grpSpPr>
            <a:xfrm>
              <a:off x="7188425" y="3710194"/>
              <a:ext cx="411123" cy="520535"/>
              <a:chOff x="7188425" y="3710194"/>
              <a:chExt cx="411123" cy="520535"/>
            </a:xfrm>
          </p:grpSpPr>
          <p:cxnSp>
            <p:nvCxnSpPr>
              <p:cNvPr id="3941" name="Google Shape;3941;p78"/>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3942" name="Google Shape;3942;p78"/>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3" name="Google Shape;3943;p78"/>
            <p:cNvGrpSpPr/>
            <p:nvPr/>
          </p:nvGrpSpPr>
          <p:grpSpPr>
            <a:xfrm>
              <a:off x="7603341" y="3874492"/>
              <a:ext cx="411474" cy="513083"/>
              <a:chOff x="7603341" y="3874492"/>
              <a:chExt cx="411474" cy="513083"/>
            </a:xfrm>
          </p:grpSpPr>
          <p:cxnSp>
            <p:nvCxnSpPr>
              <p:cNvPr id="3944" name="Google Shape;3944;p78"/>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3945" name="Google Shape;3945;p78"/>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6" name="Google Shape;3946;p78"/>
            <p:cNvGrpSpPr/>
            <p:nvPr/>
          </p:nvGrpSpPr>
          <p:grpSpPr>
            <a:xfrm>
              <a:off x="8013776" y="3722847"/>
              <a:ext cx="411129" cy="507881"/>
              <a:chOff x="8013776" y="3722847"/>
              <a:chExt cx="411129" cy="507881"/>
            </a:xfrm>
          </p:grpSpPr>
          <p:cxnSp>
            <p:nvCxnSpPr>
              <p:cNvPr id="3947" name="Google Shape;3947;p78"/>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3948" name="Google Shape;3948;p78"/>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49" name="Google Shape;3949;p78"/>
          <p:cNvGrpSpPr/>
          <p:nvPr/>
        </p:nvGrpSpPr>
        <p:grpSpPr>
          <a:xfrm>
            <a:off x="5258295" y="2703853"/>
            <a:ext cx="1421889" cy="1020603"/>
            <a:chOff x="5190863" y="2824811"/>
            <a:chExt cx="1544860" cy="1108869"/>
          </a:xfrm>
        </p:grpSpPr>
        <p:grpSp>
          <p:nvGrpSpPr>
            <p:cNvPr id="3950" name="Google Shape;3950;p78"/>
            <p:cNvGrpSpPr/>
            <p:nvPr/>
          </p:nvGrpSpPr>
          <p:grpSpPr>
            <a:xfrm>
              <a:off x="5938695" y="3176919"/>
              <a:ext cx="685761" cy="404739"/>
              <a:chOff x="5938695" y="3176919"/>
              <a:chExt cx="685761" cy="404739"/>
            </a:xfrm>
          </p:grpSpPr>
          <p:grpSp>
            <p:nvGrpSpPr>
              <p:cNvPr id="3951" name="Google Shape;3951;p78"/>
              <p:cNvGrpSpPr/>
              <p:nvPr/>
            </p:nvGrpSpPr>
            <p:grpSpPr>
              <a:xfrm>
                <a:off x="5938695" y="3176919"/>
                <a:ext cx="685761" cy="404739"/>
                <a:chOff x="5938695" y="3176919"/>
                <a:chExt cx="685761" cy="404739"/>
              </a:xfrm>
            </p:grpSpPr>
            <p:sp>
              <p:nvSpPr>
                <p:cNvPr id="3952" name="Google Shape;3952;p78"/>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8"/>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4" name="Google Shape;3954;p78"/>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5" name="Google Shape;3955;p78"/>
            <p:cNvGrpSpPr/>
            <p:nvPr/>
          </p:nvGrpSpPr>
          <p:grpSpPr>
            <a:xfrm>
              <a:off x="5305233" y="3176835"/>
              <a:ext cx="685971" cy="404655"/>
              <a:chOff x="5305233" y="3176835"/>
              <a:chExt cx="685971" cy="404655"/>
            </a:xfrm>
          </p:grpSpPr>
          <p:grpSp>
            <p:nvGrpSpPr>
              <p:cNvPr id="3956" name="Google Shape;3956;p78"/>
              <p:cNvGrpSpPr/>
              <p:nvPr/>
            </p:nvGrpSpPr>
            <p:grpSpPr>
              <a:xfrm>
                <a:off x="5305233" y="3176835"/>
                <a:ext cx="685971" cy="404655"/>
                <a:chOff x="5305233" y="3176835"/>
                <a:chExt cx="685971" cy="404655"/>
              </a:xfrm>
            </p:grpSpPr>
            <p:sp>
              <p:nvSpPr>
                <p:cNvPr id="3957" name="Google Shape;3957;p78"/>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8"/>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9" name="Google Shape;3959;p78"/>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0" name="Google Shape;3960;p78"/>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1" name="Google Shape;3961;p78"/>
            <p:cNvGrpSpPr/>
            <p:nvPr/>
          </p:nvGrpSpPr>
          <p:grpSpPr>
            <a:xfrm>
              <a:off x="5657361" y="2824811"/>
              <a:ext cx="1078361" cy="404655"/>
              <a:chOff x="5657361" y="2824811"/>
              <a:chExt cx="1078361" cy="404655"/>
            </a:xfrm>
          </p:grpSpPr>
          <p:grpSp>
            <p:nvGrpSpPr>
              <p:cNvPr id="3962" name="Google Shape;3962;p78"/>
              <p:cNvGrpSpPr/>
              <p:nvPr/>
            </p:nvGrpSpPr>
            <p:grpSpPr>
              <a:xfrm>
                <a:off x="5657361" y="2824811"/>
                <a:ext cx="1078361" cy="404655"/>
                <a:chOff x="5657361" y="2824811"/>
                <a:chExt cx="1078361" cy="404655"/>
              </a:xfrm>
            </p:grpSpPr>
            <p:grpSp>
              <p:nvGrpSpPr>
                <p:cNvPr id="3963" name="Google Shape;3963;p78"/>
                <p:cNvGrpSpPr/>
                <p:nvPr/>
              </p:nvGrpSpPr>
              <p:grpSpPr>
                <a:xfrm>
                  <a:off x="5938485" y="2824811"/>
                  <a:ext cx="797237" cy="404655"/>
                  <a:chOff x="5938485" y="2824811"/>
                  <a:chExt cx="797237" cy="404655"/>
                </a:xfrm>
              </p:grpSpPr>
              <p:sp>
                <p:nvSpPr>
                  <p:cNvPr id="3964" name="Google Shape;3964;p78"/>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8"/>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6" name="Google Shape;3966;p78"/>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7" name="Google Shape;3967;p78"/>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8" name="Google Shape;3968;p78"/>
            <p:cNvGrpSpPr/>
            <p:nvPr/>
          </p:nvGrpSpPr>
          <p:grpSpPr>
            <a:xfrm>
              <a:off x="5190863" y="3528942"/>
              <a:ext cx="1078026" cy="404739"/>
              <a:chOff x="5190863" y="3528942"/>
              <a:chExt cx="1078026" cy="404739"/>
            </a:xfrm>
          </p:grpSpPr>
          <p:sp>
            <p:nvSpPr>
              <p:cNvPr id="3969" name="Google Shape;3969;p78"/>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0" name="Google Shape;3970;p78"/>
              <p:cNvGrpSpPr/>
              <p:nvPr/>
            </p:nvGrpSpPr>
            <p:grpSpPr>
              <a:xfrm>
                <a:off x="5190863" y="3528942"/>
                <a:ext cx="1078026" cy="404739"/>
                <a:chOff x="5190863" y="3528942"/>
                <a:chExt cx="1078026" cy="404739"/>
              </a:xfrm>
            </p:grpSpPr>
            <p:sp>
              <p:nvSpPr>
                <p:cNvPr id="3971" name="Google Shape;3971;p78"/>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8"/>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973" name="Google Shape;3973;p78"/>
          <p:cNvGrpSpPr/>
          <p:nvPr/>
        </p:nvGrpSpPr>
        <p:grpSpPr>
          <a:xfrm>
            <a:off x="724302" y="1268321"/>
            <a:ext cx="1086719" cy="879487"/>
            <a:chOff x="803162" y="1474292"/>
            <a:chExt cx="1086719" cy="879487"/>
          </a:xfrm>
        </p:grpSpPr>
        <p:grpSp>
          <p:nvGrpSpPr>
            <p:cNvPr id="3974" name="Google Shape;3974;p78"/>
            <p:cNvGrpSpPr/>
            <p:nvPr/>
          </p:nvGrpSpPr>
          <p:grpSpPr>
            <a:xfrm>
              <a:off x="803162" y="1625948"/>
              <a:ext cx="445856" cy="576579"/>
              <a:chOff x="803162" y="1625948"/>
              <a:chExt cx="445856" cy="576579"/>
            </a:xfrm>
          </p:grpSpPr>
          <p:sp>
            <p:nvSpPr>
              <p:cNvPr id="3975" name="Google Shape;3975;p78"/>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6" name="Google Shape;3976;p78"/>
              <p:cNvGrpSpPr/>
              <p:nvPr/>
            </p:nvGrpSpPr>
            <p:grpSpPr>
              <a:xfrm>
                <a:off x="1056023" y="1625948"/>
                <a:ext cx="192995" cy="576579"/>
                <a:chOff x="1056023" y="1625948"/>
                <a:chExt cx="192995" cy="576579"/>
              </a:xfrm>
            </p:grpSpPr>
            <p:sp>
              <p:nvSpPr>
                <p:cNvPr id="3977" name="Google Shape;3977;p78"/>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8"/>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8"/>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8"/>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8"/>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82" name="Google Shape;3982;p78"/>
            <p:cNvGrpSpPr/>
            <p:nvPr/>
          </p:nvGrpSpPr>
          <p:grpSpPr>
            <a:xfrm>
              <a:off x="1371406" y="1474292"/>
              <a:ext cx="518475" cy="879487"/>
              <a:chOff x="1398231" y="1474292"/>
              <a:chExt cx="518475" cy="879487"/>
            </a:xfrm>
          </p:grpSpPr>
          <p:grpSp>
            <p:nvGrpSpPr>
              <p:cNvPr id="3983" name="Google Shape;3983;p78"/>
              <p:cNvGrpSpPr/>
              <p:nvPr/>
            </p:nvGrpSpPr>
            <p:grpSpPr>
              <a:xfrm>
                <a:off x="1398231" y="1474292"/>
                <a:ext cx="518475" cy="341643"/>
                <a:chOff x="1398231" y="1474292"/>
                <a:chExt cx="518475" cy="341643"/>
              </a:xfrm>
            </p:grpSpPr>
            <p:sp>
              <p:nvSpPr>
                <p:cNvPr id="3984" name="Google Shape;3984;p78"/>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5" name="Google Shape;3985;p78"/>
                <p:cNvGrpSpPr/>
                <p:nvPr/>
              </p:nvGrpSpPr>
              <p:grpSpPr>
                <a:xfrm>
                  <a:off x="1616453" y="1474292"/>
                  <a:ext cx="300253" cy="341643"/>
                  <a:chOff x="1616453" y="1475379"/>
                  <a:chExt cx="300253" cy="341643"/>
                </a:xfrm>
              </p:grpSpPr>
              <p:sp>
                <p:nvSpPr>
                  <p:cNvPr id="3986" name="Google Shape;3986;p78"/>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8"/>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8"/>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8"/>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8"/>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8"/>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8"/>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3" name="Google Shape;3993;p78"/>
                  <p:cNvGrpSpPr/>
                  <p:nvPr/>
                </p:nvGrpSpPr>
                <p:grpSpPr>
                  <a:xfrm>
                    <a:off x="1839639" y="1475379"/>
                    <a:ext cx="77067" cy="341643"/>
                    <a:chOff x="1839639" y="1475379"/>
                    <a:chExt cx="77067" cy="341643"/>
                  </a:xfrm>
                </p:grpSpPr>
                <p:sp>
                  <p:nvSpPr>
                    <p:cNvPr id="3994" name="Google Shape;3994;p78"/>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8"/>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996" name="Google Shape;3996;p78"/>
              <p:cNvGrpSpPr/>
              <p:nvPr/>
            </p:nvGrpSpPr>
            <p:grpSpPr>
              <a:xfrm>
                <a:off x="1398451" y="2012951"/>
                <a:ext cx="518255" cy="340828"/>
                <a:chOff x="1398451" y="2012951"/>
                <a:chExt cx="518255" cy="340828"/>
              </a:xfrm>
            </p:grpSpPr>
            <p:sp>
              <p:nvSpPr>
                <p:cNvPr id="3997" name="Google Shape;3997;p78"/>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8" name="Google Shape;3998;p78"/>
                <p:cNvGrpSpPr/>
                <p:nvPr/>
              </p:nvGrpSpPr>
              <p:grpSpPr>
                <a:xfrm>
                  <a:off x="1616453" y="2012951"/>
                  <a:ext cx="300253" cy="340828"/>
                  <a:chOff x="1616453" y="2013538"/>
                  <a:chExt cx="300253" cy="340828"/>
                </a:xfrm>
              </p:grpSpPr>
              <p:sp>
                <p:nvSpPr>
                  <p:cNvPr id="3999" name="Google Shape;3999;p78"/>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8"/>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8"/>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8"/>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8"/>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8"/>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8"/>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6" name="Google Shape;4006;p78"/>
                  <p:cNvGrpSpPr/>
                  <p:nvPr/>
                </p:nvGrpSpPr>
                <p:grpSpPr>
                  <a:xfrm>
                    <a:off x="1839639" y="2013538"/>
                    <a:ext cx="77067" cy="340828"/>
                    <a:chOff x="1839639" y="2013538"/>
                    <a:chExt cx="77067" cy="340828"/>
                  </a:xfrm>
                </p:grpSpPr>
                <p:sp>
                  <p:nvSpPr>
                    <p:cNvPr id="4007" name="Google Shape;4007;p78"/>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8"/>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009" name="Google Shape;4009;p78"/>
          <p:cNvGrpSpPr/>
          <p:nvPr/>
        </p:nvGrpSpPr>
        <p:grpSpPr>
          <a:xfrm>
            <a:off x="721126" y="3399508"/>
            <a:ext cx="1368681" cy="682918"/>
            <a:chOff x="724986" y="3605478"/>
            <a:chExt cx="1368681" cy="682918"/>
          </a:xfrm>
        </p:grpSpPr>
        <p:grpSp>
          <p:nvGrpSpPr>
            <p:cNvPr id="4010" name="Google Shape;4010;p78"/>
            <p:cNvGrpSpPr/>
            <p:nvPr/>
          </p:nvGrpSpPr>
          <p:grpSpPr>
            <a:xfrm>
              <a:off x="1289102" y="3823629"/>
              <a:ext cx="240442" cy="250435"/>
              <a:chOff x="-165066" y="3843615"/>
              <a:chExt cx="221259" cy="230455"/>
            </a:xfrm>
          </p:grpSpPr>
          <p:sp>
            <p:nvSpPr>
              <p:cNvPr id="4011" name="Google Shape;4011;p78"/>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8"/>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8"/>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8"/>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8"/>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8"/>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8"/>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8"/>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8"/>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8"/>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8"/>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8"/>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8"/>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8"/>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8"/>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8"/>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8"/>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8"/>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8"/>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8"/>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1" name="Google Shape;4031;p78"/>
            <p:cNvGrpSpPr/>
            <p:nvPr/>
          </p:nvGrpSpPr>
          <p:grpSpPr>
            <a:xfrm>
              <a:off x="724986" y="3605478"/>
              <a:ext cx="1368681" cy="682918"/>
              <a:chOff x="724986" y="3605478"/>
              <a:chExt cx="1368681" cy="682918"/>
            </a:xfrm>
          </p:grpSpPr>
          <p:grpSp>
            <p:nvGrpSpPr>
              <p:cNvPr id="4032" name="Google Shape;4032;p78"/>
              <p:cNvGrpSpPr/>
              <p:nvPr/>
            </p:nvGrpSpPr>
            <p:grpSpPr>
              <a:xfrm>
                <a:off x="1498221" y="4047614"/>
                <a:ext cx="529172" cy="240783"/>
                <a:chOff x="1498221" y="4047614"/>
                <a:chExt cx="529172" cy="240783"/>
              </a:xfrm>
            </p:grpSpPr>
            <p:grpSp>
              <p:nvGrpSpPr>
                <p:cNvPr id="4033" name="Google Shape;4033;p78"/>
                <p:cNvGrpSpPr/>
                <p:nvPr/>
              </p:nvGrpSpPr>
              <p:grpSpPr>
                <a:xfrm>
                  <a:off x="1826655" y="4224370"/>
                  <a:ext cx="200738" cy="25631"/>
                  <a:chOff x="1826655" y="4224370"/>
                  <a:chExt cx="200738" cy="25631"/>
                </a:xfrm>
              </p:grpSpPr>
              <p:sp>
                <p:nvSpPr>
                  <p:cNvPr id="4034" name="Google Shape;4034;p78"/>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8"/>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6" name="Google Shape;4036;p78"/>
                <p:cNvGrpSpPr/>
                <p:nvPr/>
              </p:nvGrpSpPr>
              <p:grpSpPr>
                <a:xfrm>
                  <a:off x="1498221" y="4047614"/>
                  <a:ext cx="328444" cy="240783"/>
                  <a:chOff x="1498221" y="4047614"/>
                  <a:chExt cx="328444" cy="240783"/>
                </a:xfrm>
              </p:grpSpPr>
              <p:sp>
                <p:nvSpPr>
                  <p:cNvPr id="4037" name="Google Shape;4037;p78"/>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38" name="Google Shape;4038;p78"/>
                  <p:cNvGrpSpPr/>
                  <p:nvPr/>
                </p:nvGrpSpPr>
                <p:grpSpPr>
                  <a:xfrm>
                    <a:off x="1498221" y="4047614"/>
                    <a:ext cx="150566" cy="190416"/>
                    <a:chOff x="1498221" y="4047614"/>
                    <a:chExt cx="150566" cy="190416"/>
                  </a:xfrm>
                </p:grpSpPr>
                <p:sp>
                  <p:nvSpPr>
                    <p:cNvPr id="4039" name="Google Shape;4039;p78"/>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8"/>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041" name="Google Shape;4041;p78"/>
              <p:cNvGrpSpPr/>
              <p:nvPr/>
            </p:nvGrpSpPr>
            <p:grpSpPr>
              <a:xfrm>
                <a:off x="1560718" y="3800594"/>
                <a:ext cx="532948" cy="302090"/>
                <a:chOff x="1560718" y="3800594"/>
                <a:chExt cx="532948" cy="302090"/>
              </a:xfrm>
            </p:grpSpPr>
            <p:grpSp>
              <p:nvGrpSpPr>
                <p:cNvPr id="4042" name="Google Shape;4042;p78"/>
                <p:cNvGrpSpPr/>
                <p:nvPr/>
              </p:nvGrpSpPr>
              <p:grpSpPr>
                <a:xfrm>
                  <a:off x="1912179" y="3827344"/>
                  <a:ext cx="181487" cy="25631"/>
                  <a:chOff x="1912179" y="3827344"/>
                  <a:chExt cx="181487" cy="25631"/>
                </a:xfrm>
              </p:grpSpPr>
              <p:sp>
                <p:nvSpPr>
                  <p:cNvPr id="4043" name="Google Shape;4043;p78"/>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8"/>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5" name="Google Shape;4045;p78"/>
                <p:cNvGrpSpPr/>
                <p:nvPr/>
              </p:nvGrpSpPr>
              <p:grpSpPr>
                <a:xfrm>
                  <a:off x="1912179" y="4044505"/>
                  <a:ext cx="181487" cy="25622"/>
                  <a:chOff x="1912179" y="4044506"/>
                  <a:chExt cx="181487" cy="25622"/>
                </a:xfrm>
              </p:grpSpPr>
              <p:sp>
                <p:nvSpPr>
                  <p:cNvPr id="4046" name="Google Shape;4046;p78"/>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8"/>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8" name="Google Shape;4048;p78"/>
                <p:cNvGrpSpPr/>
                <p:nvPr/>
              </p:nvGrpSpPr>
              <p:grpSpPr>
                <a:xfrm>
                  <a:off x="1560718" y="3800594"/>
                  <a:ext cx="351472" cy="302090"/>
                  <a:chOff x="1560718" y="3800594"/>
                  <a:chExt cx="351472" cy="302090"/>
                </a:xfrm>
              </p:grpSpPr>
              <p:grpSp>
                <p:nvGrpSpPr>
                  <p:cNvPr id="4049" name="Google Shape;4049;p78"/>
                  <p:cNvGrpSpPr/>
                  <p:nvPr/>
                </p:nvGrpSpPr>
                <p:grpSpPr>
                  <a:xfrm>
                    <a:off x="1560718" y="3842857"/>
                    <a:ext cx="173586" cy="217131"/>
                    <a:chOff x="1560718" y="3842857"/>
                    <a:chExt cx="173586" cy="217131"/>
                  </a:xfrm>
                </p:grpSpPr>
                <p:sp>
                  <p:nvSpPr>
                    <p:cNvPr id="4050" name="Google Shape;4050;p78"/>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8"/>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8"/>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3" name="Google Shape;4053;p78"/>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8"/>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055" name="Google Shape;4055;p78"/>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6" name="Google Shape;4056;p78"/>
              <p:cNvGrpSpPr/>
              <p:nvPr/>
            </p:nvGrpSpPr>
            <p:grpSpPr>
              <a:xfrm>
                <a:off x="785350" y="3605478"/>
                <a:ext cx="535311" cy="249245"/>
                <a:chOff x="785350" y="3605478"/>
                <a:chExt cx="535311" cy="249245"/>
              </a:xfrm>
            </p:grpSpPr>
            <p:grpSp>
              <p:nvGrpSpPr>
                <p:cNvPr id="4057" name="Google Shape;4057;p78"/>
                <p:cNvGrpSpPr/>
                <p:nvPr/>
              </p:nvGrpSpPr>
              <p:grpSpPr>
                <a:xfrm>
                  <a:off x="785350" y="3605478"/>
                  <a:ext cx="376191" cy="102736"/>
                  <a:chOff x="785350" y="3605478"/>
                  <a:chExt cx="376191" cy="102736"/>
                </a:xfrm>
              </p:grpSpPr>
              <p:sp>
                <p:nvSpPr>
                  <p:cNvPr id="4058" name="Google Shape;4058;p78"/>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8"/>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8"/>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1" name="Google Shape;4061;p78"/>
                <p:cNvGrpSpPr/>
                <p:nvPr/>
              </p:nvGrpSpPr>
              <p:grpSpPr>
                <a:xfrm>
                  <a:off x="1161530" y="3655851"/>
                  <a:ext cx="159131" cy="198872"/>
                  <a:chOff x="1161530" y="3655851"/>
                  <a:chExt cx="159131" cy="198872"/>
                </a:xfrm>
              </p:grpSpPr>
              <p:sp>
                <p:nvSpPr>
                  <p:cNvPr id="4062" name="Google Shape;4062;p78"/>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8"/>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64" name="Google Shape;4064;p78"/>
              <p:cNvGrpSpPr/>
              <p:nvPr/>
            </p:nvGrpSpPr>
            <p:grpSpPr>
              <a:xfrm>
                <a:off x="785350" y="4047614"/>
                <a:ext cx="535311" cy="240783"/>
                <a:chOff x="785350" y="4047614"/>
                <a:chExt cx="535311" cy="240783"/>
              </a:xfrm>
            </p:grpSpPr>
            <p:grpSp>
              <p:nvGrpSpPr>
                <p:cNvPr id="4065" name="Google Shape;4065;p78"/>
                <p:cNvGrpSpPr/>
                <p:nvPr/>
              </p:nvGrpSpPr>
              <p:grpSpPr>
                <a:xfrm>
                  <a:off x="1161636" y="4047614"/>
                  <a:ext cx="159025" cy="190415"/>
                  <a:chOff x="1161636" y="4047614"/>
                  <a:chExt cx="159025" cy="190415"/>
                </a:xfrm>
              </p:grpSpPr>
              <p:sp>
                <p:nvSpPr>
                  <p:cNvPr id="4066" name="Google Shape;4066;p78"/>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8"/>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8" name="Google Shape;4068;p78"/>
                <p:cNvGrpSpPr/>
                <p:nvPr/>
              </p:nvGrpSpPr>
              <p:grpSpPr>
                <a:xfrm>
                  <a:off x="785350" y="4185661"/>
                  <a:ext cx="376191" cy="102736"/>
                  <a:chOff x="785350" y="4185661"/>
                  <a:chExt cx="376191" cy="102736"/>
                </a:xfrm>
              </p:grpSpPr>
              <p:sp>
                <p:nvSpPr>
                  <p:cNvPr id="4069" name="Google Shape;4069;p78"/>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8"/>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8"/>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2" name="Google Shape;4072;p78"/>
              <p:cNvGrpSpPr/>
              <p:nvPr/>
            </p:nvGrpSpPr>
            <p:grpSpPr>
              <a:xfrm>
                <a:off x="1501054" y="3605478"/>
                <a:ext cx="526340" cy="249240"/>
                <a:chOff x="1501054" y="3605478"/>
                <a:chExt cx="526340" cy="249240"/>
              </a:xfrm>
            </p:grpSpPr>
            <p:grpSp>
              <p:nvGrpSpPr>
                <p:cNvPr id="4073" name="Google Shape;4073;p78"/>
                <p:cNvGrpSpPr/>
                <p:nvPr/>
              </p:nvGrpSpPr>
              <p:grpSpPr>
                <a:xfrm>
                  <a:off x="1834208" y="3643867"/>
                  <a:ext cx="193185" cy="25622"/>
                  <a:chOff x="1834208" y="3643867"/>
                  <a:chExt cx="193185" cy="25622"/>
                </a:xfrm>
              </p:grpSpPr>
              <p:sp>
                <p:nvSpPr>
                  <p:cNvPr id="4074" name="Google Shape;4074;p78"/>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8"/>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6" name="Google Shape;4076;p78"/>
                <p:cNvGrpSpPr/>
                <p:nvPr/>
              </p:nvGrpSpPr>
              <p:grpSpPr>
                <a:xfrm>
                  <a:off x="1501054" y="3605478"/>
                  <a:ext cx="333165" cy="249240"/>
                  <a:chOff x="1501054" y="3605478"/>
                  <a:chExt cx="333165" cy="249240"/>
                </a:xfrm>
              </p:grpSpPr>
              <p:sp>
                <p:nvSpPr>
                  <p:cNvPr id="4077" name="Google Shape;4077;p78"/>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78" name="Google Shape;4078;p78"/>
                  <p:cNvGrpSpPr/>
                  <p:nvPr/>
                </p:nvGrpSpPr>
                <p:grpSpPr>
                  <a:xfrm>
                    <a:off x="1501054" y="3655851"/>
                    <a:ext cx="155286" cy="198867"/>
                    <a:chOff x="1501054" y="3655851"/>
                    <a:chExt cx="155286" cy="198867"/>
                  </a:xfrm>
                </p:grpSpPr>
                <p:sp>
                  <p:nvSpPr>
                    <p:cNvPr id="4079" name="Google Shape;4079;p78"/>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8"/>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081" name="Google Shape;4081;p78"/>
              <p:cNvGrpSpPr/>
              <p:nvPr/>
            </p:nvGrpSpPr>
            <p:grpSpPr>
              <a:xfrm>
                <a:off x="724986" y="3800594"/>
                <a:ext cx="532950" cy="302090"/>
                <a:chOff x="724986" y="3800594"/>
                <a:chExt cx="532950" cy="302090"/>
              </a:xfrm>
            </p:grpSpPr>
            <p:grpSp>
              <p:nvGrpSpPr>
                <p:cNvPr id="4082" name="Google Shape;4082;p78"/>
                <p:cNvGrpSpPr/>
                <p:nvPr/>
              </p:nvGrpSpPr>
              <p:grpSpPr>
                <a:xfrm>
                  <a:off x="724986" y="4044367"/>
                  <a:ext cx="181314" cy="25626"/>
                  <a:chOff x="724986" y="4044367"/>
                  <a:chExt cx="181314" cy="25626"/>
                </a:xfrm>
              </p:grpSpPr>
              <p:sp>
                <p:nvSpPr>
                  <p:cNvPr id="4083" name="Google Shape;4083;p78"/>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8"/>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5" name="Google Shape;4085;p78"/>
                <p:cNvGrpSpPr/>
                <p:nvPr/>
              </p:nvGrpSpPr>
              <p:grpSpPr>
                <a:xfrm>
                  <a:off x="906290" y="3800594"/>
                  <a:ext cx="351646" cy="302090"/>
                  <a:chOff x="906290" y="3800594"/>
                  <a:chExt cx="351646" cy="302090"/>
                </a:xfrm>
              </p:grpSpPr>
              <p:grpSp>
                <p:nvGrpSpPr>
                  <p:cNvPr id="4086" name="Google Shape;4086;p78"/>
                  <p:cNvGrpSpPr/>
                  <p:nvPr/>
                </p:nvGrpSpPr>
                <p:grpSpPr>
                  <a:xfrm>
                    <a:off x="1084172" y="3842857"/>
                    <a:ext cx="173764" cy="217131"/>
                    <a:chOff x="1084172" y="3842857"/>
                    <a:chExt cx="173764" cy="217131"/>
                  </a:xfrm>
                </p:grpSpPr>
                <p:grpSp>
                  <p:nvGrpSpPr>
                    <p:cNvPr id="4087" name="Google Shape;4087;p78"/>
                    <p:cNvGrpSpPr/>
                    <p:nvPr/>
                  </p:nvGrpSpPr>
                  <p:grpSpPr>
                    <a:xfrm>
                      <a:off x="1156862" y="3936509"/>
                      <a:ext cx="101073" cy="25622"/>
                      <a:chOff x="1156862" y="3936509"/>
                      <a:chExt cx="101073" cy="25622"/>
                    </a:xfrm>
                  </p:grpSpPr>
                  <p:sp>
                    <p:nvSpPr>
                      <p:cNvPr id="4088" name="Google Shape;4088;p78"/>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8"/>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0" name="Google Shape;4090;p78"/>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1" name="Google Shape;4091;p78"/>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8"/>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3" name="Google Shape;4093;p78"/>
                <p:cNvGrpSpPr/>
                <p:nvPr/>
              </p:nvGrpSpPr>
              <p:grpSpPr>
                <a:xfrm>
                  <a:off x="724986" y="3830189"/>
                  <a:ext cx="189533" cy="25626"/>
                  <a:chOff x="724986" y="3830189"/>
                  <a:chExt cx="189533" cy="25626"/>
                </a:xfrm>
              </p:grpSpPr>
              <p:sp>
                <p:nvSpPr>
                  <p:cNvPr id="4094" name="Google Shape;4094;p78"/>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8"/>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096" name="Google Shape;4096;p78"/>
          <p:cNvGrpSpPr/>
          <p:nvPr/>
        </p:nvGrpSpPr>
        <p:grpSpPr>
          <a:xfrm>
            <a:off x="2249438" y="2249669"/>
            <a:ext cx="948701" cy="935378"/>
            <a:chOff x="2253298" y="2428317"/>
            <a:chExt cx="948701" cy="935378"/>
          </a:xfrm>
        </p:grpSpPr>
        <p:sp>
          <p:nvSpPr>
            <p:cNvPr id="4097" name="Google Shape;4097;p78"/>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8"/>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8"/>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8"/>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8"/>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8"/>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8"/>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8"/>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8"/>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8"/>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8"/>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8"/>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8"/>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8"/>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8"/>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8"/>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8"/>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8"/>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8"/>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8"/>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8"/>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8"/>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8"/>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8"/>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8"/>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8"/>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8"/>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8"/>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8"/>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8"/>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8"/>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8"/>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8"/>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4133"/>
        <p:cNvGrpSpPr/>
        <p:nvPr/>
      </p:nvGrpSpPr>
      <p:grpSpPr>
        <a:xfrm>
          <a:off x="0" y="0"/>
          <a:ext cx="0" cy="0"/>
          <a:chOff x="0" y="0"/>
          <a:chExt cx="0" cy="0"/>
        </a:xfrm>
      </p:grpSpPr>
      <p:grpSp>
        <p:nvGrpSpPr>
          <p:cNvPr id="4134" name="Google Shape;4134;p79"/>
          <p:cNvGrpSpPr/>
          <p:nvPr/>
        </p:nvGrpSpPr>
        <p:grpSpPr>
          <a:xfrm>
            <a:off x="3339745" y="952988"/>
            <a:ext cx="2363393" cy="1017867"/>
            <a:chOff x="3292400" y="1219146"/>
            <a:chExt cx="2615240" cy="1110239"/>
          </a:xfrm>
        </p:grpSpPr>
        <p:sp>
          <p:nvSpPr>
            <p:cNvPr id="4135" name="Google Shape;4135;p7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136" name="Google Shape;4136;p7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37" name="Google Shape;4137;p7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138" name="Google Shape;4138;p7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139" name="Google Shape;4139;p7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140" name="Google Shape;4140;p7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141" name="Google Shape;4141;p7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142" name="Google Shape;4142;p7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143" name="Google Shape;4143;p7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144" name="Google Shape;4144;p7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145" name="Google Shape;4145;p7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46" name="Google Shape;4146;p7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47" name="Google Shape;4147;p7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48" name="Google Shape;4148;p7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49" name="Google Shape;4149;p79"/>
            <p:cNvGrpSpPr/>
            <p:nvPr/>
          </p:nvGrpSpPr>
          <p:grpSpPr>
            <a:xfrm>
              <a:off x="3748438" y="1378608"/>
              <a:ext cx="2159202" cy="903971"/>
              <a:chOff x="1683525" y="2179850"/>
              <a:chExt cx="4519050" cy="2134525"/>
            </a:xfrm>
          </p:grpSpPr>
          <p:sp>
            <p:nvSpPr>
              <p:cNvPr id="4150" name="Google Shape;4150;p7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1" name="Google Shape;4151;p7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2" name="Google Shape;4152;p7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3" name="Google Shape;4153;p7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4" name="Google Shape;4154;p7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5" name="Google Shape;4155;p7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6" name="Google Shape;4156;p7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7" name="Google Shape;4157;p7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8" name="Google Shape;4158;p7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59" name="Google Shape;4159;p7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60" name="Google Shape;4160;p7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161" name="Google Shape;4161;p7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162" name="Google Shape;4162;p79"/>
          <p:cNvGraphicFramePr/>
          <p:nvPr/>
        </p:nvGraphicFramePr>
        <p:xfrm>
          <a:off x="5935838" y="2130461"/>
          <a:ext cx="3000000" cy="3000000"/>
        </p:xfrm>
        <a:graphic>
          <a:graphicData uri="http://schemas.openxmlformats.org/drawingml/2006/table">
            <a:tbl>
              <a:tblPr>
                <a:noFill/>
                <a:tableStyleId>{ADAE659C-C952-46C8-91E4-36EE228BC025}</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163" name="Google Shape;4163;p79"/>
          <p:cNvGrpSpPr/>
          <p:nvPr/>
        </p:nvGrpSpPr>
        <p:grpSpPr>
          <a:xfrm>
            <a:off x="5935948" y="3189058"/>
            <a:ext cx="2496964" cy="1001454"/>
            <a:chOff x="1919611" y="789980"/>
            <a:chExt cx="1474179" cy="606868"/>
          </a:xfrm>
        </p:grpSpPr>
        <p:cxnSp>
          <p:nvCxnSpPr>
            <p:cNvPr id="4164" name="Google Shape;4164;p7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165" name="Google Shape;4165;p7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166" name="Google Shape;4166;p7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167" name="Google Shape;4167;p79"/>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168" name="Google Shape;4168;p79"/>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169" name="Google Shape;4169;p79"/>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170" name="Google Shape;4170;p79"/>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171" name="Google Shape;4171;p7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9"/>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178" name="Google Shape;4178;p79"/>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79" name="Google Shape;4179;p79"/>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80" name="Google Shape;4180;p7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1" name="Google Shape;4181;p79"/>
          <p:cNvGrpSpPr/>
          <p:nvPr/>
        </p:nvGrpSpPr>
        <p:grpSpPr>
          <a:xfrm>
            <a:off x="712562" y="998017"/>
            <a:ext cx="2394370" cy="976502"/>
            <a:chOff x="749309" y="1112739"/>
            <a:chExt cx="2371603" cy="976502"/>
          </a:xfrm>
        </p:grpSpPr>
        <p:sp>
          <p:nvSpPr>
            <p:cNvPr id="4182" name="Google Shape;4182;p79"/>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9"/>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9"/>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9"/>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9"/>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9"/>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9"/>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9"/>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9"/>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9"/>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9"/>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9"/>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9"/>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9"/>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9"/>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9"/>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9"/>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9"/>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9"/>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9"/>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9"/>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9"/>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9"/>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9"/>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9"/>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9"/>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9"/>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9"/>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214" name="Google Shape;4214;p79"/>
          <p:cNvGraphicFramePr/>
          <p:nvPr/>
        </p:nvGraphicFramePr>
        <p:xfrm>
          <a:off x="5935863" y="996311"/>
          <a:ext cx="3000000" cy="3000000"/>
        </p:xfrm>
        <a:graphic>
          <a:graphicData uri="http://schemas.openxmlformats.org/drawingml/2006/table">
            <a:tbl>
              <a:tblPr>
                <a:noFill/>
                <a:tableStyleId>{ADAE659C-C952-46C8-91E4-36EE228BC025}</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215" name="Google Shape;4215;p79"/>
          <p:cNvGraphicFramePr/>
          <p:nvPr/>
        </p:nvGraphicFramePr>
        <p:xfrm>
          <a:off x="3342575" y="2130461"/>
          <a:ext cx="3000000" cy="3000000"/>
        </p:xfrm>
        <a:graphic>
          <a:graphicData uri="http://schemas.openxmlformats.org/drawingml/2006/table">
            <a:tbl>
              <a:tblPr>
                <a:noFill/>
                <a:tableStyleId>{ADAE659C-C952-46C8-91E4-36EE228BC025}</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216" name="Google Shape;4216;p79"/>
          <p:cNvGrpSpPr/>
          <p:nvPr/>
        </p:nvGrpSpPr>
        <p:grpSpPr>
          <a:xfrm>
            <a:off x="4086505" y="2517104"/>
            <a:ext cx="1517436" cy="74460"/>
            <a:chOff x="3980086" y="2804397"/>
            <a:chExt cx="1227600" cy="66900"/>
          </a:xfrm>
        </p:grpSpPr>
        <p:sp>
          <p:nvSpPr>
            <p:cNvPr id="4217" name="Google Shape;4217;p7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9" name="Google Shape;4219;p79"/>
          <p:cNvGrpSpPr/>
          <p:nvPr/>
        </p:nvGrpSpPr>
        <p:grpSpPr>
          <a:xfrm>
            <a:off x="4711569" y="2809692"/>
            <a:ext cx="892956" cy="74460"/>
            <a:chOff x="3980086" y="2804397"/>
            <a:chExt cx="1227600" cy="66900"/>
          </a:xfrm>
        </p:grpSpPr>
        <p:sp>
          <p:nvSpPr>
            <p:cNvPr id="4220" name="Google Shape;4220;p7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2" name="Google Shape;4222;p79"/>
          <p:cNvGrpSpPr/>
          <p:nvPr/>
        </p:nvGrpSpPr>
        <p:grpSpPr>
          <a:xfrm>
            <a:off x="3344661" y="3168575"/>
            <a:ext cx="2363244" cy="1005943"/>
            <a:chOff x="3358415" y="3361302"/>
            <a:chExt cx="2363244" cy="1024695"/>
          </a:xfrm>
        </p:grpSpPr>
        <p:grpSp>
          <p:nvGrpSpPr>
            <p:cNvPr id="4223" name="Google Shape;4223;p79"/>
            <p:cNvGrpSpPr/>
            <p:nvPr/>
          </p:nvGrpSpPr>
          <p:grpSpPr>
            <a:xfrm>
              <a:off x="3358415" y="3361302"/>
              <a:ext cx="441300" cy="1024695"/>
              <a:chOff x="3358415" y="3361302"/>
              <a:chExt cx="441300" cy="1024695"/>
            </a:xfrm>
          </p:grpSpPr>
          <p:sp>
            <p:nvSpPr>
              <p:cNvPr id="4224" name="Google Shape;4224;p79"/>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9"/>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9"/>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9"/>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9"/>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9"/>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0" name="Google Shape;4230;p79"/>
            <p:cNvGrpSpPr/>
            <p:nvPr/>
          </p:nvGrpSpPr>
          <p:grpSpPr>
            <a:xfrm>
              <a:off x="3838901" y="3361302"/>
              <a:ext cx="441300" cy="1024695"/>
              <a:chOff x="3838901" y="3361302"/>
              <a:chExt cx="441300" cy="1024695"/>
            </a:xfrm>
          </p:grpSpPr>
          <p:sp>
            <p:nvSpPr>
              <p:cNvPr id="4231" name="Google Shape;4231;p79"/>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9"/>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9"/>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9"/>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9"/>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9"/>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7" name="Google Shape;4237;p79"/>
            <p:cNvGrpSpPr/>
            <p:nvPr/>
          </p:nvGrpSpPr>
          <p:grpSpPr>
            <a:xfrm>
              <a:off x="4319387" y="3361302"/>
              <a:ext cx="441300" cy="1024695"/>
              <a:chOff x="4319387" y="3361302"/>
              <a:chExt cx="441300" cy="1024695"/>
            </a:xfrm>
          </p:grpSpPr>
          <p:sp>
            <p:nvSpPr>
              <p:cNvPr id="4238" name="Google Shape;4238;p79"/>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9"/>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9"/>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9"/>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9"/>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9"/>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4" name="Google Shape;4244;p79"/>
            <p:cNvGrpSpPr/>
            <p:nvPr/>
          </p:nvGrpSpPr>
          <p:grpSpPr>
            <a:xfrm>
              <a:off x="4799873" y="3361302"/>
              <a:ext cx="441300" cy="1024695"/>
              <a:chOff x="4799873" y="3361302"/>
              <a:chExt cx="441300" cy="1024695"/>
            </a:xfrm>
          </p:grpSpPr>
          <p:sp>
            <p:nvSpPr>
              <p:cNvPr id="4245" name="Google Shape;4245;p79"/>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9"/>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9"/>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9"/>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9"/>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9"/>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1" name="Google Shape;4251;p79"/>
            <p:cNvGrpSpPr/>
            <p:nvPr/>
          </p:nvGrpSpPr>
          <p:grpSpPr>
            <a:xfrm>
              <a:off x="5280360" y="3361302"/>
              <a:ext cx="441300" cy="1024695"/>
              <a:chOff x="5280360" y="3361302"/>
              <a:chExt cx="441300" cy="1024695"/>
            </a:xfrm>
          </p:grpSpPr>
          <p:sp>
            <p:nvSpPr>
              <p:cNvPr id="4252" name="Google Shape;4252;p79"/>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9"/>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9"/>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9"/>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9"/>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9"/>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258" name="Google Shape;4258;p79"/>
          <p:cNvGraphicFramePr/>
          <p:nvPr/>
        </p:nvGraphicFramePr>
        <p:xfrm>
          <a:off x="711088" y="2130461"/>
          <a:ext cx="3000000" cy="3000000"/>
        </p:xfrm>
        <a:graphic>
          <a:graphicData uri="http://schemas.openxmlformats.org/drawingml/2006/table">
            <a:tbl>
              <a:tblPr>
                <a:noFill/>
                <a:tableStyleId>{ADAE659C-C952-46C8-91E4-36EE228BC025}</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259" name="Google Shape;4259;p79"/>
          <p:cNvGrpSpPr/>
          <p:nvPr/>
        </p:nvGrpSpPr>
        <p:grpSpPr>
          <a:xfrm>
            <a:off x="712613" y="3180186"/>
            <a:ext cx="2403614" cy="1005900"/>
            <a:chOff x="726450" y="3372825"/>
            <a:chExt cx="2403614" cy="1005900"/>
          </a:xfrm>
        </p:grpSpPr>
        <p:grpSp>
          <p:nvGrpSpPr>
            <p:cNvPr id="4260" name="Google Shape;4260;p79"/>
            <p:cNvGrpSpPr/>
            <p:nvPr/>
          </p:nvGrpSpPr>
          <p:grpSpPr>
            <a:xfrm>
              <a:off x="726450" y="3696000"/>
              <a:ext cx="2403614" cy="500898"/>
              <a:chOff x="726450" y="3696000"/>
              <a:chExt cx="2403614" cy="500898"/>
            </a:xfrm>
          </p:grpSpPr>
          <p:sp>
            <p:nvSpPr>
              <p:cNvPr id="4261" name="Google Shape;4261;p79"/>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62" name="Google Shape;4262;p79"/>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263" name="Google Shape;4263;p79"/>
            <p:cNvGrpSpPr/>
            <p:nvPr/>
          </p:nvGrpSpPr>
          <p:grpSpPr>
            <a:xfrm>
              <a:off x="1348050" y="3372825"/>
              <a:ext cx="1720425" cy="1005900"/>
              <a:chOff x="1348050" y="3372825"/>
              <a:chExt cx="1720425" cy="1005900"/>
            </a:xfrm>
          </p:grpSpPr>
          <p:sp>
            <p:nvSpPr>
              <p:cNvPr id="4264" name="Google Shape;4264;p7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65" name="Google Shape;4265;p7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66" name="Google Shape;4266;p7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67" name="Google Shape;4267;p7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268" name="Google Shape;4268;p7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269" name="Google Shape;4269;p79"/>
            <p:cNvGrpSpPr/>
            <p:nvPr/>
          </p:nvGrpSpPr>
          <p:grpSpPr>
            <a:xfrm>
              <a:off x="1455707" y="3731058"/>
              <a:ext cx="1491150" cy="417657"/>
              <a:chOff x="1455707" y="3731058"/>
              <a:chExt cx="1491150" cy="417657"/>
            </a:xfrm>
          </p:grpSpPr>
          <p:grpSp>
            <p:nvGrpSpPr>
              <p:cNvPr id="4270" name="Google Shape;4270;p79"/>
              <p:cNvGrpSpPr/>
              <p:nvPr/>
            </p:nvGrpSpPr>
            <p:grpSpPr>
              <a:xfrm>
                <a:off x="1472938" y="3745828"/>
                <a:ext cx="72126" cy="53788"/>
                <a:chOff x="1472938" y="3745828"/>
                <a:chExt cx="72126" cy="53788"/>
              </a:xfrm>
            </p:grpSpPr>
            <p:sp>
              <p:nvSpPr>
                <p:cNvPr id="4271" name="Google Shape;4271;p7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3" name="Google Shape;4273;p79"/>
              <p:cNvGrpSpPr/>
              <p:nvPr/>
            </p:nvGrpSpPr>
            <p:grpSpPr>
              <a:xfrm>
                <a:off x="1819181" y="4089633"/>
                <a:ext cx="72126" cy="53788"/>
                <a:chOff x="1819181" y="4089633"/>
                <a:chExt cx="72126" cy="53788"/>
              </a:xfrm>
            </p:grpSpPr>
            <p:sp>
              <p:nvSpPr>
                <p:cNvPr id="4274" name="Google Shape;4274;p7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6" name="Google Shape;4276;p79"/>
              <p:cNvGrpSpPr/>
              <p:nvPr/>
            </p:nvGrpSpPr>
            <p:grpSpPr>
              <a:xfrm>
                <a:off x="1455707" y="4084171"/>
                <a:ext cx="64321" cy="64544"/>
                <a:chOff x="1455707" y="4084171"/>
                <a:chExt cx="64321" cy="64544"/>
              </a:xfrm>
            </p:grpSpPr>
            <p:sp>
              <p:nvSpPr>
                <p:cNvPr id="4277" name="Google Shape;4277;p7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9" name="Google Shape;4279;p79"/>
              <p:cNvGrpSpPr/>
              <p:nvPr/>
            </p:nvGrpSpPr>
            <p:grpSpPr>
              <a:xfrm>
                <a:off x="1818610" y="3731058"/>
                <a:ext cx="64321" cy="64544"/>
                <a:chOff x="1818610" y="3731058"/>
                <a:chExt cx="64321" cy="64544"/>
              </a:xfrm>
            </p:grpSpPr>
            <p:sp>
              <p:nvSpPr>
                <p:cNvPr id="4280" name="Google Shape;4280;p7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2" name="Google Shape;4282;p79"/>
              <p:cNvGrpSpPr/>
              <p:nvPr/>
            </p:nvGrpSpPr>
            <p:grpSpPr>
              <a:xfrm>
                <a:off x="2172491" y="4089633"/>
                <a:ext cx="72126" cy="53788"/>
                <a:chOff x="2172491" y="4089633"/>
                <a:chExt cx="72126" cy="53788"/>
              </a:xfrm>
            </p:grpSpPr>
            <p:sp>
              <p:nvSpPr>
                <p:cNvPr id="4283" name="Google Shape;4283;p7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5" name="Google Shape;4285;p79"/>
              <p:cNvGrpSpPr/>
              <p:nvPr/>
            </p:nvGrpSpPr>
            <p:grpSpPr>
              <a:xfrm>
                <a:off x="2171920" y="3731058"/>
                <a:ext cx="64321" cy="64544"/>
                <a:chOff x="2171920" y="3731058"/>
                <a:chExt cx="64321" cy="64544"/>
              </a:xfrm>
            </p:grpSpPr>
            <p:sp>
              <p:nvSpPr>
                <p:cNvPr id="4286" name="Google Shape;4286;p7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8" name="Google Shape;4288;p79"/>
              <p:cNvGrpSpPr/>
              <p:nvPr/>
            </p:nvGrpSpPr>
            <p:grpSpPr>
              <a:xfrm>
                <a:off x="2874730" y="3745828"/>
                <a:ext cx="72126" cy="53788"/>
                <a:chOff x="2874730" y="3745828"/>
                <a:chExt cx="72126" cy="53788"/>
              </a:xfrm>
            </p:grpSpPr>
            <p:sp>
              <p:nvSpPr>
                <p:cNvPr id="4289" name="Google Shape;4289;p7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1" name="Google Shape;4291;p79"/>
              <p:cNvGrpSpPr/>
              <p:nvPr/>
            </p:nvGrpSpPr>
            <p:grpSpPr>
              <a:xfrm>
                <a:off x="2878589" y="4081481"/>
                <a:ext cx="64321" cy="64544"/>
                <a:chOff x="2878589" y="4081481"/>
                <a:chExt cx="64321" cy="64544"/>
              </a:xfrm>
            </p:grpSpPr>
            <p:sp>
              <p:nvSpPr>
                <p:cNvPr id="4292" name="Google Shape;4292;p7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4" name="Google Shape;4294;p79"/>
              <p:cNvGrpSpPr/>
              <p:nvPr/>
            </p:nvGrpSpPr>
            <p:grpSpPr>
              <a:xfrm>
                <a:off x="2525796" y="4089633"/>
                <a:ext cx="72126" cy="53788"/>
                <a:chOff x="2525796" y="4089633"/>
                <a:chExt cx="72126" cy="53788"/>
              </a:xfrm>
            </p:grpSpPr>
            <p:sp>
              <p:nvSpPr>
                <p:cNvPr id="4295" name="Google Shape;4295;p7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7" name="Google Shape;4297;p79"/>
              <p:cNvGrpSpPr/>
              <p:nvPr/>
            </p:nvGrpSpPr>
            <p:grpSpPr>
              <a:xfrm>
                <a:off x="2525225" y="3731058"/>
                <a:ext cx="64321" cy="64544"/>
                <a:chOff x="2525225" y="3731058"/>
                <a:chExt cx="64321" cy="64544"/>
              </a:xfrm>
            </p:grpSpPr>
            <p:sp>
              <p:nvSpPr>
                <p:cNvPr id="4298" name="Google Shape;4298;p7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4303"/>
        <p:cNvGrpSpPr/>
        <p:nvPr/>
      </p:nvGrpSpPr>
      <p:grpSpPr>
        <a:xfrm>
          <a:off x="0" y="0"/>
          <a:ext cx="0" cy="0"/>
          <a:chOff x="0" y="0"/>
          <a:chExt cx="0" cy="0"/>
        </a:xfrm>
      </p:grpSpPr>
      <p:grpSp>
        <p:nvGrpSpPr>
          <p:cNvPr id="4304" name="Google Shape;4304;p80"/>
          <p:cNvGrpSpPr/>
          <p:nvPr/>
        </p:nvGrpSpPr>
        <p:grpSpPr>
          <a:xfrm>
            <a:off x="5780153" y="1859606"/>
            <a:ext cx="671400" cy="674856"/>
            <a:chOff x="5780148" y="1859605"/>
            <a:chExt cx="671400" cy="674856"/>
          </a:xfrm>
        </p:grpSpPr>
        <p:sp>
          <p:nvSpPr>
            <p:cNvPr id="4305" name="Google Shape;4305;p80"/>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0"/>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0"/>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0"/>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9" name="Google Shape;4309;p80"/>
          <p:cNvGrpSpPr/>
          <p:nvPr/>
        </p:nvGrpSpPr>
        <p:grpSpPr>
          <a:xfrm>
            <a:off x="716996" y="971307"/>
            <a:ext cx="845921" cy="690752"/>
            <a:chOff x="732428" y="1198513"/>
            <a:chExt cx="845921" cy="690752"/>
          </a:xfrm>
        </p:grpSpPr>
        <p:grpSp>
          <p:nvGrpSpPr>
            <p:cNvPr id="4310" name="Google Shape;4310;p80"/>
            <p:cNvGrpSpPr/>
            <p:nvPr/>
          </p:nvGrpSpPr>
          <p:grpSpPr>
            <a:xfrm>
              <a:off x="823030" y="1198513"/>
              <a:ext cx="755319" cy="690752"/>
              <a:chOff x="823030" y="1198513"/>
              <a:chExt cx="755319" cy="690752"/>
            </a:xfrm>
          </p:grpSpPr>
          <p:sp>
            <p:nvSpPr>
              <p:cNvPr id="4311" name="Google Shape;4311;p80"/>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0"/>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3" name="Google Shape;4313;p80"/>
            <p:cNvGrpSpPr/>
            <p:nvPr/>
          </p:nvGrpSpPr>
          <p:grpSpPr>
            <a:xfrm>
              <a:off x="732428" y="1239937"/>
              <a:ext cx="739912" cy="607886"/>
              <a:chOff x="732428" y="1239937"/>
              <a:chExt cx="739912" cy="607886"/>
            </a:xfrm>
          </p:grpSpPr>
          <p:sp>
            <p:nvSpPr>
              <p:cNvPr id="4314" name="Google Shape;4314;p80"/>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0"/>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6" name="Google Shape;4316;p80"/>
            <p:cNvGrpSpPr/>
            <p:nvPr/>
          </p:nvGrpSpPr>
          <p:grpSpPr>
            <a:xfrm>
              <a:off x="732428" y="1277018"/>
              <a:ext cx="702832" cy="533758"/>
              <a:chOff x="732428" y="1277018"/>
              <a:chExt cx="702832" cy="533758"/>
            </a:xfrm>
          </p:grpSpPr>
          <p:sp>
            <p:nvSpPr>
              <p:cNvPr id="4317" name="Google Shape;4317;p80"/>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0"/>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9" name="Google Shape;4319;p80"/>
            <p:cNvGrpSpPr/>
            <p:nvPr/>
          </p:nvGrpSpPr>
          <p:grpSpPr>
            <a:xfrm>
              <a:off x="931170" y="1306653"/>
              <a:ext cx="647179" cy="474455"/>
              <a:chOff x="931170" y="1306653"/>
              <a:chExt cx="647179" cy="474455"/>
            </a:xfrm>
          </p:grpSpPr>
          <p:sp>
            <p:nvSpPr>
              <p:cNvPr id="4320" name="Google Shape;4320;p80"/>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0"/>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22" name="Google Shape;4322;p80"/>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3" name="Google Shape;4323;p80"/>
          <p:cNvGrpSpPr/>
          <p:nvPr/>
        </p:nvGrpSpPr>
        <p:grpSpPr>
          <a:xfrm>
            <a:off x="3948605" y="971313"/>
            <a:ext cx="634656" cy="699982"/>
            <a:chOff x="5985650" y="2860025"/>
            <a:chExt cx="1396075" cy="1539775"/>
          </a:xfrm>
        </p:grpSpPr>
        <p:sp>
          <p:nvSpPr>
            <p:cNvPr id="4324" name="Google Shape;4324;p80"/>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0"/>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0"/>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0"/>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0"/>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0"/>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0"/>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0"/>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0"/>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0"/>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0"/>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0"/>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0"/>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0"/>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0"/>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0"/>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0"/>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0"/>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0"/>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0"/>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0"/>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0"/>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0"/>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0"/>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0"/>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0"/>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0"/>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0"/>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0"/>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0"/>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0"/>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0"/>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6" name="Google Shape;4356;p80"/>
          <p:cNvGrpSpPr/>
          <p:nvPr/>
        </p:nvGrpSpPr>
        <p:grpSpPr>
          <a:xfrm>
            <a:off x="4704254" y="971307"/>
            <a:ext cx="725845" cy="699975"/>
            <a:chOff x="4249973" y="1201875"/>
            <a:chExt cx="1958568" cy="1888762"/>
          </a:xfrm>
        </p:grpSpPr>
        <p:sp>
          <p:nvSpPr>
            <p:cNvPr id="4357" name="Google Shape;4357;p80"/>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8" name="Google Shape;4358;p80"/>
            <p:cNvGrpSpPr/>
            <p:nvPr/>
          </p:nvGrpSpPr>
          <p:grpSpPr>
            <a:xfrm>
              <a:off x="5853086" y="1789142"/>
              <a:ext cx="355454" cy="1048099"/>
              <a:chOff x="5576108" y="2016725"/>
              <a:chExt cx="565200" cy="1666560"/>
            </a:xfrm>
          </p:grpSpPr>
          <p:sp>
            <p:nvSpPr>
              <p:cNvPr id="4359" name="Google Shape;4359;p80"/>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60" name="Google Shape;4360;p8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1" name="Google Shape;4361;p80"/>
            <p:cNvGrpSpPr/>
            <p:nvPr/>
          </p:nvGrpSpPr>
          <p:grpSpPr>
            <a:xfrm>
              <a:off x="4869455" y="2691676"/>
              <a:ext cx="1013897" cy="398961"/>
              <a:chOff x="4012057" y="3451825"/>
              <a:chExt cx="1612175" cy="634379"/>
            </a:xfrm>
          </p:grpSpPr>
          <p:sp>
            <p:nvSpPr>
              <p:cNvPr id="4362" name="Google Shape;4362;p80"/>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63" name="Google Shape;4363;p8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4" name="Google Shape;4364;p80"/>
            <p:cNvGrpSpPr/>
            <p:nvPr/>
          </p:nvGrpSpPr>
          <p:grpSpPr>
            <a:xfrm>
              <a:off x="4276937" y="2155961"/>
              <a:ext cx="651965" cy="891358"/>
              <a:chOff x="3069908" y="2599997"/>
              <a:chExt cx="1036675" cy="1417328"/>
            </a:xfrm>
          </p:grpSpPr>
          <p:sp>
            <p:nvSpPr>
              <p:cNvPr id="4365" name="Google Shape;4365;p80"/>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66" name="Google Shape;4366;p8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7" name="Google Shape;4367;p80"/>
            <p:cNvGrpSpPr/>
            <p:nvPr/>
          </p:nvGrpSpPr>
          <p:grpSpPr>
            <a:xfrm>
              <a:off x="5054918" y="1201875"/>
              <a:ext cx="999548" cy="602711"/>
              <a:chOff x="4306958" y="1082925"/>
              <a:chExt cx="1589359" cy="958358"/>
            </a:xfrm>
          </p:grpSpPr>
          <p:sp>
            <p:nvSpPr>
              <p:cNvPr id="4368" name="Google Shape;4368;p80"/>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69" name="Google Shape;4369;p8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0" name="Google Shape;4370;p80"/>
            <p:cNvGrpSpPr/>
            <p:nvPr/>
          </p:nvGrpSpPr>
          <p:grpSpPr>
            <a:xfrm>
              <a:off x="4249973" y="1303451"/>
              <a:ext cx="799317" cy="841334"/>
              <a:chOff x="3027033" y="1244439"/>
              <a:chExt cx="1270977" cy="1337786"/>
            </a:xfrm>
          </p:grpSpPr>
          <p:sp>
            <p:nvSpPr>
              <p:cNvPr id="4371" name="Google Shape;4371;p80"/>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372" name="Google Shape;4372;p8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73" name="Google Shape;4373;p80"/>
          <p:cNvGrpSpPr/>
          <p:nvPr/>
        </p:nvGrpSpPr>
        <p:grpSpPr>
          <a:xfrm>
            <a:off x="4057119" y="1858087"/>
            <a:ext cx="750769" cy="683784"/>
            <a:chOff x="4204684" y="2104422"/>
            <a:chExt cx="699822" cy="637382"/>
          </a:xfrm>
        </p:grpSpPr>
        <p:grpSp>
          <p:nvGrpSpPr>
            <p:cNvPr id="4374" name="Google Shape;4374;p80"/>
            <p:cNvGrpSpPr/>
            <p:nvPr/>
          </p:nvGrpSpPr>
          <p:grpSpPr>
            <a:xfrm>
              <a:off x="4204684" y="2430067"/>
              <a:ext cx="342957" cy="311738"/>
              <a:chOff x="4204684" y="2430067"/>
              <a:chExt cx="342957" cy="311738"/>
            </a:xfrm>
          </p:grpSpPr>
          <p:sp>
            <p:nvSpPr>
              <p:cNvPr id="4375" name="Google Shape;4375;p80"/>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0"/>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7" name="Google Shape;4377;p80"/>
            <p:cNvGrpSpPr/>
            <p:nvPr/>
          </p:nvGrpSpPr>
          <p:grpSpPr>
            <a:xfrm>
              <a:off x="4561586" y="2430067"/>
              <a:ext cx="342920" cy="311738"/>
              <a:chOff x="4561586" y="2430067"/>
              <a:chExt cx="342920" cy="311738"/>
            </a:xfrm>
          </p:grpSpPr>
          <p:sp>
            <p:nvSpPr>
              <p:cNvPr id="4378" name="Google Shape;4378;p80"/>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0"/>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 name="Google Shape;4380;p80"/>
            <p:cNvGrpSpPr/>
            <p:nvPr/>
          </p:nvGrpSpPr>
          <p:grpSpPr>
            <a:xfrm>
              <a:off x="4561586" y="2104422"/>
              <a:ext cx="342920" cy="311738"/>
              <a:chOff x="4561586" y="2104422"/>
              <a:chExt cx="342920" cy="311738"/>
            </a:xfrm>
          </p:grpSpPr>
          <p:sp>
            <p:nvSpPr>
              <p:cNvPr id="4381" name="Google Shape;4381;p80"/>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0"/>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3" name="Google Shape;4383;p80"/>
            <p:cNvGrpSpPr/>
            <p:nvPr/>
          </p:nvGrpSpPr>
          <p:grpSpPr>
            <a:xfrm>
              <a:off x="4204684" y="2104422"/>
              <a:ext cx="342957" cy="311664"/>
              <a:chOff x="4204684" y="2104422"/>
              <a:chExt cx="342957" cy="311664"/>
            </a:xfrm>
          </p:grpSpPr>
          <p:sp>
            <p:nvSpPr>
              <p:cNvPr id="4384" name="Google Shape;4384;p80"/>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0"/>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86" name="Google Shape;4386;p80"/>
          <p:cNvGrpSpPr/>
          <p:nvPr/>
        </p:nvGrpSpPr>
        <p:grpSpPr>
          <a:xfrm>
            <a:off x="5521552" y="971301"/>
            <a:ext cx="660591" cy="688867"/>
            <a:chOff x="5830645" y="1267368"/>
            <a:chExt cx="530340" cy="553040"/>
          </a:xfrm>
        </p:grpSpPr>
        <p:sp>
          <p:nvSpPr>
            <p:cNvPr id="4387" name="Google Shape;4387;p80"/>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8" name="Google Shape;4388;p80"/>
            <p:cNvGrpSpPr/>
            <p:nvPr/>
          </p:nvGrpSpPr>
          <p:grpSpPr>
            <a:xfrm>
              <a:off x="5830645" y="1267368"/>
              <a:ext cx="259743" cy="269909"/>
              <a:chOff x="5830645" y="1267368"/>
              <a:chExt cx="259743" cy="269909"/>
            </a:xfrm>
          </p:grpSpPr>
          <p:sp>
            <p:nvSpPr>
              <p:cNvPr id="4389" name="Google Shape;4389;p80"/>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0"/>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1" name="Google Shape;4391;p80"/>
            <p:cNvGrpSpPr/>
            <p:nvPr/>
          </p:nvGrpSpPr>
          <p:grpSpPr>
            <a:xfrm>
              <a:off x="6101293" y="1267368"/>
              <a:ext cx="259692" cy="269909"/>
              <a:chOff x="6101293" y="1267368"/>
              <a:chExt cx="259692" cy="269909"/>
            </a:xfrm>
          </p:grpSpPr>
          <p:sp>
            <p:nvSpPr>
              <p:cNvPr id="4392" name="Google Shape;4392;p80"/>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0"/>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4" name="Google Shape;4394;p80"/>
            <p:cNvGrpSpPr/>
            <p:nvPr/>
          </p:nvGrpSpPr>
          <p:grpSpPr>
            <a:xfrm>
              <a:off x="5830645" y="1550500"/>
              <a:ext cx="259692" cy="269909"/>
              <a:chOff x="5830645" y="1550500"/>
              <a:chExt cx="259692" cy="269909"/>
            </a:xfrm>
          </p:grpSpPr>
          <p:sp>
            <p:nvSpPr>
              <p:cNvPr id="4395" name="Google Shape;4395;p80"/>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0"/>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7" name="Google Shape;4397;p80"/>
            <p:cNvGrpSpPr/>
            <p:nvPr/>
          </p:nvGrpSpPr>
          <p:grpSpPr>
            <a:xfrm>
              <a:off x="6101293" y="1550500"/>
              <a:ext cx="259692" cy="269909"/>
              <a:chOff x="6101293" y="1550500"/>
              <a:chExt cx="259692" cy="269909"/>
            </a:xfrm>
          </p:grpSpPr>
          <p:sp>
            <p:nvSpPr>
              <p:cNvPr id="4398" name="Google Shape;4398;p80"/>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0"/>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00" name="Google Shape;4400;p80"/>
          <p:cNvGrpSpPr/>
          <p:nvPr/>
        </p:nvGrpSpPr>
        <p:grpSpPr>
          <a:xfrm>
            <a:off x="723705" y="1861761"/>
            <a:ext cx="697154" cy="679574"/>
            <a:chOff x="2679875" y="2361475"/>
            <a:chExt cx="780425" cy="760575"/>
          </a:xfrm>
        </p:grpSpPr>
        <p:sp>
          <p:nvSpPr>
            <p:cNvPr id="4401" name="Google Shape;4401;p80"/>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0"/>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0"/>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7" name="Google Shape;4407;p80"/>
          <p:cNvGrpSpPr/>
          <p:nvPr/>
        </p:nvGrpSpPr>
        <p:grpSpPr>
          <a:xfrm>
            <a:off x="3122864" y="971353"/>
            <a:ext cx="735829" cy="684547"/>
            <a:chOff x="3351965" y="1148808"/>
            <a:chExt cx="750770" cy="698375"/>
          </a:xfrm>
        </p:grpSpPr>
        <p:grpSp>
          <p:nvGrpSpPr>
            <p:cNvPr id="4408" name="Google Shape;4408;p80"/>
            <p:cNvGrpSpPr/>
            <p:nvPr/>
          </p:nvGrpSpPr>
          <p:grpSpPr>
            <a:xfrm>
              <a:off x="3586796" y="1148808"/>
              <a:ext cx="294857" cy="286830"/>
              <a:chOff x="3750225" y="1774000"/>
              <a:chExt cx="149575" cy="145525"/>
            </a:xfrm>
          </p:grpSpPr>
          <p:sp>
            <p:nvSpPr>
              <p:cNvPr id="4409" name="Google Shape;4409;p8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1" name="Google Shape;4411;p80"/>
            <p:cNvGrpSpPr/>
            <p:nvPr/>
          </p:nvGrpSpPr>
          <p:grpSpPr>
            <a:xfrm>
              <a:off x="3779245" y="1375768"/>
              <a:ext cx="323490" cy="286978"/>
              <a:chOff x="3847850" y="1889150"/>
              <a:chExt cx="164100" cy="145600"/>
            </a:xfrm>
          </p:grpSpPr>
          <p:sp>
            <p:nvSpPr>
              <p:cNvPr id="4412" name="Google Shape;4412;p8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4" name="Google Shape;4414;p80"/>
            <p:cNvGrpSpPr/>
            <p:nvPr/>
          </p:nvGrpSpPr>
          <p:grpSpPr>
            <a:xfrm>
              <a:off x="3351965" y="1330435"/>
              <a:ext cx="295449" cy="285401"/>
              <a:chOff x="3631100" y="1866150"/>
              <a:chExt cx="149875" cy="144800"/>
            </a:xfrm>
          </p:grpSpPr>
          <p:sp>
            <p:nvSpPr>
              <p:cNvPr id="4415" name="Google Shape;4415;p80"/>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0"/>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7" name="Google Shape;4417;p80"/>
            <p:cNvGrpSpPr/>
            <p:nvPr/>
          </p:nvGrpSpPr>
          <p:grpSpPr>
            <a:xfrm>
              <a:off x="3548208" y="1560352"/>
              <a:ext cx="294808" cy="286830"/>
              <a:chOff x="3730650" y="1982800"/>
              <a:chExt cx="149550" cy="145525"/>
            </a:xfrm>
          </p:grpSpPr>
          <p:sp>
            <p:nvSpPr>
              <p:cNvPr id="4418" name="Google Shape;4418;p8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20" name="Google Shape;4420;p80"/>
          <p:cNvGrpSpPr/>
          <p:nvPr/>
        </p:nvGrpSpPr>
        <p:grpSpPr>
          <a:xfrm>
            <a:off x="7624517" y="971307"/>
            <a:ext cx="804565" cy="677795"/>
            <a:chOff x="7636443" y="1204988"/>
            <a:chExt cx="804565" cy="677795"/>
          </a:xfrm>
        </p:grpSpPr>
        <p:grpSp>
          <p:nvGrpSpPr>
            <p:cNvPr id="4421" name="Google Shape;4421;p80"/>
            <p:cNvGrpSpPr/>
            <p:nvPr/>
          </p:nvGrpSpPr>
          <p:grpSpPr>
            <a:xfrm>
              <a:off x="7636443" y="1509705"/>
              <a:ext cx="804565" cy="373078"/>
              <a:chOff x="7636443" y="1509705"/>
              <a:chExt cx="804565" cy="373078"/>
            </a:xfrm>
          </p:grpSpPr>
          <p:sp>
            <p:nvSpPr>
              <p:cNvPr id="4422" name="Google Shape;4422;p80"/>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0"/>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4" name="Google Shape;4424;p80"/>
            <p:cNvGrpSpPr/>
            <p:nvPr/>
          </p:nvGrpSpPr>
          <p:grpSpPr>
            <a:xfrm>
              <a:off x="7636443" y="1408133"/>
              <a:ext cx="804565" cy="373078"/>
              <a:chOff x="7636443" y="1408133"/>
              <a:chExt cx="804565" cy="373078"/>
            </a:xfrm>
          </p:grpSpPr>
          <p:sp>
            <p:nvSpPr>
              <p:cNvPr id="4425" name="Google Shape;4425;p80"/>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0"/>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80"/>
            <p:cNvGrpSpPr/>
            <p:nvPr/>
          </p:nvGrpSpPr>
          <p:grpSpPr>
            <a:xfrm>
              <a:off x="7636443" y="1306560"/>
              <a:ext cx="804565" cy="373078"/>
              <a:chOff x="7636443" y="1306560"/>
              <a:chExt cx="804565" cy="373078"/>
            </a:xfrm>
          </p:grpSpPr>
          <p:sp>
            <p:nvSpPr>
              <p:cNvPr id="4428" name="Google Shape;4428;p80"/>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0"/>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0" name="Google Shape;4430;p80"/>
            <p:cNvGrpSpPr/>
            <p:nvPr/>
          </p:nvGrpSpPr>
          <p:grpSpPr>
            <a:xfrm>
              <a:off x="7636443" y="1204988"/>
              <a:ext cx="804565" cy="373078"/>
              <a:chOff x="7636443" y="1204988"/>
              <a:chExt cx="804565" cy="373078"/>
            </a:xfrm>
          </p:grpSpPr>
          <p:sp>
            <p:nvSpPr>
              <p:cNvPr id="4431" name="Google Shape;4431;p80"/>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0"/>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33" name="Google Shape;4433;p80"/>
          <p:cNvGrpSpPr/>
          <p:nvPr/>
        </p:nvGrpSpPr>
        <p:grpSpPr>
          <a:xfrm>
            <a:off x="4963363" y="1878721"/>
            <a:ext cx="661339" cy="661188"/>
            <a:chOff x="3990000" y="975400"/>
            <a:chExt cx="3934200" cy="3933300"/>
          </a:xfrm>
        </p:grpSpPr>
        <p:sp>
          <p:nvSpPr>
            <p:cNvPr id="4434" name="Google Shape;4434;p80"/>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0"/>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0"/>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0"/>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8" name="Google Shape;4438;p80"/>
          <p:cNvGrpSpPr/>
          <p:nvPr/>
        </p:nvGrpSpPr>
        <p:grpSpPr>
          <a:xfrm>
            <a:off x="6607011" y="1857359"/>
            <a:ext cx="868881" cy="684241"/>
            <a:chOff x="6598259" y="2078634"/>
            <a:chExt cx="868881" cy="684241"/>
          </a:xfrm>
        </p:grpSpPr>
        <p:sp>
          <p:nvSpPr>
            <p:cNvPr id="4439" name="Google Shape;4439;p80"/>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0"/>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0"/>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0"/>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0"/>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0"/>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5" name="Google Shape;4445;p80"/>
            <p:cNvGrpSpPr/>
            <p:nvPr/>
          </p:nvGrpSpPr>
          <p:grpSpPr>
            <a:xfrm>
              <a:off x="6808175" y="2078634"/>
              <a:ext cx="452229" cy="684241"/>
              <a:chOff x="6808175" y="2078634"/>
              <a:chExt cx="452229" cy="684241"/>
            </a:xfrm>
          </p:grpSpPr>
          <p:sp>
            <p:nvSpPr>
              <p:cNvPr id="4446" name="Google Shape;4446;p80"/>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0"/>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0"/>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0"/>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0"/>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0"/>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52" name="Google Shape;4452;p80"/>
              <p:cNvGrpSpPr/>
              <p:nvPr/>
            </p:nvGrpSpPr>
            <p:grpSpPr>
              <a:xfrm>
                <a:off x="6821586" y="2078634"/>
                <a:ext cx="426871" cy="684241"/>
                <a:chOff x="6821586" y="2078634"/>
                <a:chExt cx="426871" cy="684241"/>
              </a:xfrm>
            </p:grpSpPr>
            <p:grpSp>
              <p:nvGrpSpPr>
                <p:cNvPr id="4453" name="Google Shape;4453;p80"/>
                <p:cNvGrpSpPr/>
                <p:nvPr/>
              </p:nvGrpSpPr>
              <p:grpSpPr>
                <a:xfrm>
                  <a:off x="6821586" y="2078634"/>
                  <a:ext cx="426871" cy="684241"/>
                  <a:chOff x="6821586" y="2078634"/>
                  <a:chExt cx="426871" cy="684241"/>
                </a:xfrm>
              </p:grpSpPr>
              <p:sp>
                <p:nvSpPr>
                  <p:cNvPr id="4454" name="Google Shape;4454;p80"/>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0"/>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0"/>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0"/>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0"/>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0"/>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0"/>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0"/>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0"/>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0"/>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0"/>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0"/>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0"/>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0"/>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0"/>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0"/>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0"/>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0"/>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0"/>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3" name="Google Shape;4473;p80"/>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0"/>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0"/>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0"/>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0"/>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0"/>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479" name="Google Shape;4479;p80"/>
          <p:cNvGrpSpPr/>
          <p:nvPr/>
        </p:nvGrpSpPr>
        <p:grpSpPr>
          <a:xfrm>
            <a:off x="716994" y="3531369"/>
            <a:ext cx="1340789" cy="640830"/>
            <a:chOff x="238125" y="1151100"/>
            <a:chExt cx="7139450" cy="3412300"/>
          </a:xfrm>
        </p:grpSpPr>
        <p:sp>
          <p:nvSpPr>
            <p:cNvPr id="4480" name="Google Shape;4480;p80"/>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0"/>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0"/>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0"/>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0"/>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0"/>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0"/>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0"/>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0"/>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0"/>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0"/>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0"/>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2" name="Google Shape;4492;p80"/>
          <p:cNvGrpSpPr/>
          <p:nvPr/>
        </p:nvGrpSpPr>
        <p:grpSpPr>
          <a:xfrm>
            <a:off x="5584217" y="2734650"/>
            <a:ext cx="985357" cy="585764"/>
            <a:chOff x="5145061" y="2881789"/>
            <a:chExt cx="1107641" cy="658458"/>
          </a:xfrm>
        </p:grpSpPr>
        <p:grpSp>
          <p:nvGrpSpPr>
            <p:cNvPr id="4493" name="Google Shape;4493;p80"/>
            <p:cNvGrpSpPr/>
            <p:nvPr/>
          </p:nvGrpSpPr>
          <p:grpSpPr>
            <a:xfrm>
              <a:off x="5722989" y="3244587"/>
              <a:ext cx="529713" cy="295659"/>
              <a:chOff x="5722989" y="3244587"/>
              <a:chExt cx="529713" cy="295659"/>
            </a:xfrm>
          </p:grpSpPr>
          <p:sp>
            <p:nvSpPr>
              <p:cNvPr id="4494" name="Google Shape;4494;p80"/>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495" name="Google Shape;4495;p80"/>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496" name="Google Shape;4496;p80"/>
            <p:cNvGrpSpPr/>
            <p:nvPr/>
          </p:nvGrpSpPr>
          <p:grpSpPr>
            <a:xfrm>
              <a:off x="5145061" y="3244587"/>
              <a:ext cx="536807" cy="295659"/>
              <a:chOff x="5145061" y="3244587"/>
              <a:chExt cx="536807" cy="295659"/>
            </a:xfrm>
          </p:grpSpPr>
          <p:sp>
            <p:nvSpPr>
              <p:cNvPr id="4497" name="Google Shape;4497;p80"/>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498" name="Google Shape;4498;p80"/>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499" name="Google Shape;4499;p80"/>
            <p:cNvGrpSpPr/>
            <p:nvPr/>
          </p:nvGrpSpPr>
          <p:grpSpPr>
            <a:xfrm>
              <a:off x="5341327" y="2898245"/>
              <a:ext cx="532309" cy="614891"/>
              <a:chOff x="5341327" y="2898245"/>
              <a:chExt cx="532309" cy="614891"/>
            </a:xfrm>
          </p:grpSpPr>
          <p:sp>
            <p:nvSpPr>
              <p:cNvPr id="4500" name="Google Shape;4500;p80"/>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501" name="Google Shape;4501;p80"/>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502" name="Google Shape;4502;p80"/>
            <p:cNvGrpSpPr/>
            <p:nvPr/>
          </p:nvGrpSpPr>
          <p:grpSpPr>
            <a:xfrm>
              <a:off x="5532290" y="2881789"/>
              <a:ext cx="620516" cy="305456"/>
              <a:chOff x="5532290" y="2881789"/>
              <a:chExt cx="620516" cy="305456"/>
            </a:xfrm>
          </p:grpSpPr>
          <p:sp>
            <p:nvSpPr>
              <p:cNvPr id="4503" name="Google Shape;4503;p80"/>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504" name="Google Shape;4504;p80"/>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505" name="Google Shape;4505;p80"/>
          <p:cNvGrpSpPr/>
          <p:nvPr/>
        </p:nvGrpSpPr>
        <p:grpSpPr>
          <a:xfrm>
            <a:off x="8163140" y="3526708"/>
            <a:ext cx="269068" cy="645491"/>
            <a:chOff x="7026852" y="3311869"/>
            <a:chExt cx="434331" cy="1041954"/>
          </a:xfrm>
        </p:grpSpPr>
        <p:sp>
          <p:nvSpPr>
            <p:cNvPr id="4506" name="Google Shape;4506;p80"/>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0"/>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0"/>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9" name="Google Shape;4509;p80"/>
          <p:cNvGrpSpPr/>
          <p:nvPr/>
        </p:nvGrpSpPr>
        <p:grpSpPr>
          <a:xfrm>
            <a:off x="6179721" y="3565945"/>
            <a:ext cx="293882" cy="293836"/>
            <a:chOff x="4873519" y="3311869"/>
            <a:chExt cx="499374" cy="499296"/>
          </a:xfrm>
        </p:grpSpPr>
        <p:sp>
          <p:nvSpPr>
            <p:cNvPr id="4510" name="Google Shape;4510;p80"/>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0"/>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2" name="Google Shape;4512;p80"/>
          <p:cNvGrpSpPr/>
          <p:nvPr/>
        </p:nvGrpSpPr>
        <p:grpSpPr>
          <a:xfrm>
            <a:off x="6179721" y="3878317"/>
            <a:ext cx="293882" cy="293882"/>
            <a:chOff x="4873519" y="3875839"/>
            <a:chExt cx="499374" cy="499374"/>
          </a:xfrm>
        </p:grpSpPr>
        <p:sp>
          <p:nvSpPr>
            <p:cNvPr id="4513" name="Google Shape;4513;p80"/>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0"/>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5" name="Google Shape;4515;p80"/>
          <p:cNvGrpSpPr/>
          <p:nvPr/>
        </p:nvGrpSpPr>
        <p:grpSpPr>
          <a:xfrm>
            <a:off x="2410248" y="1850269"/>
            <a:ext cx="698104" cy="698208"/>
            <a:chOff x="2565073" y="2075876"/>
            <a:chExt cx="672482" cy="672518"/>
          </a:xfrm>
        </p:grpSpPr>
        <p:sp>
          <p:nvSpPr>
            <p:cNvPr id="4516" name="Google Shape;4516;p80"/>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0"/>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0"/>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0"/>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0"/>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0"/>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2" name="Google Shape;4522;p80"/>
          <p:cNvGrpSpPr/>
          <p:nvPr/>
        </p:nvGrpSpPr>
        <p:grpSpPr>
          <a:xfrm>
            <a:off x="5633660" y="3534870"/>
            <a:ext cx="438354" cy="637329"/>
            <a:chOff x="1697726" y="3244179"/>
            <a:chExt cx="788124" cy="1146069"/>
          </a:xfrm>
        </p:grpSpPr>
        <p:sp>
          <p:nvSpPr>
            <p:cNvPr id="4523" name="Google Shape;4523;p8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5" name="Google Shape;4525;p80"/>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6" name="Google Shape;4526;p80"/>
          <p:cNvGrpSpPr/>
          <p:nvPr/>
        </p:nvGrpSpPr>
        <p:grpSpPr>
          <a:xfrm>
            <a:off x="7634874" y="1863232"/>
            <a:ext cx="799565" cy="670282"/>
            <a:chOff x="7617850" y="2063282"/>
            <a:chExt cx="799565" cy="670282"/>
          </a:xfrm>
        </p:grpSpPr>
        <p:cxnSp>
          <p:nvCxnSpPr>
            <p:cNvPr id="4527" name="Google Shape;4527;p80"/>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28" name="Google Shape;4528;p80"/>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29" name="Google Shape;4529;p80"/>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30" name="Google Shape;4530;p80"/>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531" name="Google Shape;4531;p80"/>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532" name="Google Shape;4532;p80"/>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533" name="Google Shape;4533;p80"/>
            <p:cNvGrpSpPr/>
            <p:nvPr/>
          </p:nvGrpSpPr>
          <p:grpSpPr>
            <a:xfrm>
              <a:off x="7734309" y="2063282"/>
              <a:ext cx="570957" cy="620095"/>
              <a:chOff x="7734309" y="2063282"/>
              <a:chExt cx="570957" cy="620095"/>
            </a:xfrm>
          </p:grpSpPr>
          <p:grpSp>
            <p:nvGrpSpPr>
              <p:cNvPr id="4534" name="Google Shape;4534;p80"/>
              <p:cNvGrpSpPr/>
              <p:nvPr/>
            </p:nvGrpSpPr>
            <p:grpSpPr>
              <a:xfrm>
                <a:off x="8031573" y="2063282"/>
                <a:ext cx="273693" cy="620095"/>
                <a:chOff x="8031573" y="2063282"/>
                <a:chExt cx="273693" cy="620095"/>
              </a:xfrm>
            </p:grpSpPr>
            <p:sp>
              <p:nvSpPr>
                <p:cNvPr id="4535" name="Google Shape;4535;p8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9" name="Google Shape;4539;p80"/>
              <p:cNvGrpSpPr/>
              <p:nvPr/>
            </p:nvGrpSpPr>
            <p:grpSpPr>
              <a:xfrm flipH="1">
                <a:off x="7734309" y="2063282"/>
                <a:ext cx="273693" cy="620095"/>
                <a:chOff x="8031573" y="2063282"/>
                <a:chExt cx="273693" cy="620095"/>
              </a:xfrm>
            </p:grpSpPr>
            <p:sp>
              <p:nvSpPr>
                <p:cNvPr id="4540" name="Google Shape;4540;p8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544" name="Google Shape;4544;p80"/>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0"/>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46" name="Google Shape;4546;p80"/>
          <p:cNvGrpSpPr/>
          <p:nvPr/>
        </p:nvGrpSpPr>
        <p:grpSpPr>
          <a:xfrm>
            <a:off x="7821480" y="2716716"/>
            <a:ext cx="602567" cy="601884"/>
            <a:chOff x="1186975" y="238125"/>
            <a:chExt cx="5244275" cy="5238325"/>
          </a:xfrm>
        </p:grpSpPr>
        <p:sp>
          <p:nvSpPr>
            <p:cNvPr id="4547" name="Google Shape;4547;p8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0"/>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0"/>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0"/>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1" name="Google Shape;4551;p80"/>
          <p:cNvGrpSpPr/>
          <p:nvPr/>
        </p:nvGrpSpPr>
        <p:grpSpPr>
          <a:xfrm>
            <a:off x="3264218" y="1856199"/>
            <a:ext cx="651848" cy="687338"/>
            <a:chOff x="3400515" y="2056248"/>
            <a:chExt cx="698134" cy="735987"/>
          </a:xfrm>
        </p:grpSpPr>
        <p:grpSp>
          <p:nvGrpSpPr>
            <p:cNvPr id="4552" name="Google Shape;4552;p80"/>
            <p:cNvGrpSpPr/>
            <p:nvPr/>
          </p:nvGrpSpPr>
          <p:grpSpPr>
            <a:xfrm>
              <a:off x="3400515" y="2283913"/>
              <a:ext cx="312919" cy="219900"/>
              <a:chOff x="3400515" y="2283913"/>
              <a:chExt cx="312919" cy="219900"/>
            </a:xfrm>
          </p:grpSpPr>
          <p:sp>
            <p:nvSpPr>
              <p:cNvPr id="4553" name="Google Shape;4553;p80"/>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54" name="Google Shape;4554;p80"/>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555" name="Google Shape;4555;p80"/>
            <p:cNvGrpSpPr/>
            <p:nvPr/>
          </p:nvGrpSpPr>
          <p:grpSpPr>
            <a:xfrm>
              <a:off x="3547823" y="2461089"/>
              <a:ext cx="219900" cy="331146"/>
              <a:chOff x="3547823" y="2461089"/>
              <a:chExt cx="219900" cy="331146"/>
            </a:xfrm>
          </p:grpSpPr>
          <p:sp>
            <p:nvSpPr>
              <p:cNvPr id="4556" name="Google Shape;4556;p80"/>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57" name="Google Shape;4557;p80"/>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558" name="Google Shape;4558;p80"/>
            <p:cNvGrpSpPr/>
            <p:nvPr/>
          </p:nvGrpSpPr>
          <p:grpSpPr>
            <a:xfrm>
              <a:off x="3734138" y="2461089"/>
              <a:ext cx="219900" cy="331146"/>
              <a:chOff x="3734138" y="2461089"/>
              <a:chExt cx="219900" cy="331146"/>
            </a:xfrm>
          </p:grpSpPr>
          <p:sp>
            <p:nvSpPr>
              <p:cNvPr id="4559" name="Google Shape;4559;p80"/>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60" name="Google Shape;4560;p80"/>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561" name="Google Shape;4561;p80"/>
            <p:cNvGrpSpPr/>
            <p:nvPr/>
          </p:nvGrpSpPr>
          <p:grpSpPr>
            <a:xfrm>
              <a:off x="3787560" y="2281742"/>
              <a:ext cx="311089" cy="219900"/>
              <a:chOff x="3787560" y="2281742"/>
              <a:chExt cx="311089" cy="219900"/>
            </a:xfrm>
          </p:grpSpPr>
          <p:sp>
            <p:nvSpPr>
              <p:cNvPr id="4562" name="Google Shape;4562;p80"/>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563" name="Google Shape;4563;p80"/>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564" name="Google Shape;4564;p80"/>
            <p:cNvGrpSpPr/>
            <p:nvPr/>
          </p:nvGrpSpPr>
          <p:grpSpPr>
            <a:xfrm>
              <a:off x="3637290" y="2056248"/>
              <a:ext cx="219900" cy="330736"/>
              <a:chOff x="3637290" y="2056248"/>
              <a:chExt cx="219900" cy="330736"/>
            </a:xfrm>
          </p:grpSpPr>
          <p:sp>
            <p:nvSpPr>
              <p:cNvPr id="4565" name="Google Shape;4565;p80"/>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566" name="Google Shape;4566;p80"/>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567" name="Google Shape;4567;p80"/>
          <p:cNvGrpSpPr/>
          <p:nvPr/>
        </p:nvGrpSpPr>
        <p:grpSpPr>
          <a:xfrm>
            <a:off x="2555923" y="2726206"/>
            <a:ext cx="1268144" cy="592394"/>
            <a:chOff x="238125" y="1188750"/>
            <a:chExt cx="7140450" cy="3335550"/>
          </a:xfrm>
        </p:grpSpPr>
        <p:sp>
          <p:nvSpPr>
            <p:cNvPr id="4568" name="Google Shape;4568;p8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3" name="Google Shape;4573;p80"/>
          <p:cNvGrpSpPr/>
          <p:nvPr/>
        </p:nvGrpSpPr>
        <p:grpSpPr>
          <a:xfrm>
            <a:off x="6663824" y="2728360"/>
            <a:ext cx="1053944" cy="590147"/>
            <a:chOff x="238125" y="1335475"/>
            <a:chExt cx="5418735" cy="3034175"/>
          </a:xfrm>
        </p:grpSpPr>
        <p:sp>
          <p:nvSpPr>
            <p:cNvPr id="4574" name="Google Shape;4574;p8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7" name="Google Shape;4577;p80"/>
          <p:cNvGrpSpPr/>
          <p:nvPr/>
        </p:nvGrpSpPr>
        <p:grpSpPr>
          <a:xfrm>
            <a:off x="4094633" y="3533260"/>
            <a:ext cx="1268207" cy="638939"/>
            <a:chOff x="3967651" y="3645904"/>
            <a:chExt cx="1479304" cy="745292"/>
          </a:xfrm>
        </p:grpSpPr>
        <p:grpSp>
          <p:nvGrpSpPr>
            <p:cNvPr id="4578" name="Google Shape;4578;p80"/>
            <p:cNvGrpSpPr/>
            <p:nvPr/>
          </p:nvGrpSpPr>
          <p:grpSpPr>
            <a:xfrm>
              <a:off x="3967651" y="4009026"/>
              <a:ext cx="1479304" cy="382170"/>
              <a:chOff x="3967651" y="4009026"/>
              <a:chExt cx="1479304" cy="382170"/>
            </a:xfrm>
          </p:grpSpPr>
          <p:grpSp>
            <p:nvGrpSpPr>
              <p:cNvPr id="4579" name="Google Shape;4579;p80"/>
              <p:cNvGrpSpPr/>
              <p:nvPr/>
            </p:nvGrpSpPr>
            <p:grpSpPr>
              <a:xfrm>
                <a:off x="4892216" y="4195630"/>
                <a:ext cx="554739" cy="195566"/>
                <a:chOff x="3604375" y="4892160"/>
                <a:chExt cx="1651500" cy="582215"/>
              </a:xfrm>
            </p:grpSpPr>
            <p:sp>
              <p:nvSpPr>
                <p:cNvPr id="4580" name="Google Shape;4580;p80"/>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0"/>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2" name="Google Shape;4582;p80"/>
              <p:cNvGrpSpPr/>
              <p:nvPr/>
            </p:nvGrpSpPr>
            <p:grpSpPr>
              <a:xfrm>
                <a:off x="3967651" y="4146303"/>
                <a:ext cx="579402" cy="244893"/>
                <a:chOff x="851875" y="4745310"/>
                <a:chExt cx="1724925" cy="729065"/>
              </a:xfrm>
            </p:grpSpPr>
            <p:sp>
              <p:nvSpPr>
                <p:cNvPr id="4583" name="Google Shape;4583;p80"/>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0"/>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5" name="Google Shape;4585;p80"/>
              <p:cNvGrpSpPr/>
              <p:nvPr/>
            </p:nvGrpSpPr>
            <p:grpSpPr>
              <a:xfrm>
                <a:off x="4460753" y="4009026"/>
                <a:ext cx="493110" cy="382170"/>
                <a:chOff x="2319875" y="4336625"/>
                <a:chExt cx="1468025" cy="1137750"/>
              </a:xfrm>
            </p:grpSpPr>
            <p:sp>
              <p:nvSpPr>
                <p:cNvPr id="4586" name="Google Shape;4586;p80"/>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0"/>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88" name="Google Shape;4588;p80"/>
            <p:cNvGrpSpPr/>
            <p:nvPr/>
          </p:nvGrpSpPr>
          <p:grpSpPr>
            <a:xfrm>
              <a:off x="4479443" y="3645904"/>
              <a:ext cx="455965" cy="388789"/>
              <a:chOff x="2957425" y="238100"/>
              <a:chExt cx="1910200" cy="1628775"/>
            </a:xfrm>
          </p:grpSpPr>
          <p:sp>
            <p:nvSpPr>
              <p:cNvPr id="4589" name="Google Shape;4589;p80"/>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0"/>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0"/>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0"/>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0"/>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0"/>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0"/>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0"/>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0"/>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0"/>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99" name="Google Shape;4599;p80"/>
          <p:cNvGrpSpPr/>
          <p:nvPr/>
        </p:nvGrpSpPr>
        <p:grpSpPr>
          <a:xfrm>
            <a:off x="2480746" y="3534460"/>
            <a:ext cx="1243128" cy="637739"/>
            <a:chOff x="2496310" y="3693351"/>
            <a:chExt cx="1342906" cy="688926"/>
          </a:xfrm>
        </p:grpSpPr>
        <p:grpSp>
          <p:nvGrpSpPr>
            <p:cNvPr id="4600" name="Google Shape;4600;p80"/>
            <p:cNvGrpSpPr/>
            <p:nvPr/>
          </p:nvGrpSpPr>
          <p:grpSpPr>
            <a:xfrm>
              <a:off x="2496310" y="3693351"/>
              <a:ext cx="1342906" cy="688875"/>
              <a:chOff x="2496310" y="3693351"/>
              <a:chExt cx="1342906" cy="688875"/>
            </a:xfrm>
          </p:grpSpPr>
          <p:sp>
            <p:nvSpPr>
              <p:cNvPr id="4601" name="Google Shape;4601;p80"/>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0"/>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0"/>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0"/>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0"/>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0"/>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607" name="Google Shape;4607;p80"/>
              <p:cNvCxnSpPr>
                <a:stCxn id="460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608" name="Google Shape;4608;p80"/>
              <p:cNvCxnSpPr>
                <a:stCxn id="460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609" name="Google Shape;4609;p80"/>
              <p:cNvCxnSpPr>
                <a:stCxn id="460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610" name="Google Shape;4610;p80"/>
              <p:cNvCxnSpPr>
                <a:stCxn id="460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611" name="Google Shape;4611;p80"/>
              <p:cNvCxnSpPr>
                <a:stCxn id="460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612" name="Google Shape;4612;p80"/>
            <p:cNvGrpSpPr/>
            <p:nvPr/>
          </p:nvGrpSpPr>
          <p:grpSpPr>
            <a:xfrm>
              <a:off x="2675275" y="3930557"/>
              <a:ext cx="1003306" cy="451719"/>
              <a:chOff x="2675275" y="4174282"/>
              <a:chExt cx="1003306" cy="451719"/>
            </a:xfrm>
          </p:grpSpPr>
          <p:sp>
            <p:nvSpPr>
              <p:cNvPr id="4613" name="Google Shape;4613;p80"/>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0"/>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0"/>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16" name="Google Shape;4616;p80"/>
          <p:cNvGrpSpPr/>
          <p:nvPr/>
        </p:nvGrpSpPr>
        <p:grpSpPr>
          <a:xfrm>
            <a:off x="1654417" y="971307"/>
            <a:ext cx="574511" cy="874709"/>
            <a:chOff x="1715404" y="1112080"/>
            <a:chExt cx="642270" cy="977984"/>
          </a:xfrm>
        </p:grpSpPr>
        <p:grpSp>
          <p:nvGrpSpPr>
            <p:cNvPr id="4617" name="Google Shape;4617;p80"/>
            <p:cNvGrpSpPr/>
            <p:nvPr/>
          </p:nvGrpSpPr>
          <p:grpSpPr>
            <a:xfrm>
              <a:off x="1715404" y="1112080"/>
              <a:ext cx="642270" cy="977984"/>
              <a:chOff x="1715404" y="1112080"/>
              <a:chExt cx="642270" cy="977984"/>
            </a:xfrm>
          </p:grpSpPr>
          <p:sp>
            <p:nvSpPr>
              <p:cNvPr id="4618" name="Google Shape;4618;p80"/>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0"/>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0" name="Google Shape;4620;p80"/>
            <p:cNvGrpSpPr/>
            <p:nvPr/>
          </p:nvGrpSpPr>
          <p:grpSpPr>
            <a:xfrm>
              <a:off x="1768927" y="1165603"/>
              <a:ext cx="535225" cy="851367"/>
              <a:chOff x="1768927" y="1165603"/>
              <a:chExt cx="535225" cy="851367"/>
            </a:xfrm>
          </p:grpSpPr>
          <p:sp>
            <p:nvSpPr>
              <p:cNvPr id="4621" name="Google Shape;4621;p80"/>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0"/>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3" name="Google Shape;4623;p80"/>
            <p:cNvGrpSpPr/>
            <p:nvPr/>
          </p:nvGrpSpPr>
          <p:grpSpPr>
            <a:xfrm>
              <a:off x="1822449" y="1219125"/>
              <a:ext cx="428180" cy="718859"/>
              <a:chOff x="1822449" y="1219125"/>
              <a:chExt cx="428180" cy="718859"/>
            </a:xfrm>
          </p:grpSpPr>
          <p:sp>
            <p:nvSpPr>
              <p:cNvPr id="4624" name="Google Shape;4624;p80"/>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0"/>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6" name="Google Shape;4626;p80"/>
            <p:cNvGrpSpPr/>
            <p:nvPr/>
          </p:nvGrpSpPr>
          <p:grpSpPr>
            <a:xfrm>
              <a:off x="1875972" y="1272648"/>
              <a:ext cx="321135" cy="586939"/>
              <a:chOff x="1875972" y="1272648"/>
              <a:chExt cx="321135" cy="586939"/>
            </a:xfrm>
          </p:grpSpPr>
          <p:sp>
            <p:nvSpPr>
              <p:cNvPr id="4627" name="Google Shape;4627;p80"/>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0"/>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29" name="Google Shape;4629;p80"/>
          <p:cNvGrpSpPr/>
          <p:nvPr/>
        </p:nvGrpSpPr>
        <p:grpSpPr>
          <a:xfrm>
            <a:off x="7761578" y="3528028"/>
            <a:ext cx="293855" cy="644170"/>
            <a:chOff x="241025" y="3151575"/>
            <a:chExt cx="293855" cy="644170"/>
          </a:xfrm>
        </p:grpSpPr>
        <p:sp>
          <p:nvSpPr>
            <p:cNvPr id="4630" name="Google Shape;4630;p80"/>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0"/>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 name="Google Shape;4632;p80"/>
          <p:cNvGrpSpPr/>
          <p:nvPr/>
        </p:nvGrpSpPr>
        <p:grpSpPr>
          <a:xfrm>
            <a:off x="709562" y="2728028"/>
            <a:ext cx="1779649" cy="591620"/>
            <a:chOff x="246070" y="1983375"/>
            <a:chExt cx="1855347" cy="616849"/>
          </a:xfrm>
        </p:grpSpPr>
        <p:sp>
          <p:nvSpPr>
            <p:cNvPr id="4633" name="Google Shape;4633;p80"/>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0"/>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0"/>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0"/>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0"/>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0"/>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0"/>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0"/>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0"/>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2" name="Google Shape;4642;p80"/>
          <p:cNvGrpSpPr/>
          <p:nvPr/>
        </p:nvGrpSpPr>
        <p:grpSpPr>
          <a:xfrm>
            <a:off x="2320428" y="971307"/>
            <a:ext cx="711055" cy="745993"/>
            <a:chOff x="2496269" y="1171698"/>
            <a:chExt cx="761953" cy="799392"/>
          </a:xfrm>
        </p:grpSpPr>
        <p:grpSp>
          <p:nvGrpSpPr>
            <p:cNvPr id="4643" name="Google Shape;4643;p80"/>
            <p:cNvGrpSpPr/>
            <p:nvPr/>
          </p:nvGrpSpPr>
          <p:grpSpPr>
            <a:xfrm>
              <a:off x="2496269" y="1171698"/>
              <a:ext cx="761953" cy="723022"/>
              <a:chOff x="2496269" y="1171698"/>
              <a:chExt cx="761953" cy="723022"/>
            </a:xfrm>
          </p:grpSpPr>
          <p:sp>
            <p:nvSpPr>
              <p:cNvPr id="4644" name="Google Shape;4644;p80"/>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0"/>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6" name="Google Shape;4646;p80"/>
              <p:cNvGrpSpPr/>
              <p:nvPr/>
            </p:nvGrpSpPr>
            <p:grpSpPr>
              <a:xfrm>
                <a:off x="2496269" y="1171698"/>
                <a:ext cx="761953" cy="723022"/>
                <a:chOff x="2496269" y="1120652"/>
                <a:chExt cx="761953" cy="723022"/>
              </a:xfrm>
            </p:grpSpPr>
            <p:grpSp>
              <p:nvGrpSpPr>
                <p:cNvPr id="4647" name="Google Shape;4647;p80"/>
                <p:cNvGrpSpPr/>
                <p:nvPr/>
              </p:nvGrpSpPr>
              <p:grpSpPr>
                <a:xfrm>
                  <a:off x="2496269" y="1120652"/>
                  <a:ext cx="761953" cy="723022"/>
                  <a:chOff x="2496269" y="1120652"/>
                  <a:chExt cx="761953" cy="723022"/>
                </a:xfrm>
              </p:grpSpPr>
              <p:grpSp>
                <p:nvGrpSpPr>
                  <p:cNvPr id="4648" name="Google Shape;4648;p80"/>
                  <p:cNvGrpSpPr/>
                  <p:nvPr/>
                </p:nvGrpSpPr>
                <p:grpSpPr>
                  <a:xfrm>
                    <a:off x="2496269" y="1304589"/>
                    <a:ext cx="407089" cy="305057"/>
                    <a:chOff x="2496269" y="1304589"/>
                    <a:chExt cx="407089" cy="305057"/>
                  </a:xfrm>
                </p:grpSpPr>
                <p:sp>
                  <p:nvSpPr>
                    <p:cNvPr id="4649" name="Google Shape;4649;p80"/>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0"/>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1" name="Google Shape;4651;p80"/>
                  <p:cNvGrpSpPr/>
                  <p:nvPr/>
                </p:nvGrpSpPr>
                <p:grpSpPr>
                  <a:xfrm>
                    <a:off x="2586468" y="1493376"/>
                    <a:ext cx="358850" cy="349656"/>
                    <a:chOff x="2586468" y="1493376"/>
                    <a:chExt cx="358850" cy="349656"/>
                  </a:xfrm>
                </p:grpSpPr>
                <p:sp>
                  <p:nvSpPr>
                    <p:cNvPr id="4652" name="Google Shape;4652;p80"/>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0"/>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4" name="Google Shape;4654;p80"/>
                  <p:cNvGrpSpPr/>
                  <p:nvPr/>
                </p:nvGrpSpPr>
                <p:grpSpPr>
                  <a:xfrm>
                    <a:off x="2807939" y="1494024"/>
                    <a:ext cx="358857" cy="349650"/>
                    <a:chOff x="2807939" y="1494024"/>
                    <a:chExt cx="358857" cy="349650"/>
                  </a:xfrm>
                </p:grpSpPr>
                <p:sp>
                  <p:nvSpPr>
                    <p:cNvPr id="4655" name="Google Shape;4655;p80"/>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0"/>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7" name="Google Shape;4657;p80"/>
                  <p:cNvGrpSpPr/>
                  <p:nvPr/>
                </p:nvGrpSpPr>
                <p:grpSpPr>
                  <a:xfrm>
                    <a:off x="2851133" y="1305635"/>
                    <a:ext cx="407089" cy="305057"/>
                    <a:chOff x="2851133" y="1305635"/>
                    <a:chExt cx="407089" cy="305057"/>
                  </a:xfrm>
                </p:grpSpPr>
                <p:sp>
                  <p:nvSpPr>
                    <p:cNvPr id="4658" name="Google Shape;4658;p80"/>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0"/>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0" name="Google Shape;4660;p80"/>
                  <p:cNvGrpSpPr/>
                  <p:nvPr/>
                </p:nvGrpSpPr>
                <p:grpSpPr>
                  <a:xfrm>
                    <a:off x="2727495" y="1120652"/>
                    <a:ext cx="300271" cy="396358"/>
                    <a:chOff x="2727495" y="1120652"/>
                    <a:chExt cx="300271" cy="396358"/>
                  </a:xfrm>
                </p:grpSpPr>
                <p:sp>
                  <p:nvSpPr>
                    <p:cNvPr id="4661" name="Google Shape;4661;p80"/>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0"/>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63" name="Google Shape;4663;p80"/>
                <p:cNvGrpSpPr/>
                <p:nvPr/>
              </p:nvGrpSpPr>
              <p:grpSpPr>
                <a:xfrm>
                  <a:off x="2722305" y="1350460"/>
                  <a:ext cx="308357" cy="308344"/>
                  <a:chOff x="2722305" y="1350460"/>
                  <a:chExt cx="308357" cy="308344"/>
                </a:xfrm>
              </p:grpSpPr>
              <p:sp>
                <p:nvSpPr>
                  <p:cNvPr id="4664" name="Google Shape;4664;p80"/>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65" name="Google Shape;4665;p80"/>
                  <p:cNvGrpSpPr/>
                  <p:nvPr/>
                </p:nvGrpSpPr>
                <p:grpSpPr>
                  <a:xfrm>
                    <a:off x="2725064" y="1364529"/>
                    <a:ext cx="297954" cy="280182"/>
                    <a:chOff x="2725064" y="1364529"/>
                    <a:chExt cx="297954" cy="280182"/>
                  </a:xfrm>
                </p:grpSpPr>
                <p:sp>
                  <p:nvSpPr>
                    <p:cNvPr id="4666" name="Google Shape;4666;p80"/>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0"/>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0"/>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0"/>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0"/>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671" name="Google Shape;4671;p80"/>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0"/>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0"/>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0"/>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0"/>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6" name="Google Shape;4676;p80"/>
          <p:cNvGrpSpPr/>
          <p:nvPr/>
        </p:nvGrpSpPr>
        <p:grpSpPr>
          <a:xfrm>
            <a:off x="3909129" y="2727412"/>
            <a:ext cx="1569144" cy="591015"/>
            <a:chOff x="3820100" y="3023049"/>
            <a:chExt cx="1303926" cy="491162"/>
          </a:xfrm>
        </p:grpSpPr>
        <p:grpSp>
          <p:nvGrpSpPr>
            <p:cNvPr id="4677" name="Google Shape;4677;p80"/>
            <p:cNvGrpSpPr/>
            <p:nvPr/>
          </p:nvGrpSpPr>
          <p:grpSpPr>
            <a:xfrm>
              <a:off x="3820100" y="3023072"/>
              <a:ext cx="1303926" cy="491139"/>
              <a:chOff x="3820100" y="3023072"/>
              <a:chExt cx="1303926" cy="491139"/>
            </a:xfrm>
          </p:grpSpPr>
          <p:sp>
            <p:nvSpPr>
              <p:cNvPr id="4678" name="Google Shape;4678;p80"/>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0"/>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0" name="Google Shape;4680;p80"/>
            <p:cNvGrpSpPr/>
            <p:nvPr/>
          </p:nvGrpSpPr>
          <p:grpSpPr>
            <a:xfrm>
              <a:off x="4132439" y="3023645"/>
              <a:ext cx="393633" cy="177096"/>
              <a:chOff x="4132439" y="3023645"/>
              <a:chExt cx="393633" cy="177096"/>
            </a:xfrm>
          </p:grpSpPr>
          <p:sp>
            <p:nvSpPr>
              <p:cNvPr id="4681" name="Google Shape;4681;p80"/>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0"/>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3" name="Google Shape;4683;p80"/>
            <p:cNvGrpSpPr/>
            <p:nvPr/>
          </p:nvGrpSpPr>
          <p:grpSpPr>
            <a:xfrm>
              <a:off x="3921811" y="3023049"/>
              <a:ext cx="1002397" cy="388943"/>
              <a:chOff x="3921811" y="3023049"/>
              <a:chExt cx="1002397" cy="388943"/>
            </a:xfrm>
          </p:grpSpPr>
          <p:sp>
            <p:nvSpPr>
              <p:cNvPr id="4684" name="Google Shape;4684;p80"/>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0"/>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6" name="Google Shape;4686;p80"/>
            <p:cNvGrpSpPr/>
            <p:nvPr/>
          </p:nvGrpSpPr>
          <p:grpSpPr>
            <a:xfrm>
              <a:off x="4023645" y="3023049"/>
              <a:ext cx="683032" cy="286722"/>
              <a:chOff x="4023645" y="3023049"/>
              <a:chExt cx="683032" cy="286722"/>
            </a:xfrm>
          </p:grpSpPr>
          <p:sp>
            <p:nvSpPr>
              <p:cNvPr id="4687" name="Google Shape;4687;p80"/>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0"/>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89" name="Google Shape;4689;p80"/>
          <p:cNvGrpSpPr/>
          <p:nvPr/>
        </p:nvGrpSpPr>
        <p:grpSpPr>
          <a:xfrm>
            <a:off x="1541251" y="1854258"/>
            <a:ext cx="713522" cy="688025"/>
            <a:chOff x="1706078" y="2092648"/>
            <a:chExt cx="660913" cy="637296"/>
          </a:xfrm>
        </p:grpSpPr>
        <p:sp>
          <p:nvSpPr>
            <p:cNvPr id="4690" name="Google Shape;4690;p80"/>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1" name="Google Shape;4691;p80"/>
            <p:cNvGrpSpPr/>
            <p:nvPr/>
          </p:nvGrpSpPr>
          <p:grpSpPr>
            <a:xfrm>
              <a:off x="1706078" y="2092648"/>
              <a:ext cx="660913" cy="575241"/>
              <a:chOff x="1706078" y="2092648"/>
              <a:chExt cx="660913" cy="575241"/>
            </a:xfrm>
          </p:grpSpPr>
          <p:sp>
            <p:nvSpPr>
              <p:cNvPr id="4692" name="Google Shape;4692;p80"/>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0"/>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0"/>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5" name="Google Shape;4695;p80"/>
          <p:cNvGrpSpPr/>
          <p:nvPr/>
        </p:nvGrpSpPr>
        <p:grpSpPr>
          <a:xfrm>
            <a:off x="6303109" y="971806"/>
            <a:ext cx="1317459" cy="684168"/>
            <a:chOff x="238125" y="999450"/>
            <a:chExt cx="7140700" cy="3708225"/>
          </a:xfrm>
        </p:grpSpPr>
        <p:sp>
          <p:nvSpPr>
            <p:cNvPr id="4696" name="Google Shape;4696;p8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0"/>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4708"/>
        <p:cNvGrpSpPr/>
        <p:nvPr/>
      </p:nvGrpSpPr>
      <p:grpSpPr>
        <a:xfrm>
          <a:off x="0" y="0"/>
          <a:ext cx="0" cy="0"/>
          <a:chOff x="0" y="0"/>
          <a:chExt cx="0" cy="0"/>
        </a:xfrm>
      </p:grpSpPr>
      <p:grpSp>
        <p:nvGrpSpPr>
          <p:cNvPr id="4709" name="Google Shape;4709;p81"/>
          <p:cNvGrpSpPr/>
          <p:nvPr/>
        </p:nvGrpSpPr>
        <p:grpSpPr>
          <a:xfrm>
            <a:off x="717027" y="967622"/>
            <a:ext cx="1636117" cy="1526144"/>
            <a:chOff x="729238" y="1179665"/>
            <a:chExt cx="1636117" cy="1526144"/>
          </a:xfrm>
        </p:grpSpPr>
        <p:grpSp>
          <p:nvGrpSpPr>
            <p:cNvPr id="4710" name="Google Shape;4710;p81"/>
            <p:cNvGrpSpPr/>
            <p:nvPr/>
          </p:nvGrpSpPr>
          <p:grpSpPr>
            <a:xfrm>
              <a:off x="729238" y="1179665"/>
              <a:ext cx="80700" cy="1526144"/>
              <a:chOff x="729238" y="1179665"/>
              <a:chExt cx="80700" cy="1526144"/>
            </a:xfrm>
          </p:grpSpPr>
          <p:sp>
            <p:nvSpPr>
              <p:cNvPr id="4711" name="Google Shape;4711;p81"/>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1"/>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1"/>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1"/>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1" name="Google Shape;4721;p81"/>
            <p:cNvGrpSpPr/>
            <p:nvPr/>
          </p:nvGrpSpPr>
          <p:grpSpPr>
            <a:xfrm>
              <a:off x="903098" y="1179665"/>
              <a:ext cx="80700" cy="1526144"/>
              <a:chOff x="903098" y="1179665"/>
              <a:chExt cx="80700" cy="1526144"/>
            </a:xfrm>
          </p:grpSpPr>
          <p:sp>
            <p:nvSpPr>
              <p:cNvPr id="4722" name="Google Shape;4722;p81"/>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1"/>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1"/>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1"/>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1"/>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1"/>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2" name="Google Shape;4732;p81"/>
            <p:cNvGrpSpPr/>
            <p:nvPr/>
          </p:nvGrpSpPr>
          <p:grpSpPr>
            <a:xfrm>
              <a:off x="1076958" y="1179665"/>
              <a:ext cx="80700" cy="1526144"/>
              <a:chOff x="1076958" y="1179665"/>
              <a:chExt cx="80700" cy="1526144"/>
            </a:xfrm>
          </p:grpSpPr>
          <p:sp>
            <p:nvSpPr>
              <p:cNvPr id="4733" name="Google Shape;4733;p81"/>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1"/>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1"/>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1"/>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1"/>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1"/>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1"/>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3" name="Google Shape;4743;p81"/>
            <p:cNvGrpSpPr/>
            <p:nvPr/>
          </p:nvGrpSpPr>
          <p:grpSpPr>
            <a:xfrm>
              <a:off x="1247707" y="1179665"/>
              <a:ext cx="80700" cy="1526144"/>
              <a:chOff x="1247707" y="1179665"/>
              <a:chExt cx="80700" cy="1526144"/>
            </a:xfrm>
          </p:grpSpPr>
          <p:sp>
            <p:nvSpPr>
              <p:cNvPr id="4744" name="Google Shape;4744;p81"/>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1"/>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1"/>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4" name="Google Shape;4754;p81"/>
            <p:cNvGrpSpPr/>
            <p:nvPr/>
          </p:nvGrpSpPr>
          <p:grpSpPr>
            <a:xfrm>
              <a:off x="1421567" y="1179665"/>
              <a:ext cx="80700" cy="1526144"/>
              <a:chOff x="1421567" y="1179665"/>
              <a:chExt cx="80700" cy="1526144"/>
            </a:xfrm>
          </p:grpSpPr>
          <p:sp>
            <p:nvSpPr>
              <p:cNvPr id="4755" name="Google Shape;4755;p81"/>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1"/>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1"/>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1"/>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1"/>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1"/>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1"/>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1"/>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5" name="Google Shape;4765;p81"/>
            <p:cNvGrpSpPr/>
            <p:nvPr/>
          </p:nvGrpSpPr>
          <p:grpSpPr>
            <a:xfrm>
              <a:off x="1592327" y="1179665"/>
              <a:ext cx="80700" cy="1526144"/>
              <a:chOff x="1592327" y="1179665"/>
              <a:chExt cx="80700" cy="1526144"/>
            </a:xfrm>
          </p:grpSpPr>
          <p:sp>
            <p:nvSpPr>
              <p:cNvPr id="4766" name="Google Shape;4766;p81"/>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1"/>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1"/>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1"/>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1"/>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1"/>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6" name="Google Shape;4776;p81"/>
            <p:cNvGrpSpPr/>
            <p:nvPr/>
          </p:nvGrpSpPr>
          <p:grpSpPr>
            <a:xfrm>
              <a:off x="1766187" y="1179665"/>
              <a:ext cx="80700" cy="1526144"/>
              <a:chOff x="1766187" y="1179665"/>
              <a:chExt cx="80700" cy="1526144"/>
            </a:xfrm>
          </p:grpSpPr>
          <p:sp>
            <p:nvSpPr>
              <p:cNvPr id="4777" name="Google Shape;4777;p81"/>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1"/>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1"/>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1"/>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1"/>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1"/>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1"/>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1"/>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1"/>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7" name="Google Shape;4787;p81"/>
            <p:cNvGrpSpPr/>
            <p:nvPr/>
          </p:nvGrpSpPr>
          <p:grpSpPr>
            <a:xfrm>
              <a:off x="1936935" y="1179665"/>
              <a:ext cx="80700" cy="1526144"/>
              <a:chOff x="1936935" y="1179665"/>
              <a:chExt cx="80700" cy="1526144"/>
            </a:xfrm>
          </p:grpSpPr>
          <p:sp>
            <p:nvSpPr>
              <p:cNvPr id="4788" name="Google Shape;4788;p81"/>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1"/>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1"/>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1"/>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1"/>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8" name="Google Shape;4798;p81"/>
            <p:cNvGrpSpPr/>
            <p:nvPr/>
          </p:nvGrpSpPr>
          <p:grpSpPr>
            <a:xfrm>
              <a:off x="2110795" y="1179665"/>
              <a:ext cx="80700" cy="1526144"/>
              <a:chOff x="2110795" y="1179665"/>
              <a:chExt cx="80700" cy="1526144"/>
            </a:xfrm>
          </p:grpSpPr>
          <p:sp>
            <p:nvSpPr>
              <p:cNvPr id="4799" name="Google Shape;4799;p81"/>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1"/>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1"/>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1"/>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9" name="Google Shape;4809;p81"/>
            <p:cNvGrpSpPr/>
            <p:nvPr/>
          </p:nvGrpSpPr>
          <p:grpSpPr>
            <a:xfrm>
              <a:off x="2284655" y="1179665"/>
              <a:ext cx="80700" cy="1526144"/>
              <a:chOff x="2284655" y="1179665"/>
              <a:chExt cx="80700" cy="1526144"/>
            </a:xfrm>
          </p:grpSpPr>
          <p:sp>
            <p:nvSpPr>
              <p:cNvPr id="4810" name="Google Shape;4810;p81"/>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1"/>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1"/>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1"/>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1"/>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1"/>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0" name="Google Shape;4820;p81"/>
          <p:cNvGrpSpPr/>
          <p:nvPr/>
        </p:nvGrpSpPr>
        <p:grpSpPr>
          <a:xfrm>
            <a:off x="2611693" y="986760"/>
            <a:ext cx="1364248" cy="1102133"/>
            <a:chOff x="2623904" y="1198803"/>
            <a:chExt cx="1364248" cy="1102133"/>
          </a:xfrm>
        </p:grpSpPr>
        <p:grpSp>
          <p:nvGrpSpPr>
            <p:cNvPr id="4821" name="Google Shape;4821;p81"/>
            <p:cNvGrpSpPr/>
            <p:nvPr/>
          </p:nvGrpSpPr>
          <p:grpSpPr>
            <a:xfrm>
              <a:off x="2623907" y="1198803"/>
              <a:ext cx="1364245" cy="273000"/>
              <a:chOff x="2623907" y="1198803"/>
              <a:chExt cx="1364245" cy="273000"/>
            </a:xfrm>
          </p:grpSpPr>
          <p:sp>
            <p:nvSpPr>
              <p:cNvPr id="4822" name="Google Shape;4822;p8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1"/>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7" name="Google Shape;4827;p81"/>
            <p:cNvGrpSpPr/>
            <p:nvPr/>
          </p:nvGrpSpPr>
          <p:grpSpPr>
            <a:xfrm>
              <a:off x="2623904" y="1476964"/>
              <a:ext cx="1364245" cy="273000"/>
              <a:chOff x="2623904" y="1476964"/>
              <a:chExt cx="1364245" cy="273000"/>
            </a:xfrm>
          </p:grpSpPr>
          <p:sp>
            <p:nvSpPr>
              <p:cNvPr id="4828" name="Google Shape;4828;p8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1"/>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1"/>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1"/>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81"/>
            <p:cNvGrpSpPr/>
            <p:nvPr/>
          </p:nvGrpSpPr>
          <p:grpSpPr>
            <a:xfrm>
              <a:off x="2623907" y="1749775"/>
              <a:ext cx="1364245" cy="273000"/>
              <a:chOff x="2623907" y="1749775"/>
              <a:chExt cx="1364245" cy="273000"/>
            </a:xfrm>
          </p:grpSpPr>
          <p:sp>
            <p:nvSpPr>
              <p:cNvPr id="4834" name="Google Shape;4834;p8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1"/>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1"/>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9" name="Google Shape;4839;p81"/>
            <p:cNvGrpSpPr/>
            <p:nvPr/>
          </p:nvGrpSpPr>
          <p:grpSpPr>
            <a:xfrm>
              <a:off x="2623904" y="2027936"/>
              <a:ext cx="1364245" cy="273000"/>
              <a:chOff x="2623904" y="2027936"/>
              <a:chExt cx="1364245" cy="273000"/>
            </a:xfrm>
          </p:grpSpPr>
          <p:sp>
            <p:nvSpPr>
              <p:cNvPr id="4840" name="Google Shape;4840;p8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45" name="Google Shape;4845;p81"/>
          <p:cNvGrpSpPr/>
          <p:nvPr/>
        </p:nvGrpSpPr>
        <p:grpSpPr>
          <a:xfrm>
            <a:off x="2601154" y="2445833"/>
            <a:ext cx="1387541" cy="159124"/>
            <a:chOff x="3200660" y="2180272"/>
            <a:chExt cx="2563824" cy="378237"/>
          </a:xfrm>
        </p:grpSpPr>
        <p:sp>
          <p:nvSpPr>
            <p:cNvPr id="4846" name="Google Shape;4846;p8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4" name="Google Shape;4864;p81"/>
          <p:cNvGrpSpPr/>
          <p:nvPr/>
        </p:nvGrpSpPr>
        <p:grpSpPr>
          <a:xfrm>
            <a:off x="2597679" y="2723597"/>
            <a:ext cx="1390502" cy="159625"/>
            <a:chOff x="3530150" y="2790075"/>
            <a:chExt cx="1962600" cy="225300"/>
          </a:xfrm>
        </p:grpSpPr>
        <p:sp>
          <p:nvSpPr>
            <p:cNvPr id="4865" name="Google Shape;4865;p81"/>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1"/>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81"/>
          <p:cNvGrpSpPr/>
          <p:nvPr/>
        </p:nvGrpSpPr>
        <p:grpSpPr>
          <a:xfrm>
            <a:off x="2597736" y="3001862"/>
            <a:ext cx="1411629" cy="154175"/>
            <a:chOff x="3558802" y="4011244"/>
            <a:chExt cx="1866000" cy="111600"/>
          </a:xfrm>
        </p:grpSpPr>
        <p:sp>
          <p:nvSpPr>
            <p:cNvPr id="4868" name="Google Shape;4868;p81"/>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1"/>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0" name="Google Shape;4870;p81"/>
          <p:cNvGrpSpPr/>
          <p:nvPr/>
        </p:nvGrpSpPr>
        <p:grpSpPr>
          <a:xfrm>
            <a:off x="2598024" y="2207432"/>
            <a:ext cx="1383503" cy="119761"/>
            <a:chOff x="3465975" y="2270258"/>
            <a:chExt cx="1986364" cy="171947"/>
          </a:xfrm>
        </p:grpSpPr>
        <p:sp>
          <p:nvSpPr>
            <p:cNvPr id="4871" name="Google Shape;4871;p8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1"/>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1"/>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1"/>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1"/>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1"/>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9" name="Google Shape;4879;p81"/>
          <p:cNvGrpSpPr/>
          <p:nvPr/>
        </p:nvGrpSpPr>
        <p:grpSpPr>
          <a:xfrm>
            <a:off x="2609031" y="3571205"/>
            <a:ext cx="1369531" cy="195460"/>
            <a:chOff x="723300" y="4253549"/>
            <a:chExt cx="2276482" cy="324900"/>
          </a:xfrm>
        </p:grpSpPr>
        <p:sp>
          <p:nvSpPr>
            <p:cNvPr id="4880" name="Google Shape;4880;p8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1"/>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5" name="Google Shape;4885;p81"/>
          <p:cNvGrpSpPr/>
          <p:nvPr/>
        </p:nvGrpSpPr>
        <p:grpSpPr>
          <a:xfrm>
            <a:off x="2598592" y="3272446"/>
            <a:ext cx="1389066" cy="180119"/>
            <a:chOff x="705948" y="3788465"/>
            <a:chExt cx="2308953" cy="299400"/>
          </a:xfrm>
        </p:grpSpPr>
        <p:sp>
          <p:nvSpPr>
            <p:cNvPr id="4886" name="Google Shape;4886;p8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1"/>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1"/>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1" name="Google Shape;4891;p81"/>
          <p:cNvGrpSpPr/>
          <p:nvPr/>
        </p:nvGrpSpPr>
        <p:grpSpPr>
          <a:xfrm>
            <a:off x="4195583" y="1876400"/>
            <a:ext cx="1433821" cy="191501"/>
            <a:chOff x="4273350" y="2088443"/>
            <a:chExt cx="1433821" cy="191501"/>
          </a:xfrm>
        </p:grpSpPr>
        <p:grpSp>
          <p:nvGrpSpPr>
            <p:cNvPr id="4892" name="Google Shape;4892;p81"/>
            <p:cNvGrpSpPr/>
            <p:nvPr/>
          </p:nvGrpSpPr>
          <p:grpSpPr>
            <a:xfrm>
              <a:off x="4273350" y="2088443"/>
              <a:ext cx="1433821" cy="0"/>
              <a:chOff x="5224975" y="2962250"/>
              <a:chExt cx="1544400" cy="0"/>
            </a:xfrm>
          </p:grpSpPr>
          <p:cxnSp>
            <p:nvCxnSpPr>
              <p:cNvPr id="4893" name="Google Shape;4893;p8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4894" name="Google Shape;4894;p81"/>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4895" name="Google Shape;4895;p81"/>
            <p:cNvGrpSpPr/>
            <p:nvPr/>
          </p:nvGrpSpPr>
          <p:grpSpPr>
            <a:xfrm>
              <a:off x="4273350" y="2279944"/>
              <a:ext cx="1433821" cy="0"/>
              <a:chOff x="5224975" y="2962250"/>
              <a:chExt cx="1544400" cy="0"/>
            </a:xfrm>
          </p:grpSpPr>
          <p:cxnSp>
            <p:nvCxnSpPr>
              <p:cNvPr id="4896" name="Google Shape;4896;p8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4897" name="Google Shape;4897;p81"/>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4898" name="Google Shape;4898;p81"/>
          <p:cNvGrpSpPr/>
          <p:nvPr/>
        </p:nvGrpSpPr>
        <p:grpSpPr>
          <a:xfrm>
            <a:off x="2646529" y="3885304"/>
            <a:ext cx="1304609" cy="294074"/>
            <a:chOff x="2658741" y="4097347"/>
            <a:chExt cx="1304609" cy="294074"/>
          </a:xfrm>
        </p:grpSpPr>
        <p:grpSp>
          <p:nvGrpSpPr>
            <p:cNvPr id="4899" name="Google Shape;4899;p81"/>
            <p:cNvGrpSpPr/>
            <p:nvPr/>
          </p:nvGrpSpPr>
          <p:grpSpPr>
            <a:xfrm>
              <a:off x="2658741" y="4097347"/>
              <a:ext cx="118572" cy="294074"/>
              <a:chOff x="3343310" y="4475555"/>
              <a:chExt cx="127717" cy="316753"/>
            </a:xfrm>
          </p:grpSpPr>
          <p:sp>
            <p:nvSpPr>
              <p:cNvPr id="4900" name="Google Shape;4900;p8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 name="Google Shape;4902;p81"/>
            <p:cNvGrpSpPr/>
            <p:nvPr/>
          </p:nvGrpSpPr>
          <p:grpSpPr>
            <a:xfrm>
              <a:off x="3815519" y="4098388"/>
              <a:ext cx="147831" cy="291991"/>
              <a:chOff x="3527539" y="4476677"/>
              <a:chExt cx="159232" cy="314510"/>
            </a:xfrm>
          </p:grpSpPr>
          <p:sp>
            <p:nvSpPr>
              <p:cNvPr id="4903" name="Google Shape;4903;p8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5" name="Google Shape;4905;p81"/>
            <p:cNvGrpSpPr/>
            <p:nvPr/>
          </p:nvGrpSpPr>
          <p:grpSpPr>
            <a:xfrm>
              <a:off x="3511696" y="4098388"/>
              <a:ext cx="147831" cy="291991"/>
              <a:chOff x="3527539" y="4476677"/>
              <a:chExt cx="159232" cy="314510"/>
            </a:xfrm>
          </p:grpSpPr>
          <p:sp>
            <p:nvSpPr>
              <p:cNvPr id="4906" name="Google Shape;4906;p8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8" name="Google Shape;4908;p81"/>
            <p:cNvGrpSpPr/>
            <p:nvPr/>
          </p:nvGrpSpPr>
          <p:grpSpPr>
            <a:xfrm>
              <a:off x="3207874" y="4098388"/>
              <a:ext cx="147831" cy="291991"/>
              <a:chOff x="3527539" y="4476677"/>
              <a:chExt cx="159232" cy="314510"/>
            </a:xfrm>
          </p:grpSpPr>
          <p:sp>
            <p:nvSpPr>
              <p:cNvPr id="4909" name="Google Shape;4909;p8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81"/>
            <p:cNvGrpSpPr/>
            <p:nvPr/>
          </p:nvGrpSpPr>
          <p:grpSpPr>
            <a:xfrm>
              <a:off x="2933305" y="4097347"/>
              <a:ext cx="118572" cy="294074"/>
              <a:chOff x="3343310" y="4475555"/>
              <a:chExt cx="127717" cy="316753"/>
            </a:xfrm>
          </p:grpSpPr>
          <p:sp>
            <p:nvSpPr>
              <p:cNvPr id="4912" name="Google Shape;4912;p8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14" name="Google Shape;4914;p81"/>
          <p:cNvGrpSpPr/>
          <p:nvPr/>
        </p:nvGrpSpPr>
        <p:grpSpPr>
          <a:xfrm>
            <a:off x="4197138" y="963998"/>
            <a:ext cx="1430711" cy="751237"/>
            <a:chOff x="5159450" y="1919950"/>
            <a:chExt cx="1541050" cy="862500"/>
          </a:xfrm>
        </p:grpSpPr>
        <p:sp>
          <p:nvSpPr>
            <p:cNvPr id="4915" name="Google Shape;4915;p8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4916" name="Google Shape;4916;p81"/>
            <p:cNvGrpSpPr/>
            <p:nvPr/>
          </p:nvGrpSpPr>
          <p:grpSpPr>
            <a:xfrm>
              <a:off x="5159450" y="1919950"/>
              <a:ext cx="1541050" cy="862500"/>
              <a:chOff x="5159450" y="1919950"/>
              <a:chExt cx="1541050" cy="862500"/>
            </a:xfrm>
          </p:grpSpPr>
          <p:cxnSp>
            <p:nvCxnSpPr>
              <p:cNvPr id="4917" name="Google Shape;4917;p8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4918" name="Google Shape;4918;p8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4919" name="Google Shape;4919;p81"/>
          <p:cNvGrpSpPr/>
          <p:nvPr/>
        </p:nvGrpSpPr>
        <p:grpSpPr>
          <a:xfrm>
            <a:off x="4245275" y="2227768"/>
            <a:ext cx="1334436" cy="967914"/>
            <a:chOff x="4294923" y="2439811"/>
            <a:chExt cx="1334436" cy="967914"/>
          </a:xfrm>
        </p:grpSpPr>
        <p:grpSp>
          <p:nvGrpSpPr>
            <p:cNvPr id="4920" name="Google Shape;4920;p81"/>
            <p:cNvGrpSpPr/>
            <p:nvPr/>
          </p:nvGrpSpPr>
          <p:grpSpPr>
            <a:xfrm>
              <a:off x="4960455" y="2469658"/>
              <a:ext cx="668904" cy="885524"/>
              <a:chOff x="4960455" y="2469658"/>
              <a:chExt cx="668904" cy="885524"/>
            </a:xfrm>
          </p:grpSpPr>
          <p:sp>
            <p:nvSpPr>
              <p:cNvPr id="4921" name="Google Shape;4921;p81"/>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1"/>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1"/>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1"/>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1"/>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1"/>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7" name="Google Shape;4927;p81"/>
            <p:cNvGrpSpPr/>
            <p:nvPr/>
          </p:nvGrpSpPr>
          <p:grpSpPr>
            <a:xfrm>
              <a:off x="4294923" y="2469658"/>
              <a:ext cx="668951" cy="885524"/>
              <a:chOff x="4294923" y="2469658"/>
              <a:chExt cx="668951" cy="885524"/>
            </a:xfrm>
          </p:grpSpPr>
          <p:sp>
            <p:nvSpPr>
              <p:cNvPr id="4928" name="Google Shape;4928;p81"/>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1"/>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1"/>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1"/>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1"/>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1"/>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4" name="Google Shape;4934;p81"/>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5" name="Google Shape;4935;p81"/>
          <p:cNvGrpSpPr/>
          <p:nvPr/>
        </p:nvGrpSpPr>
        <p:grpSpPr>
          <a:xfrm>
            <a:off x="4231478" y="3282213"/>
            <a:ext cx="1430949" cy="897289"/>
            <a:chOff x="4351371" y="3547942"/>
            <a:chExt cx="1345130" cy="843475"/>
          </a:xfrm>
        </p:grpSpPr>
        <p:grpSp>
          <p:nvGrpSpPr>
            <p:cNvPr id="4936" name="Google Shape;4936;p81"/>
            <p:cNvGrpSpPr/>
            <p:nvPr/>
          </p:nvGrpSpPr>
          <p:grpSpPr>
            <a:xfrm>
              <a:off x="4351371" y="4209917"/>
              <a:ext cx="1345130" cy="181500"/>
              <a:chOff x="4351371" y="4209917"/>
              <a:chExt cx="1345130" cy="181500"/>
            </a:xfrm>
          </p:grpSpPr>
          <p:sp>
            <p:nvSpPr>
              <p:cNvPr id="4937" name="Google Shape;4937;p81"/>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38" name="Google Shape;4938;p81"/>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4939" name="Google Shape;4939;p81"/>
            <p:cNvGrpSpPr/>
            <p:nvPr/>
          </p:nvGrpSpPr>
          <p:grpSpPr>
            <a:xfrm>
              <a:off x="4403010" y="3985221"/>
              <a:ext cx="1109518" cy="181500"/>
              <a:chOff x="4403010" y="3985221"/>
              <a:chExt cx="1109518" cy="181500"/>
            </a:xfrm>
          </p:grpSpPr>
          <p:sp>
            <p:nvSpPr>
              <p:cNvPr id="4940" name="Google Shape;4940;p81"/>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41" name="Google Shape;4941;p81"/>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4942" name="Google Shape;4942;p81"/>
            <p:cNvGrpSpPr/>
            <p:nvPr/>
          </p:nvGrpSpPr>
          <p:grpSpPr>
            <a:xfrm>
              <a:off x="4618704" y="3766582"/>
              <a:ext cx="807858" cy="181500"/>
              <a:chOff x="4618704" y="3766582"/>
              <a:chExt cx="807858" cy="181500"/>
            </a:xfrm>
          </p:grpSpPr>
          <p:sp>
            <p:nvSpPr>
              <p:cNvPr id="4943" name="Google Shape;4943;p81"/>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44" name="Google Shape;4944;p81"/>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4945" name="Google Shape;4945;p81"/>
            <p:cNvGrpSpPr/>
            <p:nvPr/>
          </p:nvGrpSpPr>
          <p:grpSpPr>
            <a:xfrm>
              <a:off x="4735238" y="3547942"/>
              <a:ext cx="462839" cy="181500"/>
              <a:chOff x="4735238" y="3547942"/>
              <a:chExt cx="462839" cy="181500"/>
            </a:xfrm>
          </p:grpSpPr>
          <p:sp>
            <p:nvSpPr>
              <p:cNvPr id="4946" name="Google Shape;4946;p81"/>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47" name="Google Shape;4947;p81"/>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4948" name="Google Shape;4948;p81"/>
          <p:cNvGrpSpPr/>
          <p:nvPr/>
        </p:nvGrpSpPr>
        <p:grpSpPr>
          <a:xfrm>
            <a:off x="7407836" y="2217537"/>
            <a:ext cx="1020955" cy="928853"/>
            <a:chOff x="926675" y="238125"/>
            <a:chExt cx="5755100" cy="5232975"/>
          </a:xfrm>
        </p:grpSpPr>
        <p:sp>
          <p:nvSpPr>
            <p:cNvPr id="4949" name="Google Shape;4949;p81"/>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1"/>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1"/>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1"/>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3" name="Google Shape;4953;p81"/>
          <p:cNvGrpSpPr/>
          <p:nvPr/>
        </p:nvGrpSpPr>
        <p:grpSpPr>
          <a:xfrm>
            <a:off x="715210" y="2616272"/>
            <a:ext cx="1695374" cy="1560837"/>
            <a:chOff x="727421" y="2828315"/>
            <a:chExt cx="1695374" cy="1560837"/>
          </a:xfrm>
        </p:grpSpPr>
        <p:grpSp>
          <p:nvGrpSpPr>
            <p:cNvPr id="4954" name="Google Shape;4954;p81"/>
            <p:cNvGrpSpPr/>
            <p:nvPr/>
          </p:nvGrpSpPr>
          <p:grpSpPr>
            <a:xfrm>
              <a:off x="727421" y="2828315"/>
              <a:ext cx="1695374" cy="1560837"/>
              <a:chOff x="734799" y="2782450"/>
              <a:chExt cx="1571100" cy="1577400"/>
            </a:xfrm>
          </p:grpSpPr>
          <p:cxnSp>
            <p:nvCxnSpPr>
              <p:cNvPr id="4955" name="Google Shape;4955;p8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4956" name="Google Shape;4956;p8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4957" name="Google Shape;4957;p81"/>
            <p:cNvGrpSpPr/>
            <p:nvPr/>
          </p:nvGrpSpPr>
          <p:grpSpPr>
            <a:xfrm>
              <a:off x="819108" y="2882501"/>
              <a:ext cx="1556791" cy="1426186"/>
              <a:chOff x="819108" y="2882501"/>
              <a:chExt cx="1556791" cy="1426186"/>
            </a:xfrm>
          </p:grpSpPr>
          <p:grpSp>
            <p:nvGrpSpPr>
              <p:cNvPr id="4958" name="Google Shape;4958;p81"/>
              <p:cNvGrpSpPr/>
              <p:nvPr/>
            </p:nvGrpSpPr>
            <p:grpSpPr>
              <a:xfrm>
                <a:off x="819108" y="2882501"/>
                <a:ext cx="103104" cy="1426186"/>
                <a:chOff x="4674013" y="3100904"/>
                <a:chExt cx="122758" cy="1698043"/>
              </a:xfrm>
            </p:grpSpPr>
            <p:sp>
              <p:nvSpPr>
                <p:cNvPr id="4959" name="Google Shape;4959;p8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6" name="Google Shape;4966;p81"/>
              <p:cNvGrpSpPr/>
              <p:nvPr/>
            </p:nvGrpSpPr>
            <p:grpSpPr>
              <a:xfrm>
                <a:off x="1062475" y="2882501"/>
                <a:ext cx="103104" cy="1426186"/>
                <a:chOff x="4940438" y="3100904"/>
                <a:chExt cx="122758" cy="1698043"/>
              </a:xfrm>
            </p:grpSpPr>
            <p:sp>
              <p:nvSpPr>
                <p:cNvPr id="4967" name="Google Shape;4967;p8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4" name="Google Shape;4974;p81"/>
              <p:cNvGrpSpPr/>
              <p:nvPr/>
            </p:nvGrpSpPr>
            <p:grpSpPr>
              <a:xfrm>
                <a:off x="1299324" y="2882501"/>
                <a:ext cx="103104" cy="1426186"/>
                <a:chOff x="5206863" y="3100904"/>
                <a:chExt cx="122758" cy="1698043"/>
              </a:xfrm>
            </p:grpSpPr>
            <p:sp>
              <p:nvSpPr>
                <p:cNvPr id="4975" name="Google Shape;4975;p8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2" name="Google Shape;4982;p81"/>
              <p:cNvGrpSpPr/>
              <p:nvPr/>
            </p:nvGrpSpPr>
            <p:grpSpPr>
              <a:xfrm>
                <a:off x="1786057" y="2882501"/>
                <a:ext cx="103104" cy="1426186"/>
                <a:chOff x="6006138" y="3143629"/>
                <a:chExt cx="122758" cy="1698043"/>
              </a:xfrm>
            </p:grpSpPr>
            <p:sp>
              <p:nvSpPr>
                <p:cNvPr id="4983" name="Google Shape;4983;p8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0" name="Google Shape;4990;p81"/>
              <p:cNvGrpSpPr/>
              <p:nvPr/>
            </p:nvGrpSpPr>
            <p:grpSpPr>
              <a:xfrm>
                <a:off x="2029422" y="2882501"/>
                <a:ext cx="103104" cy="1426186"/>
                <a:chOff x="6805413" y="3100904"/>
                <a:chExt cx="122758" cy="1698043"/>
              </a:xfrm>
            </p:grpSpPr>
            <p:sp>
              <p:nvSpPr>
                <p:cNvPr id="4991" name="Google Shape;4991;p8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 name="Google Shape;4998;p81"/>
              <p:cNvGrpSpPr/>
              <p:nvPr/>
            </p:nvGrpSpPr>
            <p:grpSpPr>
              <a:xfrm>
                <a:off x="2272795" y="2882501"/>
                <a:ext cx="103104" cy="1426186"/>
                <a:chOff x="5206863" y="3100904"/>
                <a:chExt cx="122758" cy="1698043"/>
              </a:xfrm>
            </p:grpSpPr>
            <p:sp>
              <p:nvSpPr>
                <p:cNvPr id="4999" name="Google Shape;4999;p8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81"/>
              <p:cNvGrpSpPr/>
              <p:nvPr/>
            </p:nvGrpSpPr>
            <p:grpSpPr>
              <a:xfrm>
                <a:off x="1542694" y="2882501"/>
                <a:ext cx="103104" cy="1426186"/>
                <a:chOff x="6006138" y="3143629"/>
                <a:chExt cx="122758" cy="1698043"/>
              </a:xfrm>
            </p:grpSpPr>
            <p:sp>
              <p:nvSpPr>
                <p:cNvPr id="5007" name="Google Shape;5007;p8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14" name="Google Shape;5014;p81"/>
          <p:cNvGrpSpPr/>
          <p:nvPr/>
        </p:nvGrpSpPr>
        <p:grpSpPr>
          <a:xfrm>
            <a:off x="5671260" y="3305994"/>
            <a:ext cx="2749952" cy="870677"/>
            <a:chOff x="238125" y="1725700"/>
            <a:chExt cx="7139025" cy="2260325"/>
          </a:xfrm>
        </p:grpSpPr>
        <p:sp>
          <p:nvSpPr>
            <p:cNvPr id="5015" name="Google Shape;5015;p81"/>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1"/>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1"/>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1"/>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1"/>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1"/>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1"/>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1"/>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1"/>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1"/>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5" name="Google Shape;5025;p81"/>
          <p:cNvGrpSpPr/>
          <p:nvPr/>
        </p:nvGrpSpPr>
        <p:grpSpPr>
          <a:xfrm>
            <a:off x="5941424" y="2247740"/>
            <a:ext cx="1105452" cy="916747"/>
            <a:chOff x="5249100" y="1210600"/>
            <a:chExt cx="3502700" cy="2904775"/>
          </a:xfrm>
        </p:grpSpPr>
        <p:sp>
          <p:nvSpPr>
            <p:cNvPr id="5026" name="Google Shape;5026;p8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30" name="Google Shape;5030;p81"/>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031" name="Google Shape;5031;p81"/>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032" name="Google Shape;5032;p81"/>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033" name="Google Shape;5033;p81"/>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034" name="Google Shape;5034;p81"/>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5" name="Google Shape;5035;p81"/>
          <p:cNvGrpSpPr/>
          <p:nvPr/>
        </p:nvGrpSpPr>
        <p:grpSpPr>
          <a:xfrm>
            <a:off x="7123972" y="967158"/>
            <a:ext cx="1304650" cy="1124856"/>
            <a:chOff x="7287122" y="1165658"/>
            <a:chExt cx="1219413" cy="1051365"/>
          </a:xfrm>
        </p:grpSpPr>
        <p:grpSp>
          <p:nvGrpSpPr>
            <p:cNvPr id="5036" name="Google Shape;5036;p81"/>
            <p:cNvGrpSpPr/>
            <p:nvPr/>
          </p:nvGrpSpPr>
          <p:grpSpPr>
            <a:xfrm>
              <a:off x="7287122" y="1969723"/>
              <a:ext cx="1219413" cy="247300"/>
              <a:chOff x="7287122" y="1969723"/>
              <a:chExt cx="1219413" cy="247300"/>
            </a:xfrm>
          </p:grpSpPr>
          <p:sp>
            <p:nvSpPr>
              <p:cNvPr id="5037" name="Google Shape;5037;p8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8" name="Google Shape;5038;p81"/>
              <p:cNvGrpSpPr/>
              <p:nvPr/>
            </p:nvGrpSpPr>
            <p:grpSpPr>
              <a:xfrm>
                <a:off x="7287122" y="2063892"/>
                <a:ext cx="1151753" cy="73428"/>
                <a:chOff x="7287122" y="2063892"/>
                <a:chExt cx="1151753" cy="73428"/>
              </a:xfrm>
            </p:grpSpPr>
            <p:sp>
              <p:nvSpPr>
                <p:cNvPr id="5039" name="Google Shape;5039;p8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40" name="Google Shape;5040;p8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041" name="Google Shape;5041;p81"/>
            <p:cNvGrpSpPr/>
            <p:nvPr/>
          </p:nvGrpSpPr>
          <p:grpSpPr>
            <a:xfrm>
              <a:off x="7287122" y="1712201"/>
              <a:ext cx="1219403" cy="246767"/>
              <a:chOff x="7287122" y="1712201"/>
              <a:chExt cx="1219403" cy="246767"/>
            </a:xfrm>
          </p:grpSpPr>
          <p:sp>
            <p:nvSpPr>
              <p:cNvPr id="5042" name="Google Shape;5042;p8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3" name="Google Shape;5043;p81"/>
              <p:cNvGrpSpPr/>
              <p:nvPr/>
            </p:nvGrpSpPr>
            <p:grpSpPr>
              <a:xfrm>
                <a:off x="7287122" y="1842861"/>
                <a:ext cx="1005303" cy="73419"/>
                <a:chOff x="7287122" y="1842861"/>
                <a:chExt cx="1005303" cy="73419"/>
              </a:xfrm>
            </p:grpSpPr>
            <p:sp>
              <p:nvSpPr>
                <p:cNvPr id="5044" name="Google Shape;5044;p8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45" name="Google Shape;5045;p8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046" name="Google Shape;5046;p81"/>
            <p:cNvGrpSpPr/>
            <p:nvPr/>
          </p:nvGrpSpPr>
          <p:grpSpPr>
            <a:xfrm>
              <a:off x="7287122" y="1447520"/>
              <a:ext cx="1219403" cy="286667"/>
              <a:chOff x="7287122" y="1447520"/>
              <a:chExt cx="1219403" cy="286667"/>
            </a:xfrm>
          </p:grpSpPr>
          <p:sp>
            <p:nvSpPr>
              <p:cNvPr id="5047" name="Google Shape;5047;p8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8" name="Google Shape;5048;p81"/>
              <p:cNvGrpSpPr/>
              <p:nvPr/>
            </p:nvGrpSpPr>
            <p:grpSpPr>
              <a:xfrm>
                <a:off x="7287122" y="1581977"/>
                <a:ext cx="852803" cy="73428"/>
                <a:chOff x="7287122" y="1581977"/>
                <a:chExt cx="852803" cy="73428"/>
              </a:xfrm>
            </p:grpSpPr>
            <p:sp>
              <p:nvSpPr>
                <p:cNvPr id="5049" name="Google Shape;5049;p8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50" name="Google Shape;5050;p8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051" name="Google Shape;5051;p81"/>
            <p:cNvGrpSpPr/>
            <p:nvPr/>
          </p:nvGrpSpPr>
          <p:grpSpPr>
            <a:xfrm>
              <a:off x="7287122" y="1165658"/>
              <a:ext cx="1219403" cy="344253"/>
              <a:chOff x="7287122" y="1165658"/>
              <a:chExt cx="1219403" cy="344253"/>
            </a:xfrm>
          </p:grpSpPr>
          <p:sp>
            <p:nvSpPr>
              <p:cNvPr id="5052" name="Google Shape;5052;p8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3" name="Google Shape;5053;p81"/>
              <p:cNvGrpSpPr/>
              <p:nvPr/>
            </p:nvGrpSpPr>
            <p:grpSpPr>
              <a:xfrm>
                <a:off x="7287122" y="1341025"/>
                <a:ext cx="695703" cy="73419"/>
                <a:chOff x="7287122" y="1341025"/>
                <a:chExt cx="695703" cy="73419"/>
              </a:xfrm>
            </p:grpSpPr>
            <p:sp>
              <p:nvSpPr>
                <p:cNvPr id="5054" name="Google Shape;5054;p8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55" name="Google Shape;5055;p8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056" name="Google Shape;5056;p81"/>
          <p:cNvGrpSpPr/>
          <p:nvPr/>
        </p:nvGrpSpPr>
        <p:grpSpPr>
          <a:xfrm>
            <a:off x="5790464" y="973181"/>
            <a:ext cx="1397729" cy="1098540"/>
            <a:chOff x="5900602" y="1193063"/>
            <a:chExt cx="1299851" cy="1021707"/>
          </a:xfrm>
        </p:grpSpPr>
        <p:grpSp>
          <p:nvGrpSpPr>
            <p:cNvPr id="5057" name="Google Shape;5057;p81"/>
            <p:cNvGrpSpPr/>
            <p:nvPr/>
          </p:nvGrpSpPr>
          <p:grpSpPr>
            <a:xfrm>
              <a:off x="6520337" y="1193063"/>
              <a:ext cx="341815" cy="799959"/>
              <a:chOff x="6520337" y="1193063"/>
              <a:chExt cx="341815" cy="799959"/>
            </a:xfrm>
          </p:grpSpPr>
          <p:grpSp>
            <p:nvGrpSpPr>
              <p:cNvPr id="5058" name="Google Shape;5058;p81"/>
              <p:cNvGrpSpPr/>
              <p:nvPr/>
            </p:nvGrpSpPr>
            <p:grpSpPr>
              <a:xfrm>
                <a:off x="6520337" y="1589527"/>
                <a:ext cx="213950" cy="403494"/>
                <a:chOff x="6520337" y="1589527"/>
                <a:chExt cx="213950" cy="403494"/>
              </a:xfrm>
            </p:grpSpPr>
            <p:sp>
              <p:nvSpPr>
                <p:cNvPr id="5059" name="Google Shape;5059;p8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1"/>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 name="Google Shape;5061;p81"/>
              <p:cNvGrpSpPr/>
              <p:nvPr/>
            </p:nvGrpSpPr>
            <p:grpSpPr>
              <a:xfrm>
                <a:off x="6577204" y="1193063"/>
                <a:ext cx="284947" cy="464512"/>
                <a:chOff x="6577204" y="1193063"/>
                <a:chExt cx="284947" cy="464512"/>
              </a:xfrm>
            </p:grpSpPr>
            <p:sp>
              <p:nvSpPr>
                <p:cNvPr id="5062" name="Google Shape;5062;p8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63" name="Google Shape;5063;p81"/>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064" name="Google Shape;5064;p81"/>
            <p:cNvGrpSpPr/>
            <p:nvPr/>
          </p:nvGrpSpPr>
          <p:grpSpPr>
            <a:xfrm>
              <a:off x="6238903" y="1193063"/>
              <a:ext cx="300475" cy="900152"/>
              <a:chOff x="6238903" y="1193063"/>
              <a:chExt cx="300475" cy="900152"/>
            </a:xfrm>
          </p:grpSpPr>
          <p:grpSp>
            <p:nvGrpSpPr>
              <p:cNvPr id="5065" name="Google Shape;5065;p81"/>
              <p:cNvGrpSpPr/>
              <p:nvPr/>
            </p:nvGrpSpPr>
            <p:grpSpPr>
              <a:xfrm>
                <a:off x="6290865" y="1489315"/>
                <a:ext cx="248514" cy="603900"/>
                <a:chOff x="6290865" y="1489315"/>
                <a:chExt cx="248514" cy="603900"/>
              </a:xfrm>
            </p:grpSpPr>
            <p:sp>
              <p:nvSpPr>
                <p:cNvPr id="5066" name="Google Shape;5066;p8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1"/>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8" name="Google Shape;5068;p81"/>
              <p:cNvGrpSpPr/>
              <p:nvPr/>
            </p:nvGrpSpPr>
            <p:grpSpPr>
              <a:xfrm>
                <a:off x="6238903" y="1193063"/>
                <a:ext cx="284947" cy="333087"/>
                <a:chOff x="6238903" y="1193063"/>
                <a:chExt cx="284947" cy="333087"/>
              </a:xfrm>
            </p:grpSpPr>
            <p:sp>
              <p:nvSpPr>
                <p:cNvPr id="5069" name="Google Shape;5069;p8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70" name="Google Shape;5070;p81"/>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071" name="Google Shape;5071;p81"/>
            <p:cNvGrpSpPr/>
            <p:nvPr/>
          </p:nvGrpSpPr>
          <p:grpSpPr>
            <a:xfrm>
              <a:off x="5900602" y="1193063"/>
              <a:ext cx="444345" cy="1021707"/>
              <a:chOff x="5900602" y="1193063"/>
              <a:chExt cx="444345" cy="1021707"/>
            </a:xfrm>
          </p:grpSpPr>
          <p:grpSp>
            <p:nvGrpSpPr>
              <p:cNvPr id="5072" name="Google Shape;5072;p81"/>
              <p:cNvGrpSpPr/>
              <p:nvPr/>
            </p:nvGrpSpPr>
            <p:grpSpPr>
              <a:xfrm>
                <a:off x="6046501" y="1367785"/>
                <a:ext cx="298446" cy="846986"/>
                <a:chOff x="6046501" y="1367785"/>
                <a:chExt cx="298446" cy="846986"/>
              </a:xfrm>
            </p:grpSpPr>
            <p:sp>
              <p:nvSpPr>
                <p:cNvPr id="5073" name="Google Shape;5073;p8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1"/>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5" name="Google Shape;5075;p81"/>
              <p:cNvGrpSpPr/>
              <p:nvPr/>
            </p:nvGrpSpPr>
            <p:grpSpPr>
              <a:xfrm>
                <a:off x="5900602" y="1193063"/>
                <a:ext cx="284947" cy="182312"/>
                <a:chOff x="5900602" y="1193063"/>
                <a:chExt cx="284947" cy="182312"/>
              </a:xfrm>
            </p:grpSpPr>
            <p:sp>
              <p:nvSpPr>
                <p:cNvPr id="5076" name="Google Shape;5076;p8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77" name="Google Shape;5077;p8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078" name="Google Shape;5078;p81"/>
            <p:cNvGrpSpPr/>
            <p:nvPr/>
          </p:nvGrpSpPr>
          <p:grpSpPr>
            <a:xfrm>
              <a:off x="6738300" y="1193063"/>
              <a:ext cx="462153" cy="707634"/>
              <a:chOff x="6738300" y="1193063"/>
              <a:chExt cx="462153" cy="707634"/>
            </a:xfrm>
          </p:grpSpPr>
          <p:grpSp>
            <p:nvGrpSpPr>
              <p:cNvPr id="5079" name="Google Shape;5079;p81"/>
              <p:cNvGrpSpPr/>
              <p:nvPr/>
            </p:nvGrpSpPr>
            <p:grpSpPr>
              <a:xfrm>
                <a:off x="6915505" y="1193063"/>
                <a:ext cx="284947" cy="597387"/>
                <a:chOff x="6915505" y="1193063"/>
                <a:chExt cx="284947" cy="597387"/>
              </a:xfrm>
            </p:grpSpPr>
            <p:sp>
              <p:nvSpPr>
                <p:cNvPr id="5080" name="Google Shape;5080;p8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81" name="Google Shape;5081;p81"/>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082" name="Google Shape;5082;p81"/>
              <p:cNvGrpSpPr/>
              <p:nvPr/>
            </p:nvGrpSpPr>
            <p:grpSpPr>
              <a:xfrm>
                <a:off x="6738300" y="1684725"/>
                <a:ext cx="230066" cy="215971"/>
                <a:chOff x="6738300" y="1684725"/>
                <a:chExt cx="230066" cy="215971"/>
              </a:xfrm>
            </p:grpSpPr>
            <p:sp>
              <p:nvSpPr>
                <p:cNvPr id="5083" name="Google Shape;5083;p81"/>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1"/>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088"/>
        <p:cNvGrpSpPr/>
        <p:nvPr/>
      </p:nvGrpSpPr>
      <p:grpSpPr>
        <a:xfrm>
          <a:off x="0" y="0"/>
          <a:ext cx="0" cy="0"/>
          <a:chOff x="0" y="0"/>
          <a:chExt cx="0" cy="0"/>
        </a:xfrm>
      </p:grpSpPr>
      <p:grpSp>
        <p:nvGrpSpPr>
          <p:cNvPr id="5089" name="Google Shape;5089;p82"/>
          <p:cNvGrpSpPr/>
          <p:nvPr/>
        </p:nvGrpSpPr>
        <p:grpSpPr>
          <a:xfrm>
            <a:off x="821785" y="2307635"/>
            <a:ext cx="339235" cy="298186"/>
            <a:chOff x="898875" y="244725"/>
            <a:chExt cx="481800" cy="423500"/>
          </a:xfrm>
        </p:grpSpPr>
        <p:sp>
          <p:nvSpPr>
            <p:cNvPr id="5090" name="Google Shape;5090;p82"/>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091" name="Google Shape;5091;p82"/>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092" name="Google Shape;5092;p82"/>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093" name="Google Shape;5093;p82"/>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094" name="Google Shape;5094;p82"/>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095" name="Google Shape;5095;p82"/>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096" name="Google Shape;5096;p82"/>
          <p:cNvGrpSpPr/>
          <p:nvPr/>
        </p:nvGrpSpPr>
        <p:grpSpPr>
          <a:xfrm>
            <a:off x="1260167" y="2287103"/>
            <a:ext cx="298169" cy="339253"/>
            <a:chOff x="1529350" y="258825"/>
            <a:chExt cx="423475" cy="481825"/>
          </a:xfrm>
        </p:grpSpPr>
        <p:sp>
          <p:nvSpPr>
            <p:cNvPr id="5097" name="Google Shape;5097;p82"/>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098" name="Google Shape;5098;p82"/>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099" name="Google Shape;5099;p82"/>
          <p:cNvGrpSpPr/>
          <p:nvPr/>
        </p:nvGrpSpPr>
        <p:grpSpPr>
          <a:xfrm>
            <a:off x="2102437" y="2287102"/>
            <a:ext cx="298169" cy="339253"/>
            <a:chOff x="2707500" y="249400"/>
            <a:chExt cx="423475" cy="481825"/>
          </a:xfrm>
        </p:grpSpPr>
        <p:sp>
          <p:nvSpPr>
            <p:cNvPr id="5100" name="Google Shape;5100;p82"/>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01" name="Google Shape;5101;p82"/>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02" name="Google Shape;5102;p82"/>
          <p:cNvGrpSpPr/>
          <p:nvPr/>
        </p:nvGrpSpPr>
        <p:grpSpPr>
          <a:xfrm>
            <a:off x="2516052" y="2287428"/>
            <a:ext cx="305386" cy="338602"/>
            <a:chOff x="3300325" y="249875"/>
            <a:chExt cx="433725" cy="480900"/>
          </a:xfrm>
        </p:grpSpPr>
        <p:sp>
          <p:nvSpPr>
            <p:cNvPr id="5103" name="Google Shape;5103;p82"/>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04" name="Google Shape;5104;p82"/>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05" name="Google Shape;5105;p82"/>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06" name="Google Shape;5106;p82"/>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07" name="Google Shape;5107;p82"/>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08" name="Google Shape;5108;p82"/>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09" name="Google Shape;5109;p82"/>
          <p:cNvGrpSpPr/>
          <p:nvPr/>
        </p:nvGrpSpPr>
        <p:grpSpPr>
          <a:xfrm>
            <a:off x="1653142" y="2367273"/>
            <a:ext cx="340890" cy="178912"/>
            <a:chOff x="2084325" y="363300"/>
            <a:chExt cx="484150" cy="254100"/>
          </a:xfrm>
        </p:grpSpPr>
        <p:sp>
          <p:nvSpPr>
            <p:cNvPr id="5110" name="Google Shape;5110;p82"/>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1" name="Google Shape;5111;p82"/>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12" name="Google Shape;5112;p82"/>
          <p:cNvGrpSpPr/>
          <p:nvPr/>
        </p:nvGrpSpPr>
        <p:grpSpPr>
          <a:xfrm>
            <a:off x="2905137" y="2287349"/>
            <a:ext cx="352349" cy="338760"/>
            <a:chOff x="3854700" y="249750"/>
            <a:chExt cx="500425" cy="481125"/>
          </a:xfrm>
        </p:grpSpPr>
        <p:sp>
          <p:nvSpPr>
            <p:cNvPr id="5113" name="Google Shape;5113;p82"/>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4" name="Google Shape;5114;p82"/>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5" name="Google Shape;5115;p82"/>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6" name="Google Shape;5116;p82"/>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7" name="Google Shape;5117;p82"/>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8" name="Google Shape;5118;p82"/>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19" name="Google Shape;5119;p82"/>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20" name="Google Shape;5120;p82"/>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21" name="Google Shape;5121;p82"/>
          <p:cNvGrpSpPr/>
          <p:nvPr/>
        </p:nvGrpSpPr>
        <p:grpSpPr>
          <a:xfrm>
            <a:off x="3323126" y="2287349"/>
            <a:ext cx="352349" cy="338760"/>
            <a:chOff x="4447550" y="249750"/>
            <a:chExt cx="500425" cy="481125"/>
          </a:xfrm>
        </p:grpSpPr>
        <p:sp>
          <p:nvSpPr>
            <p:cNvPr id="5122" name="Google Shape;5122;p82"/>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23" name="Google Shape;5123;p82"/>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24" name="Google Shape;5124;p82"/>
          <p:cNvGrpSpPr/>
          <p:nvPr/>
        </p:nvGrpSpPr>
        <p:grpSpPr>
          <a:xfrm>
            <a:off x="3752328" y="2287102"/>
            <a:ext cx="339253" cy="339253"/>
            <a:chOff x="5049725" y="249400"/>
            <a:chExt cx="481825" cy="481825"/>
          </a:xfrm>
        </p:grpSpPr>
        <p:sp>
          <p:nvSpPr>
            <p:cNvPr id="5125" name="Google Shape;5125;p82"/>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26" name="Google Shape;5126;p82"/>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27" name="Google Shape;5127;p82"/>
          <p:cNvGrpSpPr/>
          <p:nvPr/>
        </p:nvGrpSpPr>
        <p:grpSpPr>
          <a:xfrm>
            <a:off x="4166269" y="2287102"/>
            <a:ext cx="339253" cy="339253"/>
            <a:chOff x="5660400" y="238125"/>
            <a:chExt cx="481825" cy="481825"/>
          </a:xfrm>
        </p:grpSpPr>
        <p:sp>
          <p:nvSpPr>
            <p:cNvPr id="5128" name="Google Shape;5128;p82"/>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29" name="Google Shape;5129;p82"/>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30" name="Google Shape;5130;p82"/>
          <p:cNvGrpSpPr/>
          <p:nvPr/>
        </p:nvGrpSpPr>
        <p:grpSpPr>
          <a:xfrm>
            <a:off x="4582955" y="2287102"/>
            <a:ext cx="339253" cy="339253"/>
            <a:chOff x="6235400" y="249400"/>
            <a:chExt cx="481825" cy="481825"/>
          </a:xfrm>
        </p:grpSpPr>
        <p:sp>
          <p:nvSpPr>
            <p:cNvPr id="5131" name="Google Shape;5131;p82"/>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32" name="Google Shape;5132;p82"/>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33" name="Google Shape;5133;p82"/>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34" name="Google Shape;5134;p82"/>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35" name="Google Shape;5135;p82"/>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36" name="Google Shape;5136;p82"/>
          <p:cNvGrpSpPr/>
          <p:nvPr/>
        </p:nvGrpSpPr>
        <p:grpSpPr>
          <a:xfrm>
            <a:off x="821301" y="2731810"/>
            <a:ext cx="340204" cy="298116"/>
            <a:chOff x="899850" y="871450"/>
            <a:chExt cx="483175" cy="423400"/>
          </a:xfrm>
        </p:grpSpPr>
        <p:sp>
          <p:nvSpPr>
            <p:cNvPr id="5137" name="Google Shape;5137;p82"/>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38" name="Google Shape;5138;p82"/>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39" name="Google Shape;5139;p82"/>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40" name="Google Shape;5140;p82"/>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141" name="Google Shape;5141;p82"/>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142" name="Google Shape;5142;p82"/>
          <p:cNvGrpSpPr/>
          <p:nvPr/>
        </p:nvGrpSpPr>
        <p:grpSpPr>
          <a:xfrm>
            <a:off x="1653301" y="2711232"/>
            <a:ext cx="340573" cy="339271"/>
            <a:chOff x="2085450" y="842250"/>
            <a:chExt cx="483700" cy="481850"/>
          </a:xfrm>
        </p:grpSpPr>
        <p:sp>
          <p:nvSpPr>
            <p:cNvPr id="5143" name="Google Shape;5143;p82"/>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44" name="Google Shape;5144;p82"/>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45" name="Google Shape;5145;p82"/>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46" name="Google Shape;5146;p82"/>
          <p:cNvGrpSpPr/>
          <p:nvPr/>
        </p:nvGrpSpPr>
        <p:grpSpPr>
          <a:xfrm>
            <a:off x="2081868" y="2711241"/>
            <a:ext cx="339306" cy="339253"/>
            <a:chOff x="2685825" y="840375"/>
            <a:chExt cx="481900" cy="481825"/>
          </a:xfrm>
        </p:grpSpPr>
        <p:sp>
          <p:nvSpPr>
            <p:cNvPr id="5147" name="Google Shape;5147;p82"/>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48" name="Google Shape;5148;p82"/>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49" name="Google Shape;5149;p82"/>
          <p:cNvGrpSpPr/>
          <p:nvPr/>
        </p:nvGrpSpPr>
        <p:grpSpPr>
          <a:xfrm>
            <a:off x="2493529" y="2710924"/>
            <a:ext cx="350431" cy="339887"/>
            <a:chOff x="3270675" y="841800"/>
            <a:chExt cx="497700" cy="482725"/>
          </a:xfrm>
        </p:grpSpPr>
        <p:sp>
          <p:nvSpPr>
            <p:cNvPr id="5150" name="Google Shape;5150;p82"/>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51" name="Google Shape;5151;p82"/>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52" name="Google Shape;5152;p82"/>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153" name="Google Shape;5153;p82"/>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154" name="Google Shape;5154;p82"/>
          <p:cNvGrpSpPr/>
          <p:nvPr/>
        </p:nvGrpSpPr>
        <p:grpSpPr>
          <a:xfrm>
            <a:off x="3329675" y="2731783"/>
            <a:ext cx="339253" cy="298169"/>
            <a:chOff x="4467200" y="877100"/>
            <a:chExt cx="481825" cy="423475"/>
          </a:xfrm>
        </p:grpSpPr>
        <p:sp>
          <p:nvSpPr>
            <p:cNvPr id="5155" name="Google Shape;5155;p82"/>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56" name="Google Shape;5156;p82"/>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57" name="Google Shape;5157;p82"/>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58" name="Google Shape;5158;p82"/>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59" name="Google Shape;5159;p82"/>
          <p:cNvGrpSpPr/>
          <p:nvPr/>
        </p:nvGrpSpPr>
        <p:grpSpPr>
          <a:xfrm>
            <a:off x="3744565" y="2711232"/>
            <a:ext cx="354778" cy="339271"/>
            <a:chOff x="5045500" y="842250"/>
            <a:chExt cx="503875" cy="481850"/>
          </a:xfrm>
        </p:grpSpPr>
        <p:sp>
          <p:nvSpPr>
            <p:cNvPr id="5160" name="Google Shape;5160;p82"/>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61" name="Google Shape;5161;p82"/>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62" name="Google Shape;5162;p82"/>
          <p:cNvGrpSpPr/>
          <p:nvPr/>
        </p:nvGrpSpPr>
        <p:grpSpPr>
          <a:xfrm>
            <a:off x="4167413" y="2737451"/>
            <a:ext cx="336965" cy="286833"/>
            <a:chOff x="5645200" y="879425"/>
            <a:chExt cx="478575" cy="407375"/>
          </a:xfrm>
        </p:grpSpPr>
        <p:sp>
          <p:nvSpPr>
            <p:cNvPr id="5163" name="Google Shape;5163;p82"/>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64" name="Google Shape;5164;p82"/>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65" name="Google Shape;5165;p82"/>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66" name="Google Shape;5166;p82"/>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67" name="Google Shape;5167;p82"/>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68" name="Google Shape;5168;p82"/>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69" name="Google Shape;5169;p82"/>
          <p:cNvGrpSpPr/>
          <p:nvPr/>
        </p:nvGrpSpPr>
        <p:grpSpPr>
          <a:xfrm>
            <a:off x="4603488" y="2711241"/>
            <a:ext cx="298186" cy="339253"/>
            <a:chOff x="6264525" y="842250"/>
            <a:chExt cx="423500" cy="481825"/>
          </a:xfrm>
        </p:grpSpPr>
        <p:sp>
          <p:nvSpPr>
            <p:cNvPr id="5170" name="Google Shape;5170;p82"/>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1" name="Google Shape;5171;p82"/>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2" name="Google Shape;5172;p82"/>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3" name="Google Shape;5173;p82"/>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4" name="Google Shape;5174;p82"/>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5" name="Google Shape;5175;p82"/>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6" name="Google Shape;5176;p82"/>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77" name="Google Shape;5177;p82"/>
          <p:cNvGrpSpPr/>
          <p:nvPr/>
        </p:nvGrpSpPr>
        <p:grpSpPr>
          <a:xfrm>
            <a:off x="821776" y="3125895"/>
            <a:ext cx="339253" cy="339253"/>
            <a:chOff x="900750" y="1436075"/>
            <a:chExt cx="481825" cy="481825"/>
          </a:xfrm>
        </p:grpSpPr>
        <p:sp>
          <p:nvSpPr>
            <p:cNvPr id="5178" name="Google Shape;5178;p82"/>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79" name="Google Shape;5179;p82"/>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80" name="Google Shape;5180;p82"/>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81" name="Google Shape;5181;p82"/>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82" name="Google Shape;5182;p82"/>
          <p:cNvGrpSpPr/>
          <p:nvPr/>
        </p:nvGrpSpPr>
        <p:grpSpPr>
          <a:xfrm>
            <a:off x="1239624" y="3186183"/>
            <a:ext cx="339253" cy="218676"/>
            <a:chOff x="1492675" y="1520750"/>
            <a:chExt cx="481825" cy="310575"/>
          </a:xfrm>
        </p:grpSpPr>
        <p:sp>
          <p:nvSpPr>
            <p:cNvPr id="5183" name="Google Shape;5183;p82"/>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84" name="Google Shape;5184;p82"/>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85" name="Google Shape;5185;p82"/>
          <p:cNvGrpSpPr/>
          <p:nvPr/>
        </p:nvGrpSpPr>
        <p:grpSpPr>
          <a:xfrm>
            <a:off x="1647421" y="3125877"/>
            <a:ext cx="352332" cy="339288"/>
            <a:chOff x="2071000" y="1435025"/>
            <a:chExt cx="500400" cy="481875"/>
          </a:xfrm>
        </p:grpSpPr>
        <p:sp>
          <p:nvSpPr>
            <p:cNvPr id="5186" name="Google Shape;5186;p82"/>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87" name="Google Shape;5187;p82"/>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88" name="Google Shape;5188;p82"/>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89" name="Google Shape;5189;p82"/>
          <p:cNvGrpSpPr/>
          <p:nvPr/>
        </p:nvGrpSpPr>
        <p:grpSpPr>
          <a:xfrm>
            <a:off x="2075584" y="3146709"/>
            <a:ext cx="351874" cy="297623"/>
            <a:chOff x="2678350" y="1464650"/>
            <a:chExt cx="499750" cy="422700"/>
          </a:xfrm>
        </p:grpSpPr>
        <p:sp>
          <p:nvSpPr>
            <p:cNvPr id="5190" name="Google Shape;5190;p82"/>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91" name="Google Shape;5191;p82"/>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92" name="Google Shape;5192;p82"/>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93" name="Google Shape;5193;p82"/>
          <p:cNvGrpSpPr/>
          <p:nvPr/>
        </p:nvGrpSpPr>
        <p:grpSpPr>
          <a:xfrm>
            <a:off x="2499118" y="3125895"/>
            <a:ext cx="339253" cy="339253"/>
            <a:chOff x="3271200" y="1435075"/>
            <a:chExt cx="481825" cy="481825"/>
          </a:xfrm>
        </p:grpSpPr>
        <p:sp>
          <p:nvSpPr>
            <p:cNvPr id="5194" name="Google Shape;5194;p82"/>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95" name="Google Shape;5195;p82"/>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196" name="Google Shape;5196;p82"/>
          <p:cNvGrpSpPr/>
          <p:nvPr/>
        </p:nvGrpSpPr>
        <p:grpSpPr>
          <a:xfrm>
            <a:off x="2909591" y="3125877"/>
            <a:ext cx="343442" cy="339288"/>
            <a:chOff x="3858100" y="1435075"/>
            <a:chExt cx="487775" cy="481875"/>
          </a:xfrm>
        </p:grpSpPr>
        <p:sp>
          <p:nvSpPr>
            <p:cNvPr id="5197" name="Google Shape;5197;p82"/>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98" name="Google Shape;5198;p82"/>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199" name="Google Shape;5199;p82"/>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0" name="Google Shape;5200;p82"/>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1" name="Google Shape;5201;p82"/>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02" name="Google Shape;5202;p82"/>
          <p:cNvGrpSpPr/>
          <p:nvPr/>
        </p:nvGrpSpPr>
        <p:grpSpPr>
          <a:xfrm>
            <a:off x="3329674" y="3125895"/>
            <a:ext cx="339253" cy="339253"/>
            <a:chOff x="4456875" y="1435075"/>
            <a:chExt cx="481825" cy="481825"/>
          </a:xfrm>
        </p:grpSpPr>
        <p:sp>
          <p:nvSpPr>
            <p:cNvPr id="5203" name="Google Shape;5203;p82"/>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4" name="Google Shape;5204;p82"/>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5" name="Google Shape;5205;p82"/>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6" name="Google Shape;5206;p82"/>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7" name="Google Shape;5207;p82"/>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8" name="Google Shape;5208;p82"/>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09" name="Google Shape;5209;p82"/>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0" name="Google Shape;5210;p82"/>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1" name="Google Shape;5211;p82"/>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2" name="Google Shape;5212;p82"/>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3" name="Google Shape;5213;p82"/>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4" name="Google Shape;5214;p82"/>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5" name="Google Shape;5215;p82"/>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6" name="Google Shape;5216;p82"/>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7" name="Google Shape;5217;p82"/>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8" name="Google Shape;5218;p82"/>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19" name="Google Shape;5219;p82"/>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20" name="Google Shape;5220;p82"/>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21" name="Google Shape;5221;p82"/>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22" name="Google Shape;5222;p82"/>
          <p:cNvGrpSpPr/>
          <p:nvPr/>
        </p:nvGrpSpPr>
        <p:grpSpPr>
          <a:xfrm>
            <a:off x="3750665" y="3125886"/>
            <a:ext cx="342580" cy="339271"/>
            <a:chOff x="5049725" y="1435050"/>
            <a:chExt cx="486550" cy="481850"/>
          </a:xfrm>
        </p:grpSpPr>
        <p:sp>
          <p:nvSpPr>
            <p:cNvPr id="5223" name="Google Shape;5223;p82"/>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24" name="Google Shape;5224;p82"/>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25" name="Google Shape;5225;p82"/>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26" name="Google Shape;5226;p82"/>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27" name="Google Shape;5227;p82"/>
          <p:cNvGrpSpPr/>
          <p:nvPr/>
        </p:nvGrpSpPr>
        <p:grpSpPr>
          <a:xfrm>
            <a:off x="4166216" y="3125895"/>
            <a:ext cx="339359" cy="339253"/>
            <a:chOff x="5642475" y="1435075"/>
            <a:chExt cx="481975" cy="481825"/>
          </a:xfrm>
        </p:grpSpPr>
        <p:sp>
          <p:nvSpPr>
            <p:cNvPr id="5228" name="Google Shape;5228;p82"/>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29" name="Google Shape;5229;p82"/>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30" name="Google Shape;5230;p82"/>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31" name="Google Shape;5231;p82"/>
          <p:cNvGrpSpPr/>
          <p:nvPr/>
        </p:nvGrpSpPr>
        <p:grpSpPr>
          <a:xfrm>
            <a:off x="4580702" y="3125886"/>
            <a:ext cx="343759" cy="339271"/>
            <a:chOff x="6232000" y="1435050"/>
            <a:chExt cx="488225" cy="481850"/>
          </a:xfrm>
        </p:grpSpPr>
        <p:sp>
          <p:nvSpPr>
            <p:cNvPr id="5232" name="Google Shape;5232;p82"/>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33" name="Google Shape;5233;p82"/>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34" name="Google Shape;5234;p82"/>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35" name="Google Shape;5235;p82"/>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36" name="Google Shape;5236;p82"/>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37" name="Google Shape;5237;p82"/>
          <p:cNvGrpSpPr/>
          <p:nvPr/>
        </p:nvGrpSpPr>
        <p:grpSpPr>
          <a:xfrm>
            <a:off x="841438" y="3539545"/>
            <a:ext cx="299929" cy="337792"/>
            <a:chOff x="924450" y="2028975"/>
            <a:chExt cx="425975" cy="479750"/>
          </a:xfrm>
        </p:grpSpPr>
        <p:sp>
          <p:nvSpPr>
            <p:cNvPr id="5238" name="Google Shape;5238;p82"/>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39" name="Google Shape;5239;p82"/>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0" name="Google Shape;5240;p82"/>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41" name="Google Shape;5241;p82"/>
          <p:cNvGrpSpPr/>
          <p:nvPr/>
        </p:nvGrpSpPr>
        <p:grpSpPr>
          <a:xfrm>
            <a:off x="1653934" y="3559347"/>
            <a:ext cx="339306" cy="298186"/>
            <a:chOff x="2085450" y="2057100"/>
            <a:chExt cx="481900" cy="423500"/>
          </a:xfrm>
        </p:grpSpPr>
        <p:sp>
          <p:nvSpPr>
            <p:cNvPr id="5242" name="Google Shape;5242;p82"/>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3" name="Google Shape;5243;p82"/>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4" name="Google Shape;5244;p82"/>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45" name="Google Shape;5245;p82"/>
          <p:cNvGrpSpPr/>
          <p:nvPr/>
        </p:nvGrpSpPr>
        <p:grpSpPr>
          <a:xfrm>
            <a:off x="2081868" y="3582592"/>
            <a:ext cx="339306" cy="251698"/>
            <a:chOff x="2678275" y="2090100"/>
            <a:chExt cx="481900" cy="357475"/>
          </a:xfrm>
        </p:grpSpPr>
        <p:sp>
          <p:nvSpPr>
            <p:cNvPr id="5246" name="Google Shape;5246;p82"/>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7" name="Google Shape;5247;p82"/>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8" name="Google Shape;5248;p82"/>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9" name="Google Shape;5249;p82"/>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0" name="Google Shape;5250;p82"/>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51" name="Google Shape;5251;p82"/>
          <p:cNvGrpSpPr/>
          <p:nvPr/>
        </p:nvGrpSpPr>
        <p:grpSpPr>
          <a:xfrm>
            <a:off x="2559072" y="3594790"/>
            <a:ext cx="219345" cy="227301"/>
            <a:chOff x="3357325" y="2093500"/>
            <a:chExt cx="311525" cy="322825"/>
          </a:xfrm>
        </p:grpSpPr>
        <p:sp>
          <p:nvSpPr>
            <p:cNvPr id="5252" name="Google Shape;5252;p82"/>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3" name="Google Shape;5253;p82"/>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4" name="Google Shape;5254;p82"/>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255" name="Google Shape;5255;p82"/>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256" name="Google Shape;5256;p82"/>
          <p:cNvGrpSpPr/>
          <p:nvPr/>
        </p:nvGrpSpPr>
        <p:grpSpPr>
          <a:xfrm>
            <a:off x="3353262" y="3538814"/>
            <a:ext cx="292078" cy="339253"/>
            <a:chOff x="4492800" y="2027925"/>
            <a:chExt cx="414825" cy="481825"/>
          </a:xfrm>
        </p:grpSpPr>
        <p:sp>
          <p:nvSpPr>
            <p:cNvPr id="5257" name="Google Shape;5257;p82"/>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8" name="Google Shape;5258;p82"/>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59" name="Google Shape;5259;p82"/>
          <p:cNvGrpSpPr/>
          <p:nvPr/>
        </p:nvGrpSpPr>
        <p:grpSpPr>
          <a:xfrm>
            <a:off x="3752354" y="3538805"/>
            <a:ext cx="339200" cy="339271"/>
            <a:chOff x="5049725" y="2027900"/>
            <a:chExt cx="481750" cy="481850"/>
          </a:xfrm>
        </p:grpSpPr>
        <p:sp>
          <p:nvSpPr>
            <p:cNvPr id="5260" name="Google Shape;5260;p82"/>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1" name="Google Shape;5261;p82"/>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2" name="Google Shape;5262;p82"/>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3" name="Google Shape;5263;p82"/>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4" name="Google Shape;5264;p82"/>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5" name="Google Shape;5265;p82"/>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6" name="Google Shape;5266;p82"/>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7" name="Google Shape;5267;p82"/>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68" name="Google Shape;5268;p82"/>
          <p:cNvGrpSpPr/>
          <p:nvPr/>
        </p:nvGrpSpPr>
        <p:grpSpPr>
          <a:xfrm>
            <a:off x="4225950" y="3538893"/>
            <a:ext cx="219890" cy="339095"/>
            <a:chOff x="5726350" y="2028150"/>
            <a:chExt cx="312300" cy="481600"/>
          </a:xfrm>
        </p:grpSpPr>
        <p:sp>
          <p:nvSpPr>
            <p:cNvPr id="5269" name="Google Shape;5269;p82"/>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0" name="Google Shape;5270;p82"/>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1" name="Google Shape;5271;p82"/>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72" name="Google Shape;5272;p82"/>
          <p:cNvGrpSpPr/>
          <p:nvPr/>
        </p:nvGrpSpPr>
        <p:grpSpPr>
          <a:xfrm>
            <a:off x="4586141" y="3542000"/>
            <a:ext cx="332881" cy="332881"/>
            <a:chOff x="6239925" y="2032450"/>
            <a:chExt cx="472775" cy="472775"/>
          </a:xfrm>
        </p:grpSpPr>
        <p:sp>
          <p:nvSpPr>
            <p:cNvPr id="5273" name="Google Shape;5273;p82"/>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4" name="Google Shape;5274;p82"/>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75" name="Google Shape;5275;p82"/>
          <p:cNvGrpSpPr/>
          <p:nvPr/>
        </p:nvGrpSpPr>
        <p:grpSpPr>
          <a:xfrm>
            <a:off x="5035233" y="2364092"/>
            <a:ext cx="334641" cy="185425"/>
            <a:chOff x="903075" y="2730000"/>
            <a:chExt cx="475275" cy="263350"/>
          </a:xfrm>
        </p:grpSpPr>
        <p:sp>
          <p:nvSpPr>
            <p:cNvPr id="5276" name="Google Shape;5276;p82"/>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7" name="Google Shape;5277;p82"/>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8" name="Google Shape;5278;p82"/>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79" name="Google Shape;5279;p82"/>
          <p:cNvGrpSpPr/>
          <p:nvPr/>
        </p:nvGrpSpPr>
        <p:grpSpPr>
          <a:xfrm>
            <a:off x="1239624" y="3538814"/>
            <a:ext cx="339253" cy="339253"/>
            <a:chOff x="1492675" y="2027925"/>
            <a:chExt cx="481825" cy="481825"/>
          </a:xfrm>
        </p:grpSpPr>
        <p:sp>
          <p:nvSpPr>
            <p:cNvPr id="5280" name="Google Shape;5280;p82"/>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1" name="Google Shape;5281;p82"/>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2" name="Google Shape;5282;p82"/>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3" name="Google Shape;5283;p82"/>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4" name="Google Shape;5284;p82"/>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85" name="Google Shape;5285;p82"/>
          <p:cNvGrpSpPr/>
          <p:nvPr/>
        </p:nvGrpSpPr>
        <p:grpSpPr>
          <a:xfrm>
            <a:off x="5466000" y="2287178"/>
            <a:ext cx="339253" cy="339253"/>
            <a:chOff x="1492675" y="2620775"/>
            <a:chExt cx="481825" cy="481825"/>
          </a:xfrm>
        </p:grpSpPr>
        <p:sp>
          <p:nvSpPr>
            <p:cNvPr id="5286" name="Google Shape;5286;p82"/>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7" name="Google Shape;5287;p82"/>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288" name="Google Shape;5288;p82"/>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289" name="Google Shape;5289;p82"/>
          <p:cNvGrpSpPr/>
          <p:nvPr/>
        </p:nvGrpSpPr>
        <p:grpSpPr>
          <a:xfrm>
            <a:off x="6289754" y="2303161"/>
            <a:ext cx="333585" cy="307287"/>
            <a:chOff x="2682350" y="2643425"/>
            <a:chExt cx="473775" cy="436425"/>
          </a:xfrm>
        </p:grpSpPr>
        <p:sp>
          <p:nvSpPr>
            <p:cNvPr id="5290" name="Google Shape;5290;p82"/>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1" name="Google Shape;5291;p82"/>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2" name="Google Shape;5292;p82"/>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3" name="Google Shape;5293;p82"/>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4" name="Google Shape;5294;p82"/>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5" name="Google Shape;5295;p82"/>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6" name="Google Shape;5296;p82"/>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97" name="Google Shape;5297;p82"/>
          <p:cNvGrpSpPr/>
          <p:nvPr/>
        </p:nvGrpSpPr>
        <p:grpSpPr>
          <a:xfrm>
            <a:off x="6755243" y="2287178"/>
            <a:ext cx="238531" cy="339253"/>
            <a:chOff x="3342725" y="2620775"/>
            <a:chExt cx="338775" cy="481825"/>
          </a:xfrm>
        </p:grpSpPr>
        <p:sp>
          <p:nvSpPr>
            <p:cNvPr id="5298" name="Google Shape;5298;p82"/>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9" name="Google Shape;5299;p82"/>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0" name="Google Shape;5300;p82"/>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01" name="Google Shape;5301;p82"/>
          <p:cNvGrpSpPr/>
          <p:nvPr/>
        </p:nvGrpSpPr>
        <p:grpSpPr>
          <a:xfrm>
            <a:off x="7148994" y="2287178"/>
            <a:ext cx="278296" cy="339253"/>
            <a:chOff x="3907325" y="2620775"/>
            <a:chExt cx="395250" cy="481825"/>
          </a:xfrm>
        </p:grpSpPr>
        <p:sp>
          <p:nvSpPr>
            <p:cNvPr id="5302" name="Google Shape;5302;p82"/>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3" name="Google Shape;5303;p82"/>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4" name="Google Shape;5304;p82"/>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5" name="Google Shape;5305;p82"/>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06" name="Google Shape;5306;p82"/>
          <p:cNvGrpSpPr/>
          <p:nvPr/>
        </p:nvGrpSpPr>
        <p:grpSpPr>
          <a:xfrm>
            <a:off x="7542181" y="2297783"/>
            <a:ext cx="339253" cy="318042"/>
            <a:chOff x="4456875" y="2635825"/>
            <a:chExt cx="481825" cy="451700"/>
          </a:xfrm>
        </p:grpSpPr>
        <p:sp>
          <p:nvSpPr>
            <p:cNvPr id="5307" name="Google Shape;5307;p82"/>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8" name="Google Shape;5308;p82"/>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9" name="Google Shape;5309;p82"/>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0" name="Google Shape;5310;p82"/>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1" name="Google Shape;5311;p82"/>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2" name="Google Shape;5312;p82"/>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13" name="Google Shape;5313;p82"/>
          <p:cNvGrpSpPr/>
          <p:nvPr/>
        </p:nvGrpSpPr>
        <p:grpSpPr>
          <a:xfrm>
            <a:off x="7967105" y="2297783"/>
            <a:ext cx="339253" cy="318042"/>
            <a:chOff x="5049725" y="2635825"/>
            <a:chExt cx="481825" cy="451700"/>
          </a:xfrm>
        </p:grpSpPr>
        <p:sp>
          <p:nvSpPr>
            <p:cNvPr id="5314" name="Google Shape;5314;p82"/>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5" name="Google Shape;5315;p82"/>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6" name="Google Shape;5316;p82"/>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17" name="Google Shape;5317;p82"/>
          <p:cNvGrpSpPr/>
          <p:nvPr/>
        </p:nvGrpSpPr>
        <p:grpSpPr>
          <a:xfrm>
            <a:off x="2211475" y="3952243"/>
            <a:ext cx="338566" cy="338373"/>
            <a:chOff x="5643000" y="2621375"/>
            <a:chExt cx="480850" cy="480575"/>
          </a:xfrm>
        </p:grpSpPr>
        <p:sp>
          <p:nvSpPr>
            <p:cNvPr id="5318" name="Google Shape;5318;p82"/>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9" name="Google Shape;5319;p82"/>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0" name="Google Shape;5320;p82"/>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1" name="Google Shape;5321;p82"/>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2" name="Google Shape;5322;p82"/>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3" name="Google Shape;5323;p82"/>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4" name="Google Shape;5324;p82"/>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25" name="Google Shape;5325;p82"/>
          <p:cNvGrpSpPr/>
          <p:nvPr/>
        </p:nvGrpSpPr>
        <p:grpSpPr>
          <a:xfrm>
            <a:off x="4032695" y="3951803"/>
            <a:ext cx="339359" cy="339253"/>
            <a:chOff x="6235250" y="2620775"/>
            <a:chExt cx="481975" cy="481825"/>
          </a:xfrm>
        </p:grpSpPr>
        <p:sp>
          <p:nvSpPr>
            <p:cNvPr id="5326" name="Google Shape;5326;p82"/>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7" name="Google Shape;5327;p82"/>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8" name="Google Shape;5328;p82"/>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9" name="Google Shape;5329;p82"/>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0" name="Google Shape;5330;p82"/>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331" name="Google Shape;5331;p82"/>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332" name="Google Shape;5332;p82"/>
          <p:cNvGrpSpPr/>
          <p:nvPr/>
        </p:nvGrpSpPr>
        <p:grpSpPr>
          <a:xfrm>
            <a:off x="5465078" y="2711317"/>
            <a:ext cx="341101" cy="339253"/>
            <a:chOff x="1535000" y="3223325"/>
            <a:chExt cx="484450" cy="481825"/>
          </a:xfrm>
        </p:grpSpPr>
        <p:sp>
          <p:nvSpPr>
            <p:cNvPr id="5333" name="Google Shape;5333;p82"/>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4" name="Google Shape;5334;p82"/>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5" name="Google Shape;5335;p82"/>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36" name="Google Shape;5336;p82"/>
          <p:cNvGrpSpPr/>
          <p:nvPr/>
        </p:nvGrpSpPr>
        <p:grpSpPr>
          <a:xfrm>
            <a:off x="5872645" y="2746618"/>
            <a:ext cx="339253" cy="268649"/>
            <a:chOff x="2085525" y="3263750"/>
            <a:chExt cx="481825" cy="381550"/>
          </a:xfrm>
        </p:grpSpPr>
        <p:sp>
          <p:nvSpPr>
            <p:cNvPr id="5337" name="Google Shape;5337;p82"/>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8" name="Google Shape;5338;p82"/>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339" name="Google Shape;5339;p82"/>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340" name="Google Shape;5340;p82"/>
          <p:cNvGrpSpPr/>
          <p:nvPr/>
        </p:nvGrpSpPr>
        <p:grpSpPr>
          <a:xfrm>
            <a:off x="6704407" y="2711308"/>
            <a:ext cx="340204" cy="339271"/>
            <a:chOff x="3270450" y="3213625"/>
            <a:chExt cx="483175" cy="481850"/>
          </a:xfrm>
        </p:grpSpPr>
        <p:sp>
          <p:nvSpPr>
            <p:cNvPr id="5341" name="Google Shape;5341;p82"/>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2" name="Google Shape;5342;p82"/>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43" name="Google Shape;5343;p82"/>
          <p:cNvGrpSpPr/>
          <p:nvPr/>
        </p:nvGrpSpPr>
        <p:grpSpPr>
          <a:xfrm>
            <a:off x="7203676" y="2711317"/>
            <a:ext cx="168931" cy="339253"/>
            <a:chOff x="3984950" y="3213600"/>
            <a:chExt cx="239925" cy="481825"/>
          </a:xfrm>
        </p:grpSpPr>
        <p:sp>
          <p:nvSpPr>
            <p:cNvPr id="5344" name="Google Shape;5344;p82"/>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5" name="Google Shape;5345;p82"/>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346" name="Google Shape;5346;p82"/>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7" name="Google Shape;5347;p82"/>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348" name="Google Shape;5348;p82"/>
          <p:cNvGrpSpPr/>
          <p:nvPr/>
        </p:nvGrpSpPr>
        <p:grpSpPr>
          <a:xfrm>
            <a:off x="1736111" y="3981487"/>
            <a:ext cx="355218" cy="279880"/>
            <a:chOff x="5629975" y="3255775"/>
            <a:chExt cx="504500" cy="397500"/>
          </a:xfrm>
        </p:grpSpPr>
        <p:sp>
          <p:nvSpPr>
            <p:cNvPr id="5349" name="Google Shape;5349;p82"/>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0" name="Google Shape;5350;p82"/>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1" name="Google Shape;5351;p82"/>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2" name="Google Shape;5352;p82"/>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3" name="Google Shape;5353;p82"/>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54" name="Google Shape;5354;p82"/>
          <p:cNvGrpSpPr/>
          <p:nvPr/>
        </p:nvGrpSpPr>
        <p:grpSpPr>
          <a:xfrm>
            <a:off x="3572294" y="3981593"/>
            <a:ext cx="340256" cy="279669"/>
            <a:chOff x="6234950" y="3255925"/>
            <a:chExt cx="483250" cy="397200"/>
          </a:xfrm>
        </p:grpSpPr>
        <p:sp>
          <p:nvSpPr>
            <p:cNvPr id="5355" name="Google Shape;5355;p82"/>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6" name="Google Shape;5356;p82"/>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7" name="Google Shape;5357;p82"/>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8" name="Google Shape;5358;p82"/>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9" name="Google Shape;5359;p82"/>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0" name="Google Shape;5360;p82"/>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61" name="Google Shape;5361;p82"/>
          <p:cNvGrpSpPr/>
          <p:nvPr/>
        </p:nvGrpSpPr>
        <p:grpSpPr>
          <a:xfrm>
            <a:off x="5043532" y="3125970"/>
            <a:ext cx="318042" cy="339253"/>
            <a:chOff x="914900" y="3806450"/>
            <a:chExt cx="451700" cy="481825"/>
          </a:xfrm>
        </p:grpSpPr>
        <p:sp>
          <p:nvSpPr>
            <p:cNvPr id="5362" name="Google Shape;5362;p82"/>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3" name="Google Shape;5363;p82"/>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4" name="Google Shape;5364;p82"/>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5" name="Google Shape;5365;p82"/>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6" name="Google Shape;5366;p82"/>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67" name="Google Shape;5367;p82"/>
          <p:cNvGrpSpPr/>
          <p:nvPr/>
        </p:nvGrpSpPr>
        <p:grpSpPr>
          <a:xfrm>
            <a:off x="5462454" y="3125785"/>
            <a:ext cx="346347" cy="339623"/>
            <a:chOff x="1490050" y="3805975"/>
            <a:chExt cx="491900" cy="482350"/>
          </a:xfrm>
        </p:grpSpPr>
        <p:sp>
          <p:nvSpPr>
            <p:cNvPr id="5368" name="Google Shape;5368;p82"/>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9" name="Google Shape;5369;p82"/>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0" name="Google Shape;5370;p82"/>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1" name="Google Shape;5371;p82"/>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2" name="Google Shape;5372;p82"/>
          <p:cNvGrpSpPr/>
          <p:nvPr/>
        </p:nvGrpSpPr>
        <p:grpSpPr>
          <a:xfrm>
            <a:off x="5886322" y="3125970"/>
            <a:ext cx="311899" cy="339253"/>
            <a:chOff x="2104275" y="3806450"/>
            <a:chExt cx="442975" cy="481825"/>
          </a:xfrm>
        </p:grpSpPr>
        <p:sp>
          <p:nvSpPr>
            <p:cNvPr id="5373" name="Google Shape;5373;p82"/>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4" name="Google Shape;5374;p82"/>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5" name="Google Shape;5375;p82"/>
          <p:cNvGrpSpPr/>
          <p:nvPr/>
        </p:nvGrpSpPr>
        <p:grpSpPr>
          <a:xfrm>
            <a:off x="6309839" y="3125970"/>
            <a:ext cx="293416" cy="339253"/>
            <a:chOff x="2710875" y="3806450"/>
            <a:chExt cx="416725" cy="481825"/>
          </a:xfrm>
        </p:grpSpPr>
        <p:sp>
          <p:nvSpPr>
            <p:cNvPr id="5376" name="Google Shape;5376;p82"/>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7" name="Google Shape;5377;p82"/>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8" name="Google Shape;5378;p82"/>
          <p:cNvGrpSpPr/>
          <p:nvPr/>
        </p:nvGrpSpPr>
        <p:grpSpPr>
          <a:xfrm>
            <a:off x="6704883" y="3166412"/>
            <a:ext cx="339253" cy="258369"/>
            <a:chOff x="3271200" y="3863875"/>
            <a:chExt cx="481825" cy="366950"/>
          </a:xfrm>
        </p:grpSpPr>
        <p:sp>
          <p:nvSpPr>
            <p:cNvPr id="5379" name="Google Shape;5379;p82"/>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0" name="Google Shape;5380;p82"/>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1" name="Google Shape;5381;p82"/>
          <p:cNvGrpSpPr/>
          <p:nvPr/>
        </p:nvGrpSpPr>
        <p:grpSpPr>
          <a:xfrm>
            <a:off x="7140377" y="3126199"/>
            <a:ext cx="295528" cy="338795"/>
            <a:chOff x="3895050" y="3806775"/>
            <a:chExt cx="419725" cy="481175"/>
          </a:xfrm>
        </p:grpSpPr>
        <p:sp>
          <p:nvSpPr>
            <p:cNvPr id="5382" name="Google Shape;5382;p82"/>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3" name="Google Shape;5383;p82"/>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4" name="Google Shape;5384;p82"/>
          <p:cNvGrpSpPr/>
          <p:nvPr/>
        </p:nvGrpSpPr>
        <p:grpSpPr>
          <a:xfrm>
            <a:off x="7543659" y="3125979"/>
            <a:ext cx="336296" cy="339235"/>
            <a:chOff x="4464775" y="3806475"/>
            <a:chExt cx="477625" cy="481800"/>
          </a:xfrm>
        </p:grpSpPr>
        <p:sp>
          <p:nvSpPr>
            <p:cNvPr id="5385" name="Google Shape;5385;p82"/>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6" name="Google Shape;5386;p82"/>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7" name="Google Shape;5387;p82"/>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8" name="Google Shape;5388;p82"/>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9" name="Google Shape;5389;p82"/>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0" name="Google Shape;5390;p82"/>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1" name="Google Shape;5391;p82"/>
          <p:cNvGrpSpPr/>
          <p:nvPr/>
        </p:nvGrpSpPr>
        <p:grpSpPr>
          <a:xfrm>
            <a:off x="7967105" y="3125970"/>
            <a:ext cx="339253" cy="339253"/>
            <a:chOff x="5049725" y="3806450"/>
            <a:chExt cx="481825" cy="481825"/>
          </a:xfrm>
        </p:grpSpPr>
        <p:sp>
          <p:nvSpPr>
            <p:cNvPr id="5392" name="Google Shape;5392;p82"/>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3" name="Google Shape;5393;p82"/>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4" name="Google Shape;5394;p82"/>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5" name="Google Shape;5395;p82"/>
          <p:cNvGrpSpPr/>
          <p:nvPr/>
        </p:nvGrpSpPr>
        <p:grpSpPr>
          <a:xfrm>
            <a:off x="1276714" y="3951798"/>
            <a:ext cx="339253" cy="339253"/>
            <a:chOff x="5651375" y="3806450"/>
            <a:chExt cx="481825" cy="481825"/>
          </a:xfrm>
        </p:grpSpPr>
        <p:sp>
          <p:nvSpPr>
            <p:cNvPr id="5396" name="Google Shape;5396;p82"/>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7" name="Google Shape;5397;p82"/>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8" name="Google Shape;5398;p82"/>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9" name="Google Shape;5399;p82"/>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00" name="Google Shape;5400;p82"/>
          <p:cNvGrpSpPr/>
          <p:nvPr/>
        </p:nvGrpSpPr>
        <p:grpSpPr>
          <a:xfrm>
            <a:off x="3153646" y="3953787"/>
            <a:ext cx="298503" cy="335275"/>
            <a:chOff x="6264300" y="3809300"/>
            <a:chExt cx="423950" cy="476175"/>
          </a:xfrm>
        </p:grpSpPr>
        <p:sp>
          <p:nvSpPr>
            <p:cNvPr id="5401" name="Google Shape;5401;p82"/>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2" name="Google Shape;5402;p82"/>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3" name="Google Shape;5403;p82"/>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04" name="Google Shape;5404;p82"/>
          <p:cNvGrpSpPr/>
          <p:nvPr/>
        </p:nvGrpSpPr>
        <p:grpSpPr>
          <a:xfrm>
            <a:off x="5032267" y="3538881"/>
            <a:ext cx="340573" cy="339271"/>
            <a:chOff x="898875" y="4399275"/>
            <a:chExt cx="483700" cy="481850"/>
          </a:xfrm>
        </p:grpSpPr>
        <p:sp>
          <p:nvSpPr>
            <p:cNvPr id="5405" name="Google Shape;5405;p82"/>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6" name="Google Shape;5406;p82"/>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7" name="Google Shape;5407;p82"/>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8" name="Google Shape;5408;p82"/>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9" name="Google Shape;5409;p82"/>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0" name="Google Shape;5410;p82"/>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1" name="Google Shape;5411;p82"/>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2" name="Google Shape;5412;p82"/>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13" name="Google Shape;5413;p82"/>
          <p:cNvGrpSpPr/>
          <p:nvPr/>
        </p:nvGrpSpPr>
        <p:grpSpPr>
          <a:xfrm>
            <a:off x="5466000" y="3554133"/>
            <a:ext cx="339253" cy="308765"/>
            <a:chOff x="1492675" y="4420975"/>
            <a:chExt cx="481825" cy="438525"/>
          </a:xfrm>
        </p:grpSpPr>
        <p:sp>
          <p:nvSpPr>
            <p:cNvPr id="5414" name="Google Shape;5414;p82"/>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5" name="Google Shape;5415;p82"/>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6" name="Google Shape;5416;p82"/>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7" name="Google Shape;5417;p82"/>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8" name="Google Shape;5418;p82"/>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19" name="Google Shape;5419;p82"/>
          <p:cNvGrpSpPr/>
          <p:nvPr/>
        </p:nvGrpSpPr>
        <p:grpSpPr>
          <a:xfrm>
            <a:off x="5870982" y="3539558"/>
            <a:ext cx="342580" cy="337915"/>
            <a:chOff x="2084100" y="4400250"/>
            <a:chExt cx="486550" cy="479925"/>
          </a:xfrm>
        </p:grpSpPr>
        <p:sp>
          <p:nvSpPr>
            <p:cNvPr id="5420" name="Google Shape;5420;p82"/>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1" name="Google Shape;5421;p82"/>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2" name="Google Shape;5422;p82"/>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3" name="Google Shape;5423;p82"/>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4" name="Google Shape;5424;p82"/>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5" name="Google Shape;5425;p82"/>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26" name="Google Shape;5426;p82"/>
          <p:cNvGrpSpPr/>
          <p:nvPr/>
        </p:nvGrpSpPr>
        <p:grpSpPr>
          <a:xfrm>
            <a:off x="6307462" y="3538907"/>
            <a:ext cx="298169" cy="339218"/>
            <a:chOff x="2707950" y="4399325"/>
            <a:chExt cx="423475" cy="481775"/>
          </a:xfrm>
        </p:grpSpPr>
        <p:sp>
          <p:nvSpPr>
            <p:cNvPr id="5427" name="Google Shape;5427;p82"/>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8" name="Google Shape;5428;p82"/>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9" name="Google Shape;5429;p82"/>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0" name="Google Shape;5430;p82"/>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1" name="Google Shape;5431;p82"/>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2" name="Google Shape;5432;p82"/>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3" name="Google Shape;5433;p82"/>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4" name="Google Shape;5434;p82"/>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5" name="Google Shape;5435;p82"/>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6" name="Google Shape;5436;p82"/>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7" name="Google Shape;5437;p82"/>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8" name="Google Shape;5438;p82"/>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39" name="Google Shape;5439;p82"/>
          <p:cNvGrpSpPr/>
          <p:nvPr/>
        </p:nvGrpSpPr>
        <p:grpSpPr>
          <a:xfrm>
            <a:off x="6736981" y="3538881"/>
            <a:ext cx="275057" cy="339271"/>
            <a:chOff x="3330525" y="4399275"/>
            <a:chExt cx="390650" cy="481850"/>
          </a:xfrm>
        </p:grpSpPr>
        <p:sp>
          <p:nvSpPr>
            <p:cNvPr id="5440" name="Google Shape;5440;p82"/>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1" name="Google Shape;5441;p82"/>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2" name="Google Shape;5442;p82"/>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3" name="Google Shape;5443;p82"/>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4" name="Google Shape;5444;p82"/>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5" name="Google Shape;5445;p82"/>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6" name="Google Shape;5446;p82"/>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47" name="Google Shape;5447;p82"/>
          <p:cNvGrpSpPr/>
          <p:nvPr/>
        </p:nvGrpSpPr>
        <p:grpSpPr>
          <a:xfrm>
            <a:off x="7161510" y="3538890"/>
            <a:ext cx="253265" cy="339253"/>
            <a:chOff x="3938800" y="4399275"/>
            <a:chExt cx="359700" cy="481825"/>
          </a:xfrm>
        </p:grpSpPr>
        <p:sp>
          <p:nvSpPr>
            <p:cNvPr id="5448" name="Google Shape;5448;p82"/>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9" name="Google Shape;5449;p82"/>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0" name="Google Shape;5450;p82"/>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1" name="Google Shape;5451;p82"/>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2" name="Google Shape;5452;p82"/>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53" name="Google Shape;5453;p82"/>
          <p:cNvGrpSpPr/>
          <p:nvPr/>
        </p:nvGrpSpPr>
        <p:grpSpPr>
          <a:xfrm>
            <a:off x="7632288" y="3538890"/>
            <a:ext cx="159039" cy="339253"/>
            <a:chOff x="4584850" y="4399275"/>
            <a:chExt cx="225875" cy="481825"/>
          </a:xfrm>
        </p:grpSpPr>
        <p:sp>
          <p:nvSpPr>
            <p:cNvPr id="5454" name="Google Shape;5454;p82"/>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5" name="Google Shape;5455;p82"/>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56" name="Google Shape;5456;p82"/>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57" name="Google Shape;5457;p82"/>
          <p:cNvGrpSpPr/>
          <p:nvPr/>
        </p:nvGrpSpPr>
        <p:grpSpPr>
          <a:xfrm>
            <a:off x="817316" y="3951795"/>
            <a:ext cx="339253" cy="339253"/>
            <a:chOff x="5642550" y="4399275"/>
            <a:chExt cx="481825" cy="481825"/>
          </a:xfrm>
        </p:grpSpPr>
        <p:sp>
          <p:nvSpPr>
            <p:cNvPr id="5458" name="Google Shape;5458;p82"/>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9" name="Google Shape;5459;p82"/>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60" name="Google Shape;5460;p82"/>
          <p:cNvGrpSpPr/>
          <p:nvPr/>
        </p:nvGrpSpPr>
        <p:grpSpPr>
          <a:xfrm>
            <a:off x="2670186" y="3963703"/>
            <a:ext cx="363316" cy="315437"/>
            <a:chOff x="6218300" y="4416175"/>
            <a:chExt cx="516000" cy="448000"/>
          </a:xfrm>
        </p:grpSpPr>
        <p:sp>
          <p:nvSpPr>
            <p:cNvPr id="5461" name="Google Shape;5461;p82"/>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2" name="Google Shape;5462;p82"/>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3" name="Google Shape;5463;p82"/>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64" name="Google Shape;5464;p82"/>
          <p:cNvGrpSpPr/>
          <p:nvPr/>
        </p:nvGrpSpPr>
        <p:grpSpPr>
          <a:xfrm>
            <a:off x="5870391" y="3951792"/>
            <a:ext cx="339253" cy="339253"/>
            <a:chOff x="899850" y="4992125"/>
            <a:chExt cx="481825" cy="481825"/>
          </a:xfrm>
        </p:grpSpPr>
        <p:sp>
          <p:nvSpPr>
            <p:cNvPr id="5465" name="Google Shape;5465;p82"/>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6" name="Google Shape;5466;p82"/>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7" name="Google Shape;5467;p82"/>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68" name="Google Shape;5468;p82"/>
          <p:cNvGrpSpPr/>
          <p:nvPr/>
        </p:nvGrpSpPr>
        <p:grpSpPr>
          <a:xfrm>
            <a:off x="5410993" y="3951792"/>
            <a:ext cx="339253" cy="339253"/>
            <a:chOff x="1492675" y="4992125"/>
            <a:chExt cx="481825" cy="481825"/>
          </a:xfrm>
        </p:grpSpPr>
        <p:sp>
          <p:nvSpPr>
            <p:cNvPr id="5469" name="Google Shape;5469;p82"/>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0" name="Google Shape;5470;p82"/>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1" name="Google Shape;5471;p82"/>
          <p:cNvGrpSpPr/>
          <p:nvPr/>
        </p:nvGrpSpPr>
        <p:grpSpPr>
          <a:xfrm>
            <a:off x="4951595" y="3951792"/>
            <a:ext cx="339253" cy="339253"/>
            <a:chOff x="2085525" y="4992125"/>
            <a:chExt cx="481825" cy="481825"/>
          </a:xfrm>
        </p:grpSpPr>
        <p:sp>
          <p:nvSpPr>
            <p:cNvPr id="5472" name="Google Shape;5472;p82"/>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3" name="Google Shape;5473;p82"/>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4" name="Google Shape;5474;p82"/>
          <p:cNvGrpSpPr/>
          <p:nvPr/>
        </p:nvGrpSpPr>
        <p:grpSpPr>
          <a:xfrm>
            <a:off x="6789344" y="3951792"/>
            <a:ext cx="339253" cy="339253"/>
            <a:chOff x="2678350" y="4992125"/>
            <a:chExt cx="481825" cy="481825"/>
          </a:xfrm>
        </p:grpSpPr>
        <p:sp>
          <p:nvSpPr>
            <p:cNvPr id="5475" name="Google Shape;5475;p82"/>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6" name="Google Shape;5476;p82"/>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7" name="Google Shape;5477;p82"/>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8" name="Google Shape;5478;p82"/>
          <p:cNvGrpSpPr/>
          <p:nvPr/>
        </p:nvGrpSpPr>
        <p:grpSpPr>
          <a:xfrm>
            <a:off x="4492198" y="3951792"/>
            <a:ext cx="339253" cy="339253"/>
            <a:chOff x="3271200" y="4992125"/>
            <a:chExt cx="481825" cy="481825"/>
          </a:xfrm>
        </p:grpSpPr>
        <p:sp>
          <p:nvSpPr>
            <p:cNvPr id="5479" name="Google Shape;5479;p82"/>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0" name="Google Shape;5480;p82"/>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1" name="Google Shape;5481;p82"/>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2" name="Google Shape;5482;p82"/>
          <p:cNvGrpSpPr/>
          <p:nvPr/>
        </p:nvGrpSpPr>
        <p:grpSpPr>
          <a:xfrm>
            <a:off x="6329788" y="3952813"/>
            <a:ext cx="339411" cy="337211"/>
            <a:chOff x="5049575" y="4993600"/>
            <a:chExt cx="482050" cy="478925"/>
          </a:xfrm>
        </p:grpSpPr>
        <p:sp>
          <p:nvSpPr>
            <p:cNvPr id="5483" name="Google Shape;5483;p82"/>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4" name="Google Shape;5484;p82"/>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5" name="Google Shape;5485;p82"/>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6" name="Google Shape;5486;p82"/>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87" name="Google Shape;5487;p82"/>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88" name="Google Shape;5488;p8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5489" name="Google Shape;5489;p82"/>
          <p:cNvGrpSpPr/>
          <p:nvPr/>
        </p:nvGrpSpPr>
        <p:grpSpPr>
          <a:xfrm>
            <a:off x="7248742" y="3975375"/>
            <a:ext cx="195300" cy="343772"/>
            <a:chOff x="3999225" y="4364775"/>
            <a:chExt cx="195300" cy="343772"/>
          </a:xfrm>
        </p:grpSpPr>
        <p:grpSp>
          <p:nvGrpSpPr>
            <p:cNvPr id="5490" name="Google Shape;5490;p82"/>
            <p:cNvGrpSpPr/>
            <p:nvPr/>
          </p:nvGrpSpPr>
          <p:grpSpPr>
            <a:xfrm>
              <a:off x="4048568" y="4562577"/>
              <a:ext cx="97317" cy="145970"/>
              <a:chOff x="1529575" y="2222650"/>
              <a:chExt cx="203125" cy="304675"/>
            </a:xfrm>
          </p:grpSpPr>
          <p:sp>
            <p:nvSpPr>
              <p:cNvPr id="5491" name="Google Shape;5491;p82"/>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2"/>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3" name="Google Shape;5493;p82"/>
            <p:cNvGrpSpPr/>
            <p:nvPr/>
          </p:nvGrpSpPr>
          <p:grpSpPr>
            <a:xfrm>
              <a:off x="3999225" y="4364775"/>
              <a:ext cx="195300" cy="195300"/>
              <a:chOff x="3999225" y="4364775"/>
              <a:chExt cx="195300" cy="195300"/>
            </a:xfrm>
          </p:grpSpPr>
          <p:sp>
            <p:nvSpPr>
              <p:cNvPr id="5494" name="Google Shape;5494;p82"/>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2"/>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96" name="Google Shape;5496;p82"/>
          <p:cNvGrpSpPr/>
          <p:nvPr/>
        </p:nvGrpSpPr>
        <p:grpSpPr>
          <a:xfrm>
            <a:off x="7564186" y="3991627"/>
            <a:ext cx="277088" cy="259611"/>
            <a:chOff x="4335888" y="4398114"/>
            <a:chExt cx="277088" cy="259611"/>
          </a:xfrm>
        </p:grpSpPr>
        <p:grpSp>
          <p:nvGrpSpPr>
            <p:cNvPr id="5497" name="Google Shape;5497;p82"/>
            <p:cNvGrpSpPr/>
            <p:nvPr/>
          </p:nvGrpSpPr>
          <p:grpSpPr>
            <a:xfrm>
              <a:off x="4335888" y="4462425"/>
              <a:ext cx="195300" cy="195300"/>
              <a:chOff x="4335888" y="4462425"/>
              <a:chExt cx="195300" cy="195300"/>
            </a:xfrm>
          </p:grpSpPr>
          <p:sp>
            <p:nvSpPr>
              <p:cNvPr id="5498" name="Google Shape;5498;p82"/>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2"/>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0" name="Google Shape;5500;p82"/>
            <p:cNvGrpSpPr/>
            <p:nvPr/>
          </p:nvGrpSpPr>
          <p:grpSpPr>
            <a:xfrm>
              <a:off x="4509813" y="4398114"/>
              <a:ext cx="103162" cy="103198"/>
              <a:chOff x="2277975" y="2021700"/>
              <a:chExt cx="215325" cy="215400"/>
            </a:xfrm>
          </p:grpSpPr>
          <p:sp>
            <p:nvSpPr>
              <p:cNvPr id="5501" name="Google Shape;5501;p82"/>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2"/>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3" name="Google Shape;5503;p82"/>
          <p:cNvGrpSpPr/>
          <p:nvPr/>
        </p:nvGrpSpPr>
        <p:grpSpPr>
          <a:xfrm>
            <a:off x="7961419" y="4049613"/>
            <a:ext cx="392275" cy="195300"/>
            <a:chOff x="4752588" y="4440200"/>
            <a:chExt cx="392275" cy="195300"/>
          </a:xfrm>
        </p:grpSpPr>
        <p:grpSp>
          <p:nvGrpSpPr>
            <p:cNvPr id="5504" name="Google Shape;5504;p82"/>
            <p:cNvGrpSpPr/>
            <p:nvPr/>
          </p:nvGrpSpPr>
          <p:grpSpPr>
            <a:xfrm>
              <a:off x="4950384" y="4469728"/>
              <a:ext cx="194479" cy="136244"/>
              <a:chOff x="3163375" y="2175125"/>
              <a:chExt cx="405925" cy="284375"/>
            </a:xfrm>
          </p:grpSpPr>
          <p:sp>
            <p:nvSpPr>
              <p:cNvPr id="5505" name="Google Shape;5505;p82"/>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2"/>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2"/>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8" name="Google Shape;5508;p82"/>
            <p:cNvGrpSpPr/>
            <p:nvPr/>
          </p:nvGrpSpPr>
          <p:grpSpPr>
            <a:xfrm>
              <a:off x="4752588" y="4440200"/>
              <a:ext cx="195300" cy="195300"/>
              <a:chOff x="4335888" y="4462425"/>
              <a:chExt cx="195300" cy="195300"/>
            </a:xfrm>
          </p:grpSpPr>
          <p:sp>
            <p:nvSpPr>
              <p:cNvPr id="5509" name="Google Shape;5509;p82"/>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2"/>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514"/>
        <p:cNvGrpSpPr/>
        <p:nvPr/>
      </p:nvGrpSpPr>
      <p:grpSpPr>
        <a:xfrm>
          <a:off x="0" y="0"/>
          <a:ext cx="0" cy="0"/>
          <a:chOff x="0" y="0"/>
          <a:chExt cx="0" cy="0"/>
        </a:xfrm>
      </p:grpSpPr>
      <p:grpSp>
        <p:nvGrpSpPr>
          <p:cNvPr id="5515" name="Google Shape;5515;p83"/>
          <p:cNvGrpSpPr/>
          <p:nvPr/>
        </p:nvGrpSpPr>
        <p:grpSpPr>
          <a:xfrm>
            <a:off x="856199" y="1311179"/>
            <a:ext cx="322099" cy="370529"/>
            <a:chOff x="-42971725" y="3217825"/>
            <a:chExt cx="275675" cy="317125"/>
          </a:xfrm>
        </p:grpSpPr>
        <p:sp>
          <p:nvSpPr>
            <p:cNvPr id="5516" name="Google Shape;5516;p83"/>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3"/>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3"/>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9" name="Google Shape;5519;p83"/>
          <p:cNvGrpSpPr/>
          <p:nvPr/>
        </p:nvGrpSpPr>
        <p:grpSpPr>
          <a:xfrm>
            <a:off x="828113" y="1779835"/>
            <a:ext cx="378270" cy="337551"/>
            <a:chOff x="-42996150" y="3612600"/>
            <a:chExt cx="323750" cy="288900"/>
          </a:xfrm>
        </p:grpSpPr>
        <p:sp>
          <p:nvSpPr>
            <p:cNvPr id="5520" name="Google Shape;5520;p83"/>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3"/>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3"/>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3" name="Google Shape;5523;p83"/>
          <p:cNvGrpSpPr/>
          <p:nvPr/>
        </p:nvGrpSpPr>
        <p:grpSpPr>
          <a:xfrm>
            <a:off x="830874" y="2189205"/>
            <a:ext cx="372749" cy="370909"/>
            <a:chOff x="-42994575" y="3950300"/>
            <a:chExt cx="319025" cy="317450"/>
          </a:xfrm>
        </p:grpSpPr>
        <p:sp>
          <p:nvSpPr>
            <p:cNvPr id="5524" name="Google Shape;5524;p83"/>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3"/>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3"/>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7" name="Google Shape;5527;p83"/>
          <p:cNvGrpSpPr/>
          <p:nvPr/>
        </p:nvGrpSpPr>
        <p:grpSpPr>
          <a:xfrm>
            <a:off x="2984269" y="1336037"/>
            <a:ext cx="371785" cy="370879"/>
            <a:chOff x="-41111350" y="3239100"/>
            <a:chExt cx="318200" cy="317425"/>
          </a:xfrm>
        </p:grpSpPr>
        <p:sp>
          <p:nvSpPr>
            <p:cNvPr id="5528" name="Google Shape;5528;p83"/>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3"/>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3"/>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3"/>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2" name="Google Shape;5532;p83"/>
          <p:cNvGrpSpPr/>
          <p:nvPr/>
        </p:nvGrpSpPr>
        <p:grpSpPr>
          <a:xfrm>
            <a:off x="2980588" y="1771568"/>
            <a:ext cx="379146" cy="370967"/>
            <a:chOff x="-41117650" y="3605525"/>
            <a:chExt cx="324500" cy="317500"/>
          </a:xfrm>
        </p:grpSpPr>
        <p:sp>
          <p:nvSpPr>
            <p:cNvPr id="5533" name="Google Shape;5533;p83"/>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3"/>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3"/>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6" name="Google Shape;5536;p83"/>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7" name="Google Shape;5537;p83"/>
          <p:cNvGrpSpPr/>
          <p:nvPr/>
        </p:nvGrpSpPr>
        <p:grpSpPr>
          <a:xfrm>
            <a:off x="1806843" y="2663092"/>
            <a:ext cx="216271" cy="371814"/>
            <a:chOff x="-39205300" y="3220175"/>
            <a:chExt cx="185100" cy="318225"/>
          </a:xfrm>
        </p:grpSpPr>
        <p:sp>
          <p:nvSpPr>
            <p:cNvPr id="5538" name="Google Shape;5538;p83"/>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3"/>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0" name="Google Shape;5540;p83"/>
          <p:cNvGrpSpPr/>
          <p:nvPr/>
        </p:nvGrpSpPr>
        <p:grpSpPr>
          <a:xfrm>
            <a:off x="1772370" y="3123163"/>
            <a:ext cx="300016" cy="369273"/>
            <a:chOff x="-39248625" y="3588600"/>
            <a:chExt cx="256775" cy="316050"/>
          </a:xfrm>
        </p:grpSpPr>
        <p:sp>
          <p:nvSpPr>
            <p:cNvPr id="5541" name="Google Shape;5541;p83"/>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3"/>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3" name="Google Shape;5543;p83"/>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3"/>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5" name="Google Shape;5545;p83"/>
          <p:cNvGrpSpPr/>
          <p:nvPr/>
        </p:nvGrpSpPr>
        <p:grpSpPr>
          <a:xfrm>
            <a:off x="1223084" y="1311179"/>
            <a:ext cx="429504" cy="370879"/>
            <a:chOff x="-42651700" y="3217825"/>
            <a:chExt cx="367600" cy="317425"/>
          </a:xfrm>
        </p:grpSpPr>
        <p:sp>
          <p:nvSpPr>
            <p:cNvPr id="5546" name="Google Shape;5546;p83"/>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3"/>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3"/>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3"/>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0" name="Google Shape;5550;p83"/>
          <p:cNvGrpSpPr/>
          <p:nvPr/>
        </p:nvGrpSpPr>
        <p:grpSpPr>
          <a:xfrm>
            <a:off x="1258516" y="1750829"/>
            <a:ext cx="358640" cy="363226"/>
            <a:chOff x="-42617300" y="3587775"/>
            <a:chExt cx="306950" cy="310875"/>
          </a:xfrm>
        </p:grpSpPr>
        <p:sp>
          <p:nvSpPr>
            <p:cNvPr id="5551" name="Google Shape;5551;p83"/>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3"/>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53" name="Google Shape;5553;p83"/>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4" name="Google Shape;5554;p83"/>
          <p:cNvGrpSpPr/>
          <p:nvPr/>
        </p:nvGrpSpPr>
        <p:grpSpPr>
          <a:xfrm>
            <a:off x="3430343" y="1335569"/>
            <a:ext cx="376926" cy="370324"/>
            <a:chOff x="-40748275" y="3238700"/>
            <a:chExt cx="322600" cy="316950"/>
          </a:xfrm>
        </p:grpSpPr>
        <p:sp>
          <p:nvSpPr>
            <p:cNvPr id="5555" name="Google Shape;5555;p83"/>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3"/>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3"/>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3"/>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3"/>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3"/>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1" name="Google Shape;5561;p83"/>
          <p:cNvGrpSpPr/>
          <p:nvPr/>
        </p:nvGrpSpPr>
        <p:grpSpPr>
          <a:xfrm>
            <a:off x="3432899" y="1803553"/>
            <a:ext cx="371814" cy="338690"/>
            <a:chOff x="-40745125" y="3632900"/>
            <a:chExt cx="318225" cy="289875"/>
          </a:xfrm>
        </p:grpSpPr>
        <p:sp>
          <p:nvSpPr>
            <p:cNvPr id="5562" name="Google Shape;5562;p83"/>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3"/>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3"/>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3"/>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3"/>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3"/>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3"/>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9" name="Google Shape;5569;p83"/>
          <p:cNvGrpSpPr/>
          <p:nvPr/>
        </p:nvGrpSpPr>
        <p:grpSpPr>
          <a:xfrm>
            <a:off x="3437047" y="2214764"/>
            <a:ext cx="363518" cy="370178"/>
            <a:chOff x="-40742750" y="3972175"/>
            <a:chExt cx="311125" cy="316825"/>
          </a:xfrm>
        </p:grpSpPr>
        <p:sp>
          <p:nvSpPr>
            <p:cNvPr id="5570" name="Google Shape;5570;p83"/>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3"/>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2" name="Google Shape;5572;p83"/>
          <p:cNvGrpSpPr/>
          <p:nvPr/>
        </p:nvGrpSpPr>
        <p:grpSpPr>
          <a:xfrm>
            <a:off x="2219708" y="2664932"/>
            <a:ext cx="266892" cy="369974"/>
            <a:chOff x="-38860325" y="3221750"/>
            <a:chExt cx="228425" cy="316650"/>
          </a:xfrm>
        </p:grpSpPr>
        <p:sp>
          <p:nvSpPr>
            <p:cNvPr id="5573" name="Google Shape;5573;p83"/>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3"/>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3"/>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3"/>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7" name="Google Shape;5577;p83"/>
          <p:cNvGrpSpPr/>
          <p:nvPr/>
        </p:nvGrpSpPr>
        <p:grpSpPr>
          <a:xfrm>
            <a:off x="2170515" y="3126989"/>
            <a:ext cx="380081" cy="367111"/>
            <a:chOff x="-38905225" y="3591875"/>
            <a:chExt cx="325300" cy="314200"/>
          </a:xfrm>
        </p:grpSpPr>
        <p:sp>
          <p:nvSpPr>
            <p:cNvPr id="5578" name="Google Shape;5578;p83"/>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3"/>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3"/>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1" name="Google Shape;5581;p83"/>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2" name="Google Shape;5582;p83"/>
          <p:cNvGrpSpPr/>
          <p:nvPr/>
        </p:nvGrpSpPr>
        <p:grpSpPr>
          <a:xfrm>
            <a:off x="3977265" y="3112069"/>
            <a:ext cx="290815" cy="369740"/>
            <a:chOff x="-37370925" y="3579105"/>
            <a:chExt cx="248900" cy="316450"/>
          </a:xfrm>
        </p:grpSpPr>
        <p:sp>
          <p:nvSpPr>
            <p:cNvPr id="5583" name="Google Shape;5583;p83"/>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3"/>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5" name="Google Shape;5585;p83"/>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3"/>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7" name="Google Shape;5587;p83"/>
          <p:cNvGrpSpPr/>
          <p:nvPr/>
        </p:nvGrpSpPr>
        <p:grpSpPr>
          <a:xfrm>
            <a:off x="1670640" y="2190140"/>
            <a:ext cx="371814" cy="369974"/>
            <a:chOff x="-42259725" y="3951100"/>
            <a:chExt cx="318225" cy="316650"/>
          </a:xfrm>
        </p:grpSpPr>
        <p:sp>
          <p:nvSpPr>
            <p:cNvPr id="5588" name="Google Shape;5588;p83"/>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3"/>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0" name="Google Shape;5590;p83"/>
          <p:cNvGrpSpPr/>
          <p:nvPr/>
        </p:nvGrpSpPr>
        <p:grpSpPr>
          <a:xfrm>
            <a:off x="3869002" y="1369161"/>
            <a:ext cx="370879" cy="337755"/>
            <a:chOff x="-40378075" y="3267450"/>
            <a:chExt cx="317425" cy="289075"/>
          </a:xfrm>
        </p:grpSpPr>
        <p:sp>
          <p:nvSpPr>
            <p:cNvPr id="5591" name="Google Shape;5591;p83"/>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3"/>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3"/>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3"/>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5" name="Google Shape;5595;p83"/>
          <p:cNvGrpSpPr/>
          <p:nvPr/>
        </p:nvGrpSpPr>
        <p:grpSpPr>
          <a:xfrm>
            <a:off x="3872668" y="1770429"/>
            <a:ext cx="363548" cy="369974"/>
            <a:chOff x="-40372575" y="3604550"/>
            <a:chExt cx="311150" cy="316650"/>
          </a:xfrm>
        </p:grpSpPr>
        <p:sp>
          <p:nvSpPr>
            <p:cNvPr id="5596" name="Google Shape;5596;p83"/>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3"/>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3"/>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99" name="Google Shape;5599;p83"/>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0" name="Google Shape;5600;p83"/>
          <p:cNvGrpSpPr/>
          <p:nvPr/>
        </p:nvGrpSpPr>
        <p:grpSpPr>
          <a:xfrm>
            <a:off x="2596617" y="2663092"/>
            <a:ext cx="399038" cy="372165"/>
            <a:chOff x="-38542250" y="3220175"/>
            <a:chExt cx="341525" cy="318525"/>
          </a:xfrm>
        </p:grpSpPr>
        <p:sp>
          <p:nvSpPr>
            <p:cNvPr id="5601" name="Google Shape;5601;p83"/>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3"/>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3"/>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4" name="Google Shape;5604;p83"/>
          <p:cNvGrpSpPr/>
          <p:nvPr/>
        </p:nvGrpSpPr>
        <p:grpSpPr>
          <a:xfrm>
            <a:off x="2618549" y="3122462"/>
            <a:ext cx="369974" cy="369068"/>
            <a:chOff x="-38537400" y="3588000"/>
            <a:chExt cx="316650" cy="315875"/>
          </a:xfrm>
        </p:grpSpPr>
        <p:sp>
          <p:nvSpPr>
            <p:cNvPr id="5605" name="Google Shape;5605;p83"/>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3"/>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3"/>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3"/>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83"/>
          <p:cNvGrpSpPr/>
          <p:nvPr/>
        </p:nvGrpSpPr>
        <p:grpSpPr>
          <a:xfrm>
            <a:off x="2617629" y="3579991"/>
            <a:ext cx="371814" cy="369974"/>
            <a:chOff x="-38538975" y="3954250"/>
            <a:chExt cx="318225" cy="316650"/>
          </a:xfrm>
        </p:grpSpPr>
        <p:sp>
          <p:nvSpPr>
            <p:cNvPr id="5610" name="Google Shape;5610;p83"/>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3"/>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2" name="Google Shape;5612;p83"/>
          <p:cNvGrpSpPr/>
          <p:nvPr/>
        </p:nvGrpSpPr>
        <p:grpSpPr>
          <a:xfrm>
            <a:off x="3934941" y="3574918"/>
            <a:ext cx="375465" cy="371814"/>
            <a:chOff x="-37385100" y="3949908"/>
            <a:chExt cx="321350" cy="318225"/>
          </a:xfrm>
        </p:grpSpPr>
        <p:sp>
          <p:nvSpPr>
            <p:cNvPr id="5613" name="Google Shape;5613;p83"/>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3"/>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83"/>
          <p:cNvGrpSpPr/>
          <p:nvPr/>
        </p:nvGrpSpPr>
        <p:grpSpPr>
          <a:xfrm>
            <a:off x="2110600" y="1310478"/>
            <a:ext cx="370909" cy="370675"/>
            <a:chOff x="-41895050" y="3217225"/>
            <a:chExt cx="317450" cy="317250"/>
          </a:xfrm>
        </p:grpSpPr>
        <p:sp>
          <p:nvSpPr>
            <p:cNvPr id="5616" name="Google Shape;5616;p83"/>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3"/>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3"/>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3"/>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3"/>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83"/>
          <p:cNvGrpSpPr/>
          <p:nvPr/>
        </p:nvGrpSpPr>
        <p:grpSpPr>
          <a:xfrm>
            <a:off x="2110148" y="1747412"/>
            <a:ext cx="371814" cy="369974"/>
            <a:chOff x="-41893475" y="3584850"/>
            <a:chExt cx="318225" cy="316650"/>
          </a:xfrm>
        </p:grpSpPr>
        <p:sp>
          <p:nvSpPr>
            <p:cNvPr id="5622" name="Google Shape;5622;p83"/>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3"/>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3"/>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3"/>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26" name="Google Shape;5626;p83"/>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3"/>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28" name="Google Shape;5628;p83"/>
          <p:cNvGrpSpPr/>
          <p:nvPr/>
        </p:nvGrpSpPr>
        <p:grpSpPr>
          <a:xfrm>
            <a:off x="880176" y="3142704"/>
            <a:ext cx="337522" cy="370909"/>
            <a:chOff x="-39998250" y="3605325"/>
            <a:chExt cx="288875" cy="317450"/>
          </a:xfrm>
        </p:grpSpPr>
        <p:sp>
          <p:nvSpPr>
            <p:cNvPr id="5629" name="Google Shape;5629;p83"/>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3"/>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83"/>
          <p:cNvGrpSpPr/>
          <p:nvPr/>
        </p:nvGrpSpPr>
        <p:grpSpPr>
          <a:xfrm>
            <a:off x="863950" y="3601168"/>
            <a:ext cx="369974" cy="369945"/>
            <a:chOff x="-40011050" y="3972375"/>
            <a:chExt cx="316650" cy="316625"/>
          </a:xfrm>
        </p:grpSpPr>
        <p:sp>
          <p:nvSpPr>
            <p:cNvPr id="5632" name="Google Shape;5632;p83"/>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3"/>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83"/>
          <p:cNvGrpSpPr/>
          <p:nvPr/>
        </p:nvGrpSpPr>
        <p:grpSpPr>
          <a:xfrm>
            <a:off x="3095881" y="2665867"/>
            <a:ext cx="266921" cy="369039"/>
            <a:chOff x="-38129425" y="3222550"/>
            <a:chExt cx="228450" cy="315850"/>
          </a:xfrm>
        </p:grpSpPr>
        <p:sp>
          <p:nvSpPr>
            <p:cNvPr id="5635" name="Google Shape;5635;p83"/>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3"/>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83"/>
          <p:cNvGrpSpPr/>
          <p:nvPr/>
        </p:nvGrpSpPr>
        <p:grpSpPr>
          <a:xfrm>
            <a:off x="3050850" y="3122462"/>
            <a:ext cx="371785" cy="369974"/>
            <a:chOff x="-38172725" y="3588000"/>
            <a:chExt cx="318200" cy="316650"/>
          </a:xfrm>
        </p:grpSpPr>
        <p:sp>
          <p:nvSpPr>
            <p:cNvPr id="5638" name="Google Shape;5638;p83"/>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3"/>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3"/>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3"/>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3"/>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3"/>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3"/>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3"/>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83"/>
          <p:cNvGrpSpPr/>
          <p:nvPr/>
        </p:nvGrpSpPr>
        <p:grpSpPr>
          <a:xfrm>
            <a:off x="3126752" y="3580897"/>
            <a:ext cx="219981" cy="369974"/>
            <a:chOff x="-38109725" y="3955025"/>
            <a:chExt cx="188275" cy="316650"/>
          </a:xfrm>
        </p:grpSpPr>
        <p:sp>
          <p:nvSpPr>
            <p:cNvPr id="5647" name="Google Shape;5647;p83"/>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3"/>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49" name="Google Shape;5649;p83"/>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0" name="Google Shape;5650;p83"/>
          <p:cNvGrpSpPr/>
          <p:nvPr/>
        </p:nvGrpSpPr>
        <p:grpSpPr>
          <a:xfrm>
            <a:off x="2542151" y="1312318"/>
            <a:ext cx="373654" cy="369068"/>
            <a:chOff x="-41530375" y="3218800"/>
            <a:chExt cx="319800" cy="315875"/>
          </a:xfrm>
        </p:grpSpPr>
        <p:sp>
          <p:nvSpPr>
            <p:cNvPr id="5651" name="Google Shape;5651;p83"/>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3"/>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3" name="Google Shape;5653;p83"/>
          <p:cNvGrpSpPr/>
          <p:nvPr/>
        </p:nvGrpSpPr>
        <p:grpSpPr>
          <a:xfrm>
            <a:off x="2544444" y="1827476"/>
            <a:ext cx="369068" cy="289004"/>
            <a:chOff x="-41526450" y="3653375"/>
            <a:chExt cx="315875" cy="247350"/>
          </a:xfrm>
        </p:grpSpPr>
        <p:sp>
          <p:nvSpPr>
            <p:cNvPr id="5654" name="Google Shape;5654;p83"/>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3"/>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6" name="Google Shape;5656;p83"/>
          <p:cNvGrpSpPr/>
          <p:nvPr/>
        </p:nvGrpSpPr>
        <p:grpSpPr>
          <a:xfrm>
            <a:off x="2545831" y="2190140"/>
            <a:ext cx="366293" cy="369974"/>
            <a:chOff x="-41526450" y="3951100"/>
            <a:chExt cx="313500" cy="316650"/>
          </a:xfrm>
        </p:grpSpPr>
        <p:sp>
          <p:nvSpPr>
            <p:cNvPr id="5657" name="Google Shape;5657;p83"/>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3"/>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3"/>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0" name="Google Shape;5660;p83"/>
          <p:cNvGrpSpPr/>
          <p:nvPr/>
        </p:nvGrpSpPr>
        <p:grpSpPr>
          <a:xfrm>
            <a:off x="1311086" y="2684269"/>
            <a:ext cx="339595" cy="371814"/>
            <a:chOff x="-39625900" y="3238300"/>
            <a:chExt cx="290650" cy="318225"/>
          </a:xfrm>
        </p:grpSpPr>
        <p:sp>
          <p:nvSpPr>
            <p:cNvPr id="5661" name="Google Shape;5661;p83"/>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3"/>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63" name="Google Shape;5663;p83"/>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4" name="Google Shape;5664;p83"/>
          <p:cNvGrpSpPr/>
          <p:nvPr/>
        </p:nvGrpSpPr>
        <p:grpSpPr>
          <a:xfrm>
            <a:off x="1305137" y="3600730"/>
            <a:ext cx="366293" cy="370441"/>
            <a:chOff x="-39647175" y="3972000"/>
            <a:chExt cx="313500" cy="317050"/>
          </a:xfrm>
        </p:grpSpPr>
        <p:sp>
          <p:nvSpPr>
            <p:cNvPr id="5665" name="Google Shape;5665;p83"/>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3"/>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3"/>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8" name="Google Shape;5668;p83"/>
          <p:cNvGrpSpPr/>
          <p:nvPr/>
        </p:nvGrpSpPr>
        <p:grpSpPr>
          <a:xfrm>
            <a:off x="3474265" y="2664728"/>
            <a:ext cx="375495" cy="370879"/>
            <a:chOff x="-37808850" y="3221575"/>
            <a:chExt cx="321375" cy="317425"/>
          </a:xfrm>
        </p:grpSpPr>
        <p:sp>
          <p:nvSpPr>
            <p:cNvPr id="5669" name="Google Shape;5669;p83"/>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3"/>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1" name="Google Shape;5671;p83"/>
          <p:cNvGrpSpPr/>
          <p:nvPr/>
        </p:nvGrpSpPr>
        <p:grpSpPr>
          <a:xfrm>
            <a:off x="3483038" y="3186759"/>
            <a:ext cx="372749" cy="241158"/>
            <a:chOff x="-37806500" y="3643030"/>
            <a:chExt cx="319025" cy="206400"/>
          </a:xfrm>
        </p:grpSpPr>
        <p:sp>
          <p:nvSpPr>
            <p:cNvPr id="5672" name="Google Shape;5672;p83"/>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3"/>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4" name="Google Shape;5674;p83"/>
          <p:cNvGrpSpPr/>
          <p:nvPr/>
        </p:nvGrpSpPr>
        <p:grpSpPr>
          <a:xfrm>
            <a:off x="3485346" y="3579056"/>
            <a:ext cx="368134" cy="371814"/>
            <a:chOff x="-37804925" y="3953450"/>
            <a:chExt cx="315075" cy="318225"/>
          </a:xfrm>
        </p:grpSpPr>
        <p:sp>
          <p:nvSpPr>
            <p:cNvPr id="5675" name="Google Shape;5675;p83"/>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3"/>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3"/>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78" name="Google Shape;5678;p83"/>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9" name="Google Shape;5679;p83"/>
          <p:cNvGrpSpPr/>
          <p:nvPr/>
        </p:nvGrpSpPr>
        <p:grpSpPr>
          <a:xfrm>
            <a:off x="4840364" y="1328538"/>
            <a:ext cx="355663" cy="308725"/>
            <a:chOff x="-28462125" y="3199700"/>
            <a:chExt cx="298550" cy="259150"/>
          </a:xfrm>
        </p:grpSpPr>
        <p:sp>
          <p:nvSpPr>
            <p:cNvPr id="5680" name="Google Shape;5680;p83"/>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3"/>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3"/>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3" name="Google Shape;5683;p83"/>
          <p:cNvGrpSpPr/>
          <p:nvPr/>
        </p:nvGrpSpPr>
        <p:grpSpPr>
          <a:xfrm>
            <a:off x="4841317" y="1763228"/>
            <a:ext cx="353757" cy="352833"/>
            <a:chOff x="-28461325" y="3545475"/>
            <a:chExt cx="296950" cy="296175"/>
          </a:xfrm>
        </p:grpSpPr>
        <p:sp>
          <p:nvSpPr>
            <p:cNvPr id="5684" name="Google Shape;5684;p83"/>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3"/>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3"/>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3"/>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3"/>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3"/>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0" name="Google Shape;5690;p83"/>
          <p:cNvGrpSpPr/>
          <p:nvPr/>
        </p:nvGrpSpPr>
        <p:grpSpPr>
          <a:xfrm>
            <a:off x="4837550" y="2213272"/>
            <a:ext cx="361292" cy="352803"/>
            <a:chOff x="-28463700" y="3914875"/>
            <a:chExt cx="303275" cy="296150"/>
          </a:xfrm>
        </p:grpSpPr>
        <p:sp>
          <p:nvSpPr>
            <p:cNvPr id="5691" name="Google Shape;5691;p83"/>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3"/>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3" name="Google Shape;5693;p83"/>
          <p:cNvGrpSpPr/>
          <p:nvPr/>
        </p:nvGrpSpPr>
        <p:grpSpPr>
          <a:xfrm>
            <a:off x="7072335" y="1369355"/>
            <a:ext cx="351880" cy="227092"/>
            <a:chOff x="-26573400" y="3224125"/>
            <a:chExt cx="295375" cy="190625"/>
          </a:xfrm>
        </p:grpSpPr>
        <p:sp>
          <p:nvSpPr>
            <p:cNvPr id="5694" name="Google Shape;5694;p83"/>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3"/>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6" name="Google Shape;5696;p83"/>
          <p:cNvGrpSpPr/>
          <p:nvPr/>
        </p:nvGrpSpPr>
        <p:grpSpPr>
          <a:xfrm>
            <a:off x="7072335" y="1763690"/>
            <a:ext cx="351880" cy="351910"/>
            <a:chOff x="-26573400" y="3546250"/>
            <a:chExt cx="295375" cy="295400"/>
          </a:xfrm>
        </p:grpSpPr>
        <p:sp>
          <p:nvSpPr>
            <p:cNvPr id="5697" name="Google Shape;5697;p83"/>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3"/>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3"/>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3"/>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3"/>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2" name="Google Shape;5702;p83"/>
          <p:cNvGrpSpPr/>
          <p:nvPr/>
        </p:nvGrpSpPr>
        <p:grpSpPr>
          <a:xfrm>
            <a:off x="7060615" y="2213599"/>
            <a:ext cx="375319" cy="352148"/>
            <a:chOff x="-26583625" y="3917025"/>
            <a:chExt cx="315050" cy="295600"/>
          </a:xfrm>
        </p:grpSpPr>
        <p:sp>
          <p:nvSpPr>
            <p:cNvPr id="5703" name="Google Shape;5703;p83"/>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3"/>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3"/>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3"/>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7" name="Google Shape;5707;p83"/>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83"/>
          <p:cNvGrpSpPr/>
          <p:nvPr/>
        </p:nvGrpSpPr>
        <p:grpSpPr>
          <a:xfrm>
            <a:off x="5759130" y="3172629"/>
            <a:ext cx="289039" cy="352833"/>
            <a:chOff x="-24694925" y="3518700"/>
            <a:chExt cx="242625" cy="296175"/>
          </a:xfrm>
        </p:grpSpPr>
        <p:sp>
          <p:nvSpPr>
            <p:cNvPr id="5709" name="Google Shape;5709;p83"/>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3"/>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3"/>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3"/>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3" name="Google Shape;5713;p83"/>
          <p:cNvGrpSpPr/>
          <p:nvPr/>
        </p:nvGrpSpPr>
        <p:grpSpPr>
          <a:xfrm>
            <a:off x="5758668" y="3622657"/>
            <a:ext cx="289962" cy="352833"/>
            <a:chOff x="-24709100" y="3888875"/>
            <a:chExt cx="243400" cy="296175"/>
          </a:xfrm>
        </p:grpSpPr>
        <p:sp>
          <p:nvSpPr>
            <p:cNvPr id="5714" name="Google Shape;5714;p83"/>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3"/>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3"/>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7" name="Google Shape;5717;p83"/>
          <p:cNvGrpSpPr/>
          <p:nvPr/>
        </p:nvGrpSpPr>
        <p:grpSpPr>
          <a:xfrm>
            <a:off x="7958668" y="2695320"/>
            <a:ext cx="356556" cy="349557"/>
            <a:chOff x="-22863675" y="3131775"/>
            <a:chExt cx="299300" cy="293425"/>
          </a:xfrm>
        </p:grpSpPr>
        <p:sp>
          <p:nvSpPr>
            <p:cNvPr id="5718" name="Google Shape;5718;p83"/>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3"/>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3"/>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1" name="Google Shape;5721;p83"/>
          <p:cNvGrpSpPr/>
          <p:nvPr/>
        </p:nvGrpSpPr>
        <p:grpSpPr>
          <a:xfrm>
            <a:off x="5301532" y="1306499"/>
            <a:ext cx="310602" cy="352803"/>
            <a:chOff x="-28069875" y="3175300"/>
            <a:chExt cx="260725" cy="296150"/>
          </a:xfrm>
        </p:grpSpPr>
        <p:sp>
          <p:nvSpPr>
            <p:cNvPr id="5722" name="Google Shape;5722;p83"/>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3"/>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3"/>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3"/>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3"/>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3"/>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3"/>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3"/>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3"/>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1" name="Google Shape;5731;p83"/>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2" name="Google Shape;5732;p83"/>
          <p:cNvGrpSpPr/>
          <p:nvPr/>
        </p:nvGrpSpPr>
        <p:grpSpPr>
          <a:xfrm>
            <a:off x="5342810" y="2213733"/>
            <a:ext cx="228045" cy="351880"/>
            <a:chOff x="-28032075" y="3916450"/>
            <a:chExt cx="191425" cy="295375"/>
          </a:xfrm>
        </p:grpSpPr>
        <p:sp>
          <p:nvSpPr>
            <p:cNvPr id="5733" name="Google Shape;5733;p83"/>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3"/>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3"/>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6" name="Google Shape;5736;p83"/>
          <p:cNvGrpSpPr/>
          <p:nvPr/>
        </p:nvGrpSpPr>
        <p:grpSpPr>
          <a:xfrm>
            <a:off x="7508157" y="1306484"/>
            <a:ext cx="352833" cy="352833"/>
            <a:chOff x="-26201650" y="3176075"/>
            <a:chExt cx="296175" cy="296175"/>
          </a:xfrm>
        </p:grpSpPr>
        <p:sp>
          <p:nvSpPr>
            <p:cNvPr id="5737" name="Google Shape;5737;p83"/>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3"/>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9" name="Google Shape;5739;p83"/>
          <p:cNvGrpSpPr/>
          <p:nvPr/>
        </p:nvGrpSpPr>
        <p:grpSpPr>
          <a:xfrm>
            <a:off x="7507680" y="1763705"/>
            <a:ext cx="353786" cy="351880"/>
            <a:chOff x="-26204800" y="3547050"/>
            <a:chExt cx="296975" cy="295375"/>
          </a:xfrm>
        </p:grpSpPr>
        <p:sp>
          <p:nvSpPr>
            <p:cNvPr id="5740" name="Google Shape;5740;p83"/>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3"/>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2" name="Google Shape;5742;p83"/>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3" name="Google Shape;5743;p83"/>
          <p:cNvGrpSpPr/>
          <p:nvPr/>
        </p:nvGrpSpPr>
        <p:grpSpPr>
          <a:xfrm>
            <a:off x="6178935" y="2693683"/>
            <a:ext cx="345328" cy="352833"/>
            <a:chOff x="-24353875" y="3147725"/>
            <a:chExt cx="289875" cy="296175"/>
          </a:xfrm>
        </p:grpSpPr>
        <p:sp>
          <p:nvSpPr>
            <p:cNvPr id="5744" name="Google Shape;5744;p83"/>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3"/>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6" name="Google Shape;5746;p83"/>
          <p:cNvGrpSpPr/>
          <p:nvPr/>
        </p:nvGrpSpPr>
        <p:grpSpPr>
          <a:xfrm>
            <a:off x="6186917" y="3173090"/>
            <a:ext cx="329365" cy="351910"/>
            <a:chOff x="-24344425" y="3519475"/>
            <a:chExt cx="276475" cy="295400"/>
          </a:xfrm>
        </p:grpSpPr>
        <p:sp>
          <p:nvSpPr>
            <p:cNvPr id="5747" name="Google Shape;5747;p83"/>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3"/>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9" name="Google Shape;5749;p83"/>
          <p:cNvGrpSpPr/>
          <p:nvPr/>
        </p:nvGrpSpPr>
        <p:grpSpPr>
          <a:xfrm>
            <a:off x="6176597" y="3625010"/>
            <a:ext cx="350004" cy="348128"/>
            <a:chOff x="-24353075" y="3891250"/>
            <a:chExt cx="293800" cy="292225"/>
          </a:xfrm>
        </p:grpSpPr>
        <p:sp>
          <p:nvSpPr>
            <p:cNvPr id="5750" name="Google Shape;5750;p83"/>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3"/>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2" name="Google Shape;5752;p83"/>
          <p:cNvGrpSpPr/>
          <p:nvPr/>
        </p:nvGrpSpPr>
        <p:grpSpPr>
          <a:xfrm>
            <a:off x="7960068" y="3173313"/>
            <a:ext cx="353757" cy="351463"/>
            <a:chOff x="-22845575" y="3504075"/>
            <a:chExt cx="296950" cy="295025"/>
          </a:xfrm>
        </p:grpSpPr>
        <p:sp>
          <p:nvSpPr>
            <p:cNvPr id="5753" name="Google Shape;5753;p83"/>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3"/>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5" name="Google Shape;5755;p83"/>
          <p:cNvGrpSpPr/>
          <p:nvPr/>
        </p:nvGrpSpPr>
        <p:grpSpPr>
          <a:xfrm>
            <a:off x="5753249" y="1306961"/>
            <a:ext cx="299344" cy="351880"/>
            <a:chOff x="-27691025" y="3175300"/>
            <a:chExt cx="251275" cy="295375"/>
          </a:xfrm>
        </p:grpSpPr>
        <p:sp>
          <p:nvSpPr>
            <p:cNvPr id="5756" name="Google Shape;5756;p83"/>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3"/>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3"/>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3"/>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0" name="Google Shape;5760;p83"/>
          <p:cNvGrpSpPr/>
          <p:nvPr/>
        </p:nvGrpSpPr>
        <p:grpSpPr>
          <a:xfrm>
            <a:off x="5725566" y="1825637"/>
            <a:ext cx="354710" cy="228015"/>
            <a:chOff x="-27721750" y="3598250"/>
            <a:chExt cx="297750" cy="191400"/>
          </a:xfrm>
        </p:grpSpPr>
        <p:sp>
          <p:nvSpPr>
            <p:cNvPr id="5761" name="Google Shape;5761;p83"/>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3"/>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3" name="Google Shape;5763;p83"/>
          <p:cNvGrpSpPr/>
          <p:nvPr/>
        </p:nvGrpSpPr>
        <p:grpSpPr>
          <a:xfrm>
            <a:off x="5726966" y="2219183"/>
            <a:ext cx="351910" cy="340980"/>
            <a:chOff x="-27719400" y="3925600"/>
            <a:chExt cx="295400" cy="286225"/>
          </a:xfrm>
        </p:grpSpPr>
        <p:sp>
          <p:nvSpPr>
            <p:cNvPr id="5764" name="Google Shape;5764;p83"/>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3"/>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6" name="Google Shape;5766;p83"/>
          <p:cNvGrpSpPr/>
          <p:nvPr/>
        </p:nvGrpSpPr>
        <p:grpSpPr>
          <a:xfrm>
            <a:off x="7948238" y="1306023"/>
            <a:ext cx="353757" cy="353757"/>
            <a:chOff x="-25834600" y="3176875"/>
            <a:chExt cx="296950" cy="296950"/>
          </a:xfrm>
        </p:grpSpPr>
        <p:sp>
          <p:nvSpPr>
            <p:cNvPr id="5767" name="Google Shape;5767;p83"/>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3"/>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3"/>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3"/>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3"/>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2" name="Google Shape;5772;p83"/>
          <p:cNvGrpSpPr/>
          <p:nvPr/>
        </p:nvGrpSpPr>
        <p:grpSpPr>
          <a:xfrm>
            <a:off x="7948238" y="1774024"/>
            <a:ext cx="353757" cy="331241"/>
            <a:chOff x="-25834600" y="3564375"/>
            <a:chExt cx="296950" cy="278050"/>
          </a:xfrm>
        </p:grpSpPr>
        <p:sp>
          <p:nvSpPr>
            <p:cNvPr id="5773" name="Google Shape;5773;p83"/>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3"/>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3"/>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3"/>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3"/>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3"/>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3"/>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3"/>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1" name="Google Shape;5781;p83"/>
          <p:cNvGrpSpPr/>
          <p:nvPr/>
        </p:nvGrpSpPr>
        <p:grpSpPr>
          <a:xfrm>
            <a:off x="7946362" y="2213376"/>
            <a:ext cx="357509" cy="352595"/>
            <a:chOff x="-25834600" y="3915850"/>
            <a:chExt cx="300100" cy="295975"/>
          </a:xfrm>
        </p:grpSpPr>
        <p:sp>
          <p:nvSpPr>
            <p:cNvPr id="5782" name="Google Shape;5782;p83"/>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3"/>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3"/>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5" name="Google Shape;5785;p83"/>
          <p:cNvGrpSpPr/>
          <p:nvPr/>
        </p:nvGrpSpPr>
        <p:grpSpPr>
          <a:xfrm>
            <a:off x="6681790" y="2694606"/>
            <a:ext cx="228968" cy="350987"/>
            <a:chOff x="-23930925" y="3149300"/>
            <a:chExt cx="192200" cy="294625"/>
          </a:xfrm>
        </p:grpSpPr>
        <p:sp>
          <p:nvSpPr>
            <p:cNvPr id="5786" name="Google Shape;5786;p83"/>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3"/>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3"/>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3"/>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0" name="Google Shape;5790;p83"/>
          <p:cNvGrpSpPr/>
          <p:nvPr/>
        </p:nvGrpSpPr>
        <p:grpSpPr>
          <a:xfrm>
            <a:off x="6638620" y="3173090"/>
            <a:ext cx="315307" cy="351910"/>
            <a:chOff x="-23962425" y="3519475"/>
            <a:chExt cx="264675" cy="295400"/>
          </a:xfrm>
        </p:grpSpPr>
        <p:sp>
          <p:nvSpPr>
            <p:cNvPr id="5791" name="Google Shape;5791;p83"/>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3"/>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3" name="Google Shape;5793;p83"/>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4" name="Google Shape;5794;p83"/>
          <p:cNvGrpSpPr/>
          <p:nvPr/>
        </p:nvGrpSpPr>
        <p:grpSpPr>
          <a:xfrm>
            <a:off x="8017295" y="3623134"/>
            <a:ext cx="239302" cy="351880"/>
            <a:chOff x="-22788075" y="3904625"/>
            <a:chExt cx="200875" cy="295375"/>
          </a:xfrm>
        </p:grpSpPr>
        <p:sp>
          <p:nvSpPr>
            <p:cNvPr id="5795" name="Google Shape;5795;p83"/>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3"/>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3"/>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3"/>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9" name="Google Shape;5799;p83"/>
          <p:cNvGrpSpPr/>
          <p:nvPr/>
        </p:nvGrpSpPr>
        <p:grpSpPr>
          <a:xfrm>
            <a:off x="6172593" y="1306499"/>
            <a:ext cx="354710" cy="352803"/>
            <a:chOff x="-27351575" y="3175300"/>
            <a:chExt cx="297750" cy="296150"/>
          </a:xfrm>
        </p:grpSpPr>
        <p:sp>
          <p:nvSpPr>
            <p:cNvPr id="5800" name="Google Shape;5800;p83"/>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3"/>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3"/>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3"/>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83"/>
          <p:cNvGrpSpPr/>
          <p:nvPr/>
        </p:nvGrpSpPr>
        <p:grpSpPr>
          <a:xfrm>
            <a:off x="6218402" y="1758809"/>
            <a:ext cx="269293" cy="353072"/>
            <a:chOff x="-27313750" y="3545275"/>
            <a:chExt cx="226050" cy="296375"/>
          </a:xfrm>
        </p:grpSpPr>
        <p:sp>
          <p:nvSpPr>
            <p:cNvPr id="5805" name="Google Shape;5805;p83"/>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3"/>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3"/>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8" name="Google Shape;5808;p83"/>
          <p:cNvGrpSpPr/>
          <p:nvPr/>
        </p:nvGrpSpPr>
        <p:grpSpPr>
          <a:xfrm>
            <a:off x="6172593" y="2211380"/>
            <a:ext cx="354710" cy="356586"/>
            <a:chOff x="-27351575" y="3915650"/>
            <a:chExt cx="297750" cy="299325"/>
          </a:xfrm>
        </p:grpSpPr>
        <p:sp>
          <p:nvSpPr>
            <p:cNvPr id="5809" name="Google Shape;5809;p83"/>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3"/>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1" name="Google Shape;5811;p83"/>
          <p:cNvGrpSpPr/>
          <p:nvPr/>
        </p:nvGrpSpPr>
        <p:grpSpPr>
          <a:xfrm>
            <a:off x="4860084" y="2693579"/>
            <a:ext cx="319060" cy="353042"/>
            <a:chOff x="-25445525" y="3175900"/>
            <a:chExt cx="267825" cy="296350"/>
          </a:xfrm>
        </p:grpSpPr>
        <p:sp>
          <p:nvSpPr>
            <p:cNvPr id="5812" name="Google Shape;5812;p83"/>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3"/>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3"/>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5" name="Google Shape;5815;p83"/>
          <p:cNvGrpSpPr/>
          <p:nvPr/>
        </p:nvGrpSpPr>
        <p:grpSpPr>
          <a:xfrm>
            <a:off x="4841797" y="3183902"/>
            <a:ext cx="355633" cy="330288"/>
            <a:chOff x="-25465200" y="3565175"/>
            <a:chExt cx="298525" cy="277250"/>
          </a:xfrm>
        </p:grpSpPr>
        <p:sp>
          <p:nvSpPr>
            <p:cNvPr id="5816" name="Google Shape;5816;p83"/>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3"/>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 name="Google Shape;5818;p83"/>
          <p:cNvGrpSpPr/>
          <p:nvPr/>
        </p:nvGrpSpPr>
        <p:grpSpPr>
          <a:xfrm>
            <a:off x="4841336" y="3623432"/>
            <a:ext cx="356556" cy="351285"/>
            <a:chOff x="-25465200" y="3916150"/>
            <a:chExt cx="299300" cy="294875"/>
          </a:xfrm>
        </p:grpSpPr>
        <p:sp>
          <p:nvSpPr>
            <p:cNvPr id="5819" name="Google Shape;5819;p83"/>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3"/>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 name="Google Shape;5821;p83"/>
          <p:cNvGrpSpPr/>
          <p:nvPr/>
        </p:nvGrpSpPr>
        <p:grpSpPr>
          <a:xfrm>
            <a:off x="7068775" y="2693698"/>
            <a:ext cx="351880" cy="352803"/>
            <a:chOff x="-23615075" y="3148525"/>
            <a:chExt cx="295375" cy="296150"/>
          </a:xfrm>
        </p:grpSpPr>
        <p:sp>
          <p:nvSpPr>
            <p:cNvPr id="5822" name="Google Shape;5822;p83"/>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3"/>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3"/>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3"/>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6" name="Google Shape;5826;p83"/>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7" name="Google Shape;5827;p83"/>
          <p:cNvGrpSpPr/>
          <p:nvPr/>
        </p:nvGrpSpPr>
        <p:grpSpPr>
          <a:xfrm>
            <a:off x="7068299" y="3632977"/>
            <a:ext cx="352833" cy="332194"/>
            <a:chOff x="-23615075" y="3906200"/>
            <a:chExt cx="296175" cy="278850"/>
          </a:xfrm>
        </p:grpSpPr>
        <p:sp>
          <p:nvSpPr>
            <p:cNvPr id="5828" name="Google Shape;5828;p83"/>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3"/>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3"/>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1" name="Google Shape;5831;p83"/>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2" name="Google Shape;5832;p83"/>
          <p:cNvGrpSpPr/>
          <p:nvPr/>
        </p:nvGrpSpPr>
        <p:grpSpPr>
          <a:xfrm>
            <a:off x="6617268" y="1306618"/>
            <a:ext cx="353757" cy="352565"/>
            <a:chOff x="-26980600" y="3175500"/>
            <a:chExt cx="296950" cy="295950"/>
          </a:xfrm>
        </p:grpSpPr>
        <p:sp>
          <p:nvSpPr>
            <p:cNvPr id="5833" name="Google Shape;5833;p83"/>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3"/>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3"/>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6" name="Google Shape;5836;p83"/>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7" name="Google Shape;5837;p83"/>
          <p:cNvGrpSpPr/>
          <p:nvPr/>
        </p:nvGrpSpPr>
        <p:grpSpPr>
          <a:xfrm>
            <a:off x="6617744" y="2245154"/>
            <a:ext cx="352803" cy="289039"/>
            <a:chOff x="-26981375" y="3951875"/>
            <a:chExt cx="296150" cy="242625"/>
          </a:xfrm>
        </p:grpSpPr>
        <p:sp>
          <p:nvSpPr>
            <p:cNvPr id="5838" name="Google Shape;5838;p83"/>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3"/>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3"/>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1" name="Google Shape;5841;p83"/>
          <p:cNvGrpSpPr/>
          <p:nvPr/>
        </p:nvGrpSpPr>
        <p:grpSpPr>
          <a:xfrm>
            <a:off x="5282787" y="2692745"/>
            <a:ext cx="351910" cy="354710"/>
            <a:chOff x="-25094250" y="3176075"/>
            <a:chExt cx="295400" cy="297750"/>
          </a:xfrm>
        </p:grpSpPr>
        <p:sp>
          <p:nvSpPr>
            <p:cNvPr id="5842" name="Google Shape;5842;p83"/>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3"/>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3"/>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5" name="Google Shape;5845;p83"/>
          <p:cNvGrpSpPr/>
          <p:nvPr/>
        </p:nvGrpSpPr>
        <p:grpSpPr>
          <a:xfrm>
            <a:off x="5282787" y="3173106"/>
            <a:ext cx="351910" cy="351880"/>
            <a:chOff x="-25094250" y="3547050"/>
            <a:chExt cx="295400" cy="295375"/>
          </a:xfrm>
        </p:grpSpPr>
        <p:sp>
          <p:nvSpPr>
            <p:cNvPr id="5846" name="Google Shape;5846;p83"/>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3"/>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3"/>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3"/>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3"/>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51" name="Google Shape;5851;p83"/>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2" name="Google Shape;5852;p83"/>
          <p:cNvGrpSpPr/>
          <p:nvPr/>
        </p:nvGrpSpPr>
        <p:grpSpPr>
          <a:xfrm>
            <a:off x="7514864" y="2693698"/>
            <a:ext cx="352803" cy="352803"/>
            <a:chOff x="-23245675" y="3148525"/>
            <a:chExt cx="296150" cy="296150"/>
          </a:xfrm>
        </p:grpSpPr>
        <p:sp>
          <p:nvSpPr>
            <p:cNvPr id="5853" name="Google Shape;5853;p83"/>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3"/>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3"/>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56" name="Google Shape;5856;p83"/>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7" name="Google Shape;5857;p83"/>
          <p:cNvGrpSpPr/>
          <p:nvPr/>
        </p:nvGrpSpPr>
        <p:grpSpPr>
          <a:xfrm>
            <a:off x="7515325" y="3622672"/>
            <a:ext cx="351880" cy="352803"/>
            <a:chOff x="-23244900" y="3888100"/>
            <a:chExt cx="295375" cy="296150"/>
          </a:xfrm>
        </p:grpSpPr>
        <p:sp>
          <p:nvSpPr>
            <p:cNvPr id="5858" name="Google Shape;5858;p83"/>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3"/>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3"/>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3"/>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3"/>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3"/>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3"/>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3"/>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3"/>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3"/>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3"/>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69" name="Google Shape;5869;p83"/>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3"/>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5871" name="Google Shape;5871;p83"/>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75"/>
        <p:cNvGrpSpPr/>
        <p:nvPr/>
      </p:nvGrpSpPr>
      <p:grpSpPr>
        <a:xfrm>
          <a:off x="0" y="0"/>
          <a:ext cx="0" cy="0"/>
          <a:chOff x="0" y="0"/>
          <a:chExt cx="0" cy="0"/>
        </a:xfrm>
      </p:grpSpPr>
      <p:sp>
        <p:nvSpPr>
          <p:cNvPr id="5876" name="Google Shape;5876;p84"/>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7" name="Google Shape;5877;p84"/>
          <p:cNvGrpSpPr/>
          <p:nvPr/>
        </p:nvGrpSpPr>
        <p:grpSpPr>
          <a:xfrm>
            <a:off x="832654" y="1819647"/>
            <a:ext cx="367261" cy="367261"/>
            <a:chOff x="-65145700" y="3727425"/>
            <a:chExt cx="317425" cy="317425"/>
          </a:xfrm>
        </p:grpSpPr>
        <p:sp>
          <p:nvSpPr>
            <p:cNvPr id="5878" name="Google Shape;5878;p84"/>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4"/>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0" name="Google Shape;5880;p84"/>
          <p:cNvGrpSpPr/>
          <p:nvPr/>
        </p:nvGrpSpPr>
        <p:grpSpPr>
          <a:xfrm>
            <a:off x="835851" y="2248561"/>
            <a:ext cx="360868" cy="367261"/>
            <a:chOff x="-65144125" y="4094450"/>
            <a:chExt cx="311900" cy="317425"/>
          </a:xfrm>
        </p:grpSpPr>
        <p:sp>
          <p:nvSpPr>
            <p:cNvPr id="5881" name="Google Shape;5881;p84"/>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4"/>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4"/>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84" name="Google Shape;5884;p84"/>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5" name="Google Shape;5885;p84"/>
          <p:cNvGrpSpPr/>
          <p:nvPr/>
        </p:nvGrpSpPr>
        <p:grpSpPr>
          <a:xfrm>
            <a:off x="3039420" y="1819256"/>
            <a:ext cx="370645" cy="368042"/>
            <a:chOff x="-63250675" y="3744075"/>
            <a:chExt cx="320350" cy="318100"/>
          </a:xfrm>
        </p:grpSpPr>
        <p:sp>
          <p:nvSpPr>
            <p:cNvPr id="5886" name="Google Shape;5886;p84"/>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4"/>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4"/>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9" name="Google Shape;5889;p84"/>
          <p:cNvGrpSpPr/>
          <p:nvPr/>
        </p:nvGrpSpPr>
        <p:grpSpPr>
          <a:xfrm>
            <a:off x="3041112" y="2248561"/>
            <a:ext cx="367261" cy="367261"/>
            <a:chOff x="-63250675" y="4110200"/>
            <a:chExt cx="317425" cy="317425"/>
          </a:xfrm>
        </p:grpSpPr>
        <p:sp>
          <p:nvSpPr>
            <p:cNvPr id="5890" name="Google Shape;5890;p84"/>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4"/>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4"/>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4"/>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4"/>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4"/>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4"/>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4"/>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4"/>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 name="Google Shape;5899;p84"/>
          <p:cNvGrpSpPr/>
          <p:nvPr/>
        </p:nvGrpSpPr>
        <p:grpSpPr>
          <a:xfrm>
            <a:off x="1720159" y="2745656"/>
            <a:ext cx="359075" cy="358844"/>
            <a:chOff x="-61351725" y="3372400"/>
            <a:chExt cx="310350" cy="310150"/>
          </a:xfrm>
        </p:grpSpPr>
        <p:sp>
          <p:nvSpPr>
            <p:cNvPr id="5900" name="Google Shape;5900;p84"/>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4"/>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4"/>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84"/>
          <p:cNvGrpSpPr/>
          <p:nvPr/>
        </p:nvGrpSpPr>
        <p:grpSpPr>
          <a:xfrm>
            <a:off x="1716514" y="3208713"/>
            <a:ext cx="366364" cy="333534"/>
            <a:chOff x="-61354875" y="3751050"/>
            <a:chExt cx="316650" cy="288275"/>
          </a:xfrm>
        </p:grpSpPr>
        <p:sp>
          <p:nvSpPr>
            <p:cNvPr id="5904" name="Google Shape;5904;p84"/>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4"/>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4"/>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7" name="Google Shape;5907;p84"/>
          <p:cNvGrpSpPr/>
          <p:nvPr/>
        </p:nvGrpSpPr>
        <p:grpSpPr>
          <a:xfrm>
            <a:off x="1716514" y="3650352"/>
            <a:ext cx="366364" cy="367290"/>
            <a:chOff x="-61354875" y="4101525"/>
            <a:chExt cx="316650" cy="317450"/>
          </a:xfrm>
        </p:grpSpPr>
        <p:sp>
          <p:nvSpPr>
            <p:cNvPr id="5908" name="Google Shape;5908;p84"/>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4"/>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0" name="Google Shape;5910;p84"/>
          <p:cNvGrpSpPr/>
          <p:nvPr/>
        </p:nvGrpSpPr>
        <p:grpSpPr>
          <a:xfrm>
            <a:off x="3932949" y="2742228"/>
            <a:ext cx="368157" cy="365699"/>
            <a:chOff x="-59470075" y="3308975"/>
            <a:chExt cx="318200" cy="316075"/>
          </a:xfrm>
        </p:grpSpPr>
        <p:sp>
          <p:nvSpPr>
            <p:cNvPr id="5911" name="Google Shape;5911;p84"/>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4"/>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4"/>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4"/>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4"/>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4"/>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4"/>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4"/>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4"/>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 name="Google Shape;5920;p84"/>
          <p:cNvGrpSpPr/>
          <p:nvPr/>
        </p:nvGrpSpPr>
        <p:grpSpPr>
          <a:xfrm>
            <a:off x="1278379" y="1377933"/>
            <a:ext cx="367261" cy="364686"/>
            <a:chOff x="-64781025" y="3361050"/>
            <a:chExt cx="317425" cy="315200"/>
          </a:xfrm>
        </p:grpSpPr>
        <p:sp>
          <p:nvSpPr>
            <p:cNvPr id="5921" name="Google Shape;5921;p84"/>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4"/>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4"/>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4"/>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5" name="Google Shape;5925;p84"/>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4"/>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4"/>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8" name="Google Shape;5928;p84"/>
          <p:cNvGrpSpPr/>
          <p:nvPr/>
        </p:nvGrpSpPr>
        <p:grpSpPr>
          <a:xfrm>
            <a:off x="3482779" y="1819372"/>
            <a:ext cx="382765" cy="367810"/>
            <a:chOff x="-62890750" y="3747425"/>
            <a:chExt cx="330825" cy="317900"/>
          </a:xfrm>
        </p:grpSpPr>
        <p:sp>
          <p:nvSpPr>
            <p:cNvPr id="5929" name="Google Shape;5929;p84"/>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4"/>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4"/>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4"/>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4"/>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4"/>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4"/>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4"/>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4"/>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4"/>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4"/>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4"/>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4"/>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4"/>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3" name="Google Shape;5943;p84"/>
          <p:cNvGrpSpPr/>
          <p:nvPr/>
        </p:nvGrpSpPr>
        <p:grpSpPr>
          <a:xfrm>
            <a:off x="3490531" y="2249009"/>
            <a:ext cx="367261" cy="366364"/>
            <a:chOff x="-62884425" y="4111775"/>
            <a:chExt cx="317425" cy="316650"/>
          </a:xfrm>
        </p:grpSpPr>
        <p:sp>
          <p:nvSpPr>
            <p:cNvPr id="5944" name="Google Shape;5944;p84"/>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4"/>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6" name="Google Shape;5946;p84"/>
          <p:cNvGrpSpPr/>
          <p:nvPr/>
        </p:nvGrpSpPr>
        <p:grpSpPr>
          <a:xfrm>
            <a:off x="2163165" y="2745078"/>
            <a:ext cx="365438" cy="360001"/>
            <a:chOff x="-60991775" y="3376900"/>
            <a:chExt cx="315850" cy="311150"/>
          </a:xfrm>
        </p:grpSpPr>
        <p:sp>
          <p:nvSpPr>
            <p:cNvPr id="5947" name="Google Shape;5947;p84"/>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4"/>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4"/>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0" name="Google Shape;5950;p84"/>
          <p:cNvGrpSpPr/>
          <p:nvPr/>
        </p:nvGrpSpPr>
        <p:grpSpPr>
          <a:xfrm>
            <a:off x="2162702" y="3195942"/>
            <a:ext cx="366364" cy="359075"/>
            <a:chOff x="-60988625" y="3740800"/>
            <a:chExt cx="316650" cy="310350"/>
          </a:xfrm>
        </p:grpSpPr>
        <p:sp>
          <p:nvSpPr>
            <p:cNvPr id="5951" name="Google Shape;5951;p84"/>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4"/>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4"/>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84"/>
          <p:cNvGrpSpPr/>
          <p:nvPr/>
        </p:nvGrpSpPr>
        <p:grpSpPr>
          <a:xfrm>
            <a:off x="2162702" y="3651393"/>
            <a:ext cx="366364" cy="365207"/>
            <a:chOff x="-60987850" y="4100950"/>
            <a:chExt cx="316650" cy="315650"/>
          </a:xfrm>
        </p:grpSpPr>
        <p:sp>
          <p:nvSpPr>
            <p:cNvPr id="5955" name="Google Shape;5955;p84"/>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4"/>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4"/>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4"/>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4"/>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0" name="Google Shape;5960;p84"/>
          <p:cNvGrpSpPr/>
          <p:nvPr/>
        </p:nvGrpSpPr>
        <p:grpSpPr>
          <a:xfrm>
            <a:off x="3932486" y="3196853"/>
            <a:ext cx="369083" cy="357253"/>
            <a:chOff x="-59447250" y="3706150"/>
            <a:chExt cx="319000" cy="308775"/>
          </a:xfrm>
        </p:grpSpPr>
        <p:sp>
          <p:nvSpPr>
            <p:cNvPr id="5961" name="Google Shape;5961;p84"/>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4"/>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4"/>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4"/>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84"/>
          <p:cNvGrpSpPr/>
          <p:nvPr/>
        </p:nvGrpSpPr>
        <p:grpSpPr>
          <a:xfrm>
            <a:off x="1721214" y="1378164"/>
            <a:ext cx="368186" cy="364224"/>
            <a:chOff x="-64406125" y="3362225"/>
            <a:chExt cx="318225" cy="314800"/>
          </a:xfrm>
        </p:grpSpPr>
        <p:sp>
          <p:nvSpPr>
            <p:cNvPr id="5966" name="Google Shape;5966;p84"/>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4"/>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8" name="Google Shape;5968;p84"/>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9" name="Google Shape;5969;p84"/>
          <p:cNvGrpSpPr/>
          <p:nvPr/>
        </p:nvGrpSpPr>
        <p:grpSpPr>
          <a:xfrm>
            <a:off x="1721677" y="2249009"/>
            <a:ext cx="367261" cy="366364"/>
            <a:chOff x="-64410850" y="4094450"/>
            <a:chExt cx="317425" cy="316650"/>
          </a:xfrm>
        </p:grpSpPr>
        <p:sp>
          <p:nvSpPr>
            <p:cNvPr id="5970" name="Google Shape;5970;p84"/>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4"/>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4"/>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3" name="Google Shape;5973;p84"/>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4" name="Google Shape;5974;p84"/>
          <p:cNvGrpSpPr/>
          <p:nvPr/>
        </p:nvGrpSpPr>
        <p:grpSpPr>
          <a:xfrm>
            <a:off x="3943225" y="1819083"/>
            <a:ext cx="365467" cy="368389"/>
            <a:chOff x="-62516625" y="3743175"/>
            <a:chExt cx="315875" cy="318400"/>
          </a:xfrm>
        </p:grpSpPr>
        <p:sp>
          <p:nvSpPr>
            <p:cNvPr id="5975" name="Google Shape;5975;p84"/>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4"/>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84"/>
          <p:cNvGrpSpPr/>
          <p:nvPr/>
        </p:nvGrpSpPr>
        <p:grpSpPr>
          <a:xfrm>
            <a:off x="3950065" y="2269054"/>
            <a:ext cx="351786" cy="326274"/>
            <a:chOff x="-62511900" y="4129100"/>
            <a:chExt cx="304050" cy="282000"/>
          </a:xfrm>
        </p:grpSpPr>
        <p:sp>
          <p:nvSpPr>
            <p:cNvPr id="5978" name="Google Shape;5978;p84"/>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4"/>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4"/>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4"/>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4"/>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84"/>
          <p:cNvGrpSpPr/>
          <p:nvPr/>
        </p:nvGrpSpPr>
        <p:grpSpPr>
          <a:xfrm>
            <a:off x="2628187" y="2741448"/>
            <a:ext cx="310770" cy="367261"/>
            <a:chOff x="-60597975" y="3367475"/>
            <a:chExt cx="268600" cy="317425"/>
          </a:xfrm>
        </p:grpSpPr>
        <p:sp>
          <p:nvSpPr>
            <p:cNvPr id="5984" name="Google Shape;5984;p84"/>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4"/>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4"/>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4"/>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4"/>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9" name="Google Shape;5989;p84"/>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0" name="Google Shape;5990;p84"/>
          <p:cNvGrpSpPr/>
          <p:nvPr/>
        </p:nvGrpSpPr>
        <p:grpSpPr>
          <a:xfrm>
            <a:off x="2600390" y="3702764"/>
            <a:ext cx="366364" cy="262465"/>
            <a:chOff x="-60621600" y="4145650"/>
            <a:chExt cx="316650" cy="226850"/>
          </a:xfrm>
        </p:grpSpPr>
        <p:sp>
          <p:nvSpPr>
            <p:cNvPr id="5991" name="Google Shape;5991;p84"/>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4"/>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4"/>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4" name="Google Shape;5994;p84"/>
          <p:cNvGrpSpPr/>
          <p:nvPr/>
        </p:nvGrpSpPr>
        <p:grpSpPr>
          <a:xfrm>
            <a:off x="3937042" y="3651263"/>
            <a:ext cx="359972" cy="365467"/>
            <a:chOff x="-59400775" y="4084200"/>
            <a:chExt cx="311125" cy="315875"/>
          </a:xfrm>
        </p:grpSpPr>
        <p:sp>
          <p:nvSpPr>
            <p:cNvPr id="5995" name="Google Shape;5995;p84"/>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4"/>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4"/>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4"/>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4"/>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4"/>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84"/>
          <p:cNvGrpSpPr/>
          <p:nvPr/>
        </p:nvGrpSpPr>
        <p:grpSpPr>
          <a:xfrm>
            <a:off x="2161136" y="1377094"/>
            <a:ext cx="365438" cy="366364"/>
            <a:chOff x="-64044600" y="3360375"/>
            <a:chExt cx="315850" cy="316650"/>
          </a:xfrm>
        </p:grpSpPr>
        <p:sp>
          <p:nvSpPr>
            <p:cNvPr id="6002" name="Google Shape;6002;p84"/>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4"/>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4"/>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84"/>
          <p:cNvGrpSpPr/>
          <p:nvPr/>
        </p:nvGrpSpPr>
        <p:grpSpPr>
          <a:xfrm>
            <a:off x="2187559" y="1819647"/>
            <a:ext cx="312592" cy="367261"/>
            <a:chOff x="-64022550" y="3727425"/>
            <a:chExt cx="270175" cy="317425"/>
          </a:xfrm>
        </p:grpSpPr>
        <p:sp>
          <p:nvSpPr>
            <p:cNvPr id="6006" name="Google Shape;6006;p84"/>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4"/>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4"/>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9" name="Google Shape;6009;p84"/>
          <p:cNvGrpSpPr/>
          <p:nvPr/>
        </p:nvGrpSpPr>
        <p:grpSpPr>
          <a:xfrm>
            <a:off x="2211697" y="2248547"/>
            <a:ext cx="264317" cy="367290"/>
            <a:chOff x="-64001300" y="4093650"/>
            <a:chExt cx="228450" cy="317450"/>
          </a:xfrm>
        </p:grpSpPr>
        <p:sp>
          <p:nvSpPr>
            <p:cNvPr id="6010" name="Google Shape;6010;p84"/>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4"/>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4"/>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4"/>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84"/>
          <p:cNvGrpSpPr/>
          <p:nvPr/>
        </p:nvGrpSpPr>
        <p:grpSpPr>
          <a:xfrm>
            <a:off x="830701" y="2741838"/>
            <a:ext cx="359972" cy="366480"/>
            <a:chOff x="-62148800" y="3377700"/>
            <a:chExt cx="311125" cy="316750"/>
          </a:xfrm>
        </p:grpSpPr>
        <p:sp>
          <p:nvSpPr>
            <p:cNvPr id="6015" name="Google Shape;6015;p84"/>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4"/>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84"/>
          <p:cNvGrpSpPr/>
          <p:nvPr/>
        </p:nvGrpSpPr>
        <p:grpSpPr>
          <a:xfrm>
            <a:off x="826608" y="3191835"/>
            <a:ext cx="368157" cy="367290"/>
            <a:chOff x="-62154300" y="3743950"/>
            <a:chExt cx="318200" cy="317450"/>
          </a:xfrm>
        </p:grpSpPr>
        <p:sp>
          <p:nvSpPr>
            <p:cNvPr id="6018" name="Google Shape;6018;p84"/>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4"/>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84"/>
          <p:cNvGrpSpPr/>
          <p:nvPr/>
        </p:nvGrpSpPr>
        <p:grpSpPr>
          <a:xfrm>
            <a:off x="826594" y="3650815"/>
            <a:ext cx="368186" cy="366364"/>
            <a:chOff x="-62151950" y="4111775"/>
            <a:chExt cx="318225" cy="316650"/>
          </a:xfrm>
        </p:grpSpPr>
        <p:sp>
          <p:nvSpPr>
            <p:cNvPr id="6021" name="Google Shape;6021;p84"/>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4"/>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4"/>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4"/>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84"/>
          <p:cNvGrpSpPr/>
          <p:nvPr/>
        </p:nvGrpSpPr>
        <p:grpSpPr>
          <a:xfrm>
            <a:off x="3045218" y="2741361"/>
            <a:ext cx="368157" cy="367434"/>
            <a:chOff x="-60254550" y="3367325"/>
            <a:chExt cx="318200" cy="317575"/>
          </a:xfrm>
        </p:grpSpPr>
        <p:sp>
          <p:nvSpPr>
            <p:cNvPr id="6026" name="Google Shape;6026;p84"/>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4"/>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4"/>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4"/>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 name="Google Shape;6030;p84"/>
          <p:cNvGrpSpPr/>
          <p:nvPr/>
        </p:nvGrpSpPr>
        <p:grpSpPr>
          <a:xfrm>
            <a:off x="3046115" y="3192355"/>
            <a:ext cx="366364" cy="366248"/>
            <a:chOff x="-60255350" y="3733825"/>
            <a:chExt cx="316650" cy="316550"/>
          </a:xfrm>
        </p:grpSpPr>
        <p:sp>
          <p:nvSpPr>
            <p:cNvPr id="6031" name="Google Shape;6031;p84"/>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4"/>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4"/>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4"/>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4"/>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4"/>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4"/>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84"/>
          <p:cNvGrpSpPr/>
          <p:nvPr/>
        </p:nvGrpSpPr>
        <p:grpSpPr>
          <a:xfrm>
            <a:off x="3073912" y="3651263"/>
            <a:ext cx="310770" cy="365467"/>
            <a:chOff x="-60232500" y="4101525"/>
            <a:chExt cx="268600" cy="315875"/>
          </a:xfrm>
        </p:grpSpPr>
        <p:sp>
          <p:nvSpPr>
            <p:cNvPr id="6039" name="Google Shape;6039;p84"/>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4"/>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1" name="Google Shape;6041;p84"/>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2" name="Google Shape;6042;p84"/>
          <p:cNvGrpSpPr/>
          <p:nvPr/>
        </p:nvGrpSpPr>
        <p:grpSpPr>
          <a:xfrm>
            <a:off x="2606912" y="1377094"/>
            <a:ext cx="368186" cy="366364"/>
            <a:chOff x="-63679950" y="3360375"/>
            <a:chExt cx="318225" cy="316650"/>
          </a:xfrm>
        </p:grpSpPr>
        <p:sp>
          <p:nvSpPr>
            <p:cNvPr id="6043" name="Google Shape;6043;p84"/>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4"/>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4"/>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4"/>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7" name="Google Shape;6047;p84"/>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8" name="Google Shape;6048;p84"/>
          <p:cNvGrpSpPr/>
          <p:nvPr/>
        </p:nvGrpSpPr>
        <p:grpSpPr>
          <a:xfrm>
            <a:off x="2605539" y="2248431"/>
            <a:ext cx="370934" cy="367521"/>
            <a:chOff x="-63679950" y="4093450"/>
            <a:chExt cx="320600" cy="317650"/>
          </a:xfrm>
        </p:grpSpPr>
        <p:sp>
          <p:nvSpPr>
            <p:cNvPr id="6049" name="Google Shape;6049;p84"/>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4"/>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4"/>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84"/>
          <p:cNvGrpSpPr/>
          <p:nvPr/>
        </p:nvGrpSpPr>
        <p:grpSpPr>
          <a:xfrm>
            <a:off x="1265656" y="2741433"/>
            <a:ext cx="366364" cy="367290"/>
            <a:chOff x="-61784125" y="3377700"/>
            <a:chExt cx="316650" cy="317450"/>
          </a:xfrm>
        </p:grpSpPr>
        <p:sp>
          <p:nvSpPr>
            <p:cNvPr id="6053" name="Google Shape;6053;p84"/>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4"/>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4"/>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4"/>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4"/>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4"/>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4"/>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0" name="Google Shape;6060;p84"/>
          <p:cNvGrpSpPr/>
          <p:nvPr/>
        </p:nvGrpSpPr>
        <p:grpSpPr>
          <a:xfrm>
            <a:off x="1265656" y="3191835"/>
            <a:ext cx="366364" cy="367290"/>
            <a:chOff x="-61783350" y="3743950"/>
            <a:chExt cx="316650" cy="317450"/>
          </a:xfrm>
        </p:grpSpPr>
        <p:sp>
          <p:nvSpPr>
            <p:cNvPr id="6061" name="Google Shape;6061;p84"/>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4"/>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3" name="Google Shape;6063;p84"/>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4"/>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4"/>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6" name="Google Shape;6066;p84"/>
          <p:cNvGrpSpPr/>
          <p:nvPr/>
        </p:nvGrpSpPr>
        <p:grpSpPr>
          <a:xfrm>
            <a:off x="3487080" y="3651668"/>
            <a:ext cx="369112" cy="364657"/>
            <a:chOff x="-59869425" y="4102225"/>
            <a:chExt cx="319025" cy="315175"/>
          </a:xfrm>
        </p:grpSpPr>
        <p:sp>
          <p:nvSpPr>
            <p:cNvPr id="6067" name="Google Shape;6067;p84"/>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4"/>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4"/>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4"/>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 name="Google Shape;6071;p84"/>
          <p:cNvGrpSpPr/>
          <p:nvPr/>
        </p:nvGrpSpPr>
        <p:grpSpPr>
          <a:xfrm>
            <a:off x="2605883" y="4120490"/>
            <a:ext cx="366364" cy="365467"/>
            <a:chOff x="-59029025" y="3711650"/>
            <a:chExt cx="316650" cy="315875"/>
          </a:xfrm>
        </p:grpSpPr>
        <p:sp>
          <p:nvSpPr>
            <p:cNvPr id="6072" name="Google Shape;6072;p84"/>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4"/>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4"/>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4"/>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4"/>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4"/>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4"/>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9" name="Google Shape;6079;p84"/>
          <p:cNvGrpSpPr/>
          <p:nvPr/>
        </p:nvGrpSpPr>
        <p:grpSpPr>
          <a:xfrm>
            <a:off x="4841373" y="1398014"/>
            <a:ext cx="351940" cy="348188"/>
            <a:chOff x="581525" y="3254850"/>
            <a:chExt cx="297750" cy="294575"/>
          </a:xfrm>
        </p:grpSpPr>
        <p:sp>
          <p:nvSpPr>
            <p:cNvPr id="6080" name="Google Shape;6080;p84"/>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4"/>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4"/>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3" name="Google Shape;6083;p84"/>
          <p:cNvGrpSpPr/>
          <p:nvPr/>
        </p:nvGrpSpPr>
        <p:grpSpPr>
          <a:xfrm>
            <a:off x="4840442" y="1836950"/>
            <a:ext cx="353802" cy="351497"/>
            <a:chOff x="580725" y="3617925"/>
            <a:chExt cx="299325" cy="297375"/>
          </a:xfrm>
        </p:grpSpPr>
        <p:sp>
          <p:nvSpPr>
            <p:cNvPr id="6084" name="Google Shape;6084;p84"/>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4"/>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4"/>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4"/>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4"/>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9" name="Google Shape;6089;p84"/>
          <p:cNvGrpSpPr/>
          <p:nvPr/>
        </p:nvGrpSpPr>
        <p:grpSpPr>
          <a:xfrm>
            <a:off x="4842304" y="2284140"/>
            <a:ext cx="350079" cy="350079"/>
            <a:chOff x="583100" y="3982600"/>
            <a:chExt cx="296175" cy="296175"/>
          </a:xfrm>
        </p:grpSpPr>
        <p:sp>
          <p:nvSpPr>
            <p:cNvPr id="6090" name="Google Shape;6090;p84"/>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4"/>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4"/>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4"/>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4"/>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4"/>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4"/>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7" name="Google Shape;6097;p84"/>
          <p:cNvGrpSpPr/>
          <p:nvPr/>
        </p:nvGrpSpPr>
        <p:grpSpPr>
          <a:xfrm>
            <a:off x="7074918" y="1397764"/>
            <a:ext cx="307231" cy="348690"/>
            <a:chOff x="2423775" y="3226875"/>
            <a:chExt cx="259925" cy="295000"/>
          </a:xfrm>
        </p:grpSpPr>
        <p:sp>
          <p:nvSpPr>
            <p:cNvPr id="6098" name="Google Shape;6098;p84"/>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4"/>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4"/>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1" name="Google Shape;6101;p84"/>
          <p:cNvGrpSpPr/>
          <p:nvPr/>
        </p:nvGrpSpPr>
        <p:grpSpPr>
          <a:xfrm>
            <a:off x="7052106" y="1839049"/>
            <a:ext cx="352857" cy="347301"/>
            <a:chOff x="2404875" y="3592725"/>
            <a:chExt cx="298525" cy="293825"/>
          </a:xfrm>
        </p:grpSpPr>
        <p:sp>
          <p:nvSpPr>
            <p:cNvPr id="6102" name="Google Shape;6102;p84"/>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4"/>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4"/>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5" name="Google Shape;6105;p84"/>
          <p:cNvGrpSpPr/>
          <p:nvPr/>
        </p:nvGrpSpPr>
        <p:grpSpPr>
          <a:xfrm>
            <a:off x="7053036" y="2284614"/>
            <a:ext cx="350995" cy="349133"/>
            <a:chOff x="2404875" y="3955825"/>
            <a:chExt cx="296950" cy="295375"/>
          </a:xfrm>
        </p:grpSpPr>
        <p:sp>
          <p:nvSpPr>
            <p:cNvPr id="6106" name="Google Shape;6106;p84"/>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4"/>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4"/>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4"/>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0" name="Google Shape;6110;p84"/>
          <p:cNvGrpSpPr/>
          <p:nvPr/>
        </p:nvGrpSpPr>
        <p:grpSpPr>
          <a:xfrm>
            <a:off x="5747016" y="2748808"/>
            <a:ext cx="349163" cy="350079"/>
            <a:chOff x="4263650" y="3235150"/>
            <a:chExt cx="295400" cy="296175"/>
          </a:xfrm>
        </p:grpSpPr>
        <p:sp>
          <p:nvSpPr>
            <p:cNvPr id="6111" name="Google Shape;6111;p84"/>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4"/>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4"/>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4"/>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4"/>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6" name="Google Shape;6116;p84"/>
          <p:cNvGrpSpPr/>
          <p:nvPr/>
        </p:nvGrpSpPr>
        <p:grpSpPr>
          <a:xfrm>
            <a:off x="5744696" y="3207969"/>
            <a:ext cx="353802" cy="327739"/>
            <a:chOff x="4266025" y="3609275"/>
            <a:chExt cx="299325" cy="277275"/>
          </a:xfrm>
        </p:grpSpPr>
        <p:sp>
          <p:nvSpPr>
            <p:cNvPr id="6117" name="Google Shape;6117;p84"/>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4"/>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9" name="Google Shape;6119;p84"/>
          <p:cNvGrpSpPr/>
          <p:nvPr/>
        </p:nvGrpSpPr>
        <p:grpSpPr>
          <a:xfrm>
            <a:off x="5745154" y="3673356"/>
            <a:ext cx="352886" cy="349133"/>
            <a:chOff x="4263650" y="3963700"/>
            <a:chExt cx="298550" cy="295375"/>
          </a:xfrm>
        </p:grpSpPr>
        <p:sp>
          <p:nvSpPr>
            <p:cNvPr id="6120" name="Google Shape;6120;p84"/>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4"/>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4"/>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4"/>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4"/>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4"/>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4"/>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7" name="Google Shape;6127;p84"/>
          <p:cNvGrpSpPr/>
          <p:nvPr/>
        </p:nvGrpSpPr>
        <p:grpSpPr>
          <a:xfrm>
            <a:off x="8023491" y="2748809"/>
            <a:ext cx="226264" cy="350079"/>
            <a:chOff x="6164975" y="3211525"/>
            <a:chExt cx="191425" cy="296175"/>
          </a:xfrm>
        </p:grpSpPr>
        <p:sp>
          <p:nvSpPr>
            <p:cNvPr id="6128" name="Google Shape;6128;p84"/>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4"/>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4"/>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4"/>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4"/>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4"/>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4"/>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5" name="Google Shape;6135;p84"/>
          <p:cNvGrpSpPr/>
          <p:nvPr/>
        </p:nvGrpSpPr>
        <p:grpSpPr>
          <a:xfrm>
            <a:off x="5285528" y="1397084"/>
            <a:ext cx="352886" cy="350049"/>
            <a:chOff x="946175" y="3253275"/>
            <a:chExt cx="298550" cy="296150"/>
          </a:xfrm>
        </p:grpSpPr>
        <p:sp>
          <p:nvSpPr>
            <p:cNvPr id="6136" name="Google Shape;6136;p84"/>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4"/>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4"/>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4"/>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4"/>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1" name="Google Shape;6141;p84"/>
          <p:cNvGrpSpPr/>
          <p:nvPr/>
        </p:nvGrpSpPr>
        <p:grpSpPr>
          <a:xfrm>
            <a:off x="5286459" y="1839048"/>
            <a:ext cx="351024" cy="347301"/>
            <a:chOff x="946175" y="3619500"/>
            <a:chExt cx="296975" cy="293825"/>
          </a:xfrm>
        </p:grpSpPr>
        <p:sp>
          <p:nvSpPr>
            <p:cNvPr id="6142" name="Google Shape;6142;p84"/>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4"/>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4"/>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4"/>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4"/>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4"/>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84"/>
          <p:cNvGrpSpPr/>
          <p:nvPr/>
        </p:nvGrpSpPr>
        <p:grpSpPr>
          <a:xfrm>
            <a:off x="5286001" y="2283682"/>
            <a:ext cx="351940" cy="350995"/>
            <a:chOff x="944600" y="3981825"/>
            <a:chExt cx="297750" cy="296950"/>
          </a:xfrm>
        </p:grpSpPr>
        <p:sp>
          <p:nvSpPr>
            <p:cNvPr id="6149" name="Google Shape;6149;p84"/>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4"/>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4"/>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4"/>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84"/>
          <p:cNvGrpSpPr/>
          <p:nvPr/>
        </p:nvGrpSpPr>
        <p:grpSpPr>
          <a:xfrm>
            <a:off x="7502937" y="1397542"/>
            <a:ext cx="350079" cy="349133"/>
            <a:chOff x="2768750" y="3227275"/>
            <a:chExt cx="296175" cy="295375"/>
          </a:xfrm>
        </p:grpSpPr>
        <p:sp>
          <p:nvSpPr>
            <p:cNvPr id="6154" name="Google Shape;6154;p84"/>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4"/>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4"/>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4"/>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4"/>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4"/>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4"/>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4"/>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84"/>
          <p:cNvGrpSpPr/>
          <p:nvPr/>
        </p:nvGrpSpPr>
        <p:grpSpPr>
          <a:xfrm>
            <a:off x="7523888" y="1838414"/>
            <a:ext cx="308177" cy="348572"/>
            <a:chOff x="2786075" y="3591800"/>
            <a:chExt cx="260725" cy="294900"/>
          </a:xfrm>
        </p:grpSpPr>
        <p:sp>
          <p:nvSpPr>
            <p:cNvPr id="6163" name="Google Shape;6163;p84"/>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4"/>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4"/>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4"/>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4"/>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8" name="Google Shape;6168;p84"/>
          <p:cNvGrpSpPr/>
          <p:nvPr/>
        </p:nvGrpSpPr>
        <p:grpSpPr>
          <a:xfrm>
            <a:off x="7564387" y="2284141"/>
            <a:ext cx="227180" cy="350079"/>
            <a:chOff x="2819150" y="3955025"/>
            <a:chExt cx="192200" cy="296175"/>
          </a:xfrm>
        </p:grpSpPr>
        <p:sp>
          <p:nvSpPr>
            <p:cNvPr id="6169" name="Google Shape;6169;p84"/>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4"/>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4"/>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4"/>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3" name="Google Shape;6173;p84"/>
          <p:cNvGrpSpPr/>
          <p:nvPr/>
        </p:nvGrpSpPr>
        <p:grpSpPr>
          <a:xfrm>
            <a:off x="6188160" y="2749739"/>
            <a:ext cx="349133" cy="348217"/>
            <a:chOff x="4629125" y="3235150"/>
            <a:chExt cx="295375" cy="294600"/>
          </a:xfrm>
        </p:grpSpPr>
        <p:sp>
          <p:nvSpPr>
            <p:cNvPr id="6174" name="Google Shape;6174;p84"/>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4"/>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4"/>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4"/>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4"/>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9" name="Google Shape;6179;p84"/>
          <p:cNvGrpSpPr/>
          <p:nvPr/>
        </p:nvGrpSpPr>
        <p:grpSpPr>
          <a:xfrm>
            <a:off x="6188145" y="3197272"/>
            <a:ext cx="349163" cy="349133"/>
            <a:chOff x="4628325" y="3599825"/>
            <a:chExt cx="295400" cy="295375"/>
          </a:xfrm>
        </p:grpSpPr>
        <p:sp>
          <p:nvSpPr>
            <p:cNvPr id="6180" name="Google Shape;6180;p84"/>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4"/>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4"/>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4"/>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4"/>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4"/>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4"/>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4"/>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4"/>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4"/>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4"/>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4"/>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2" name="Google Shape;6192;p84"/>
          <p:cNvGrpSpPr/>
          <p:nvPr/>
        </p:nvGrpSpPr>
        <p:grpSpPr>
          <a:xfrm>
            <a:off x="6209096" y="3672883"/>
            <a:ext cx="307261" cy="350079"/>
            <a:chOff x="4645650" y="3962900"/>
            <a:chExt cx="259950" cy="296175"/>
          </a:xfrm>
        </p:grpSpPr>
        <p:sp>
          <p:nvSpPr>
            <p:cNvPr id="6193" name="Google Shape;6193;p84"/>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4"/>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4"/>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4"/>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4"/>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4"/>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84"/>
          <p:cNvGrpSpPr/>
          <p:nvPr/>
        </p:nvGrpSpPr>
        <p:grpSpPr>
          <a:xfrm>
            <a:off x="7962056" y="3197745"/>
            <a:ext cx="349133" cy="348188"/>
            <a:chOff x="6143725" y="3582500"/>
            <a:chExt cx="295375" cy="294575"/>
          </a:xfrm>
        </p:grpSpPr>
        <p:sp>
          <p:nvSpPr>
            <p:cNvPr id="6200" name="Google Shape;6200;p84"/>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4"/>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4"/>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4"/>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4"/>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4"/>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4"/>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84"/>
          <p:cNvGrpSpPr/>
          <p:nvPr/>
        </p:nvGrpSpPr>
        <p:grpSpPr>
          <a:xfrm>
            <a:off x="5730883" y="1397084"/>
            <a:ext cx="350995" cy="350049"/>
            <a:chOff x="1310075" y="3253275"/>
            <a:chExt cx="296950" cy="296150"/>
          </a:xfrm>
        </p:grpSpPr>
        <p:sp>
          <p:nvSpPr>
            <p:cNvPr id="6208" name="Google Shape;6208;p84"/>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4"/>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4"/>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1" name="Google Shape;6211;p84"/>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2" name="Google Shape;6212;p84"/>
          <p:cNvGrpSpPr/>
          <p:nvPr/>
        </p:nvGrpSpPr>
        <p:grpSpPr>
          <a:xfrm>
            <a:off x="5730410" y="2283343"/>
            <a:ext cx="351941" cy="351675"/>
            <a:chOff x="1310075" y="3980250"/>
            <a:chExt cx="297750" cy="297525"/>
          </a:xfrm>
        </p:grpSpPr>
        <p:sp>
          <p:nvSpPr>
            <p:cNvPr id="6213" name="Google Shape;6213;p84"/>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4"/>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4"/>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4"/>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84"/>
          <p:cNvGrpSpPr/>
          <p:nvPr/>
        </p:nvGrpSpPr>
        <p:grpSpPr>
          <a:xfrm>
            <a:off x="7995198" y="1397542"/>
            <a:ext cx="266305" cy="349133"/>
            <a:chOff x="3167275" y="3227275"/>
            <a:chExt cx="225300" cy="295375"/>
          </a:xfrm>
        </p:grpSpPr>
        <p:sp>
          <p:nvSpPr>
            <p:cNvPr id="6218" name="Google Shape;6218;p84"/>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4"/>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4"/>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4"/>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4"/>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23" name="Google Shape;6223;p84"/>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4" name="Google Shape;6224;p84"/>
          <p:cNvGrpSpPr/>
          <p:nvPr/>
        </p:nvGrpSpPr>
        <p:grpSpPr>
          <a:xfrm>
            <a:off x="7952380" y="2284599"/>
            <a:ext cx="351940" cy="349163"/>
            <a:chOff x="3133425" y="3955025"/>
            <a:chExt cx="297750" cy="295400"/>
          </a:xfrm>
        </p:grpSpPr>
        <p:sp>
          <p:nvSpPr>
            <p:cNvPr id="6225" name="Google Shape;6225;p84"/>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4"/>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4"/>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84"/>
          <p:cNvGrpSpPr/>
          <p:nvPr/>
        </p:nvGrpSpPr>
        <p:grpSpPr>
          <a:xfrm>
            <a:off x="6632554" y="2748187"/>
            <a:ext cx="350079" cy="351320"/>
            <a:chOff x="4991425" y="3234750"/>
            <a:chExt cx="296175" cy="297225"/>
          </a:xfrm>
        </p:grpSpPr>
        <p:sp>
          <p:nvSpPr>
            <p:cNvPr id="6229" name="Google Shape;6229;p84"/>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4"/>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4"/>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4"/>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4"/>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4"/>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84"/>
          <p:cNvGrpSpPr/>
          <p:nvPr/>
        </p:nvGrpSpPr>
        <p:grpSpPr>
          <a:xfrm>
            <a:off x="6632554" y="3217750"/>
            <a:ext cx="350079" cy="308177"/>
            <a:chOff x="4991425" y="3617150"/>
            <a:chExt cx="296175" cy="260725"/>
          </a:xfrm>
        </p:grpSpPr>
        <p:sp>
          <p:nvSpPr>
            <p:cNvPr id="6236" name="Google Shape;6236;p84"/>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4"/>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4"/>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4"/>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4"/>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4"/>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4"/>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3" name="Google Shape;6243;p84"/>
          <p:cNvGrpSpPr/>
          <p:nvPr/>
        </p:nvGrpSpPr>
        <p:grpSpPr>
          <a:xfrm>
            <a:off x="6709827" y="3673341"/>
            <a:ext cx="195532" cy="349163"/>
            <a:chOff x="5056800" y="3962900"/>
            <a:chExt cx="165425" cy="295400"/>
          </a:xfrm>
        </p:grpSpPr>
        <p:sp>
          <p:nvSpPr>
            <p:cNvPr id="6244" name="Google Shape;6244;p84"/>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4"/>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4"/>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84"/>
          <p:cNvGrpSpPr/>
          <p:nvPr/>
        </p:nvGrpSpPr>
        <p:grpSpPr>
          <a:xfrm>
            <a:off x="7961125" y="3673357"/>
            <a:ext cx="350995" cy="349133"/>
            <a:chOff x="6168925" y="3936925"/>
            <a:chExt cx="296950" cy="295375"/>
          </a:xfrm>
        </p:grpSpPr>
        <p:sp>
          <p:nvSpPr>
            <p:cNvPr id="6248" name="Google Shape;6248;p84"/>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4"/>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4"/>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4"/>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4"/>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4"/>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4" name="Google Shape;6254;p84"/>
          <p:cNvGrpSpPr/>
          <p:nvPr/>
        </p:nvGrpSpPr>
        <p:grpSpPr>
          <a:xfrm>
            <a:off x="6174844" y="1390429"/>
            <a:ext cx="348188" cy="349133"/>
            <a:chOff x="1674750" y="3254050"/>
            <a:chExt cx="294575" cy="295375"/>
          </a:xfrm>
        </p:grpSpPr>
        <p:sp>
          <p:nvSpPr>
            <p:cNvPr id="6255" name="Google Shape;6255;p84"/>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4"/>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4"/>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8" name="Google Shape;6258;p84"/>
          <p:cNvGrpSpPr/>
          <p:nvPr/>
        </p:nvGrpSpPr>
        <p:grpSpPr>
          <a:xfrm>
            <a:off x="6189239" y="1838132"/>
            <a:ext cx="319347" cy="349133"/>
            <a:chOff x="1687350" y="3618725"/>
            <a:chExt cx="270175" cy="295375"/>
          </a:xfrm>
        </p:grpSpPr>
        <p:sp>
          <p:nvSpPr>
            <p:cNvPr id="6259" name="Google Shape;6259;p84"/>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4"/>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4"/>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84"/>
          <p:cNvGrpSpPr/>
          <p:nvPr/>
        </p:nvGrpSpPr>
        <p:grpSpPr>
          <a:xfrm>
            <a:off x="6172942" y="2284613"/>
            <a:ext cx="351940" cy="349133"/>
            <a:chOff x="1672375" y="3982600"/>
            <a:chExt cx="297750" cy="295375"/>
          </a:xfrm>
        </p:grpSpPr>
        <p:sp>
          <p:nvSpPr>
            <p:cNvPr id="6263" name="Google Shape;6263;p84"/>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4"/>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4"/>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6" name="Google Shape;6266;p84"/>
          <p:cNvGrpSpPr/>
          <p:nvPr/>
        </p:nvGrpSpPr>
        <p:grpSpPr>
          <a:xfrm>
            <a:off x="4864934" y="2748808"/>
            <a:ext cx="350079" cy="350079"/>
            <a:chOff x="3497300" y="3227275"/>
            <a:chExt cx="296175" cy="296175"/>
          </a:xfrm>
        </p:grpSpPr>
        <p:sp>
          <p:nvSpPr>
            <p:cNvPr id="6267" name="Google Shape;6267;p84"/>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4"/>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4"/>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4"/>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4"/>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4"/>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4"/>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4"/>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5" name="Google Shape;6275;p84"/>
          <p:cNvGrpSpPr/>
          <p:nvPr/>
        </p:nvGrpSpPr>
        <p:grpSpPr>
          <a:xfrm>
            <a:off x="4865407" y="3198203"/>
            <a:ext cx="349133" cy="347272"/>
            <a:chOff x="3497300" y="3591950"/>
            <a:chExt cx="295375" cy="293800"/>
          </a:xfrm>
        </p:grpSpPr>
        <p:sp>
          <p:nvSpPr>
            <p:cNvPr id="6276" name="Google Shape;6276;p84"/>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4"/>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4"/>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4"/>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4"/>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4"/>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4"/>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4"/>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4" name="Google Shape;6284;p84"/>
          <p:cNvGrpSpPr/>
          <p:nvPr/>
        </p:nvGrpSpPr>
        <p:grpSpPr>
          <a:xfrm>
            <a:off x="4865407" y="3673341"/>
            <a:ext cx="349133" cy="349163"/>
            <a:chOff x="3497300" y="3955025"/>
            <a:chExt cx="295375" cy="295400"/>
          </a:xfrm>
        </p:grpSpPr>
        <p:sp>
          <p:nvSpPr>
            <p:cNvPr id="6285" name="Google Shape;6285;p84"/>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4"/>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4"/>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8" name="Google Shape;6288;p84"/>
          <p:cNvGrpSpPr/>
          <p:nvPr/>
        </p:nvGrpSpPr>
        <p:grpSpPr>
          <a:xfrm>
            <a:off x="7089979" y="2749532"/>
            <a:ext cx="327739" cy="348631"/>
            <a:chOff x="5364750" y="3235150"/>
            <a:chExt cx="277275" cy="294950"/>
          </a:xfrm>
        </p:grpSpPr>
        <p:sp>
          <p:nvSpPr>
            <p:cNvPr id="6289" name="Google Shape;6289;p84"/>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4"/>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4"/>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4"/>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4"/>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4"/>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4"/>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4"/>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7" name="Google Shape;6297;p84"/>
          <p:cNvGrpSpPr/>
          <p:nvPr/>
        </p:nvGrpSpPr>
        <p:grpSpPr>
          <a:xfrm>
            <a:off x="7078337" y="3195868"/>
            <a:ext cx="351024" cy="351941"/>
            <a:chOff x="5355300" y="3598250"/>
            <a:chExt cx="296975" cy="297750"/>
          </a:xfrm>
        </p:grpSpPr>
        <p:sp>
          <p:nvSpPr>
            <p:cNvPr id="6298" name="Google Shape;6298;p84"/>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4"/>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4"/>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4"/>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4"/>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4"/>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4"/>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4"/>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6" name="Google Shape;6306;p84"/>
          <p:cNvGrpSpPr/>
          <p:nvPr/>
        </p:nvGrpSpPr>
        <p:grpSpPr>
          <a:xfrm>
            <a:off x="7082533" y="3734790"/>
            <a:ext cx="342632" cy="226264"/>
            <a:chOff x="5358450" y="4015675"/>
            <a:chExt cx="289875" cy="191425"/>
          </a:xfrm>
        </p:grpSpPr>
        <p:sp>
          <p:nvSpPr>
            <p:cNvPr id="6307" name="Google Shape;6307;p84"/>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4"/>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4"/>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4"/>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84"/>
          <p:cNvGrpSpPr/>
          <p:nvPr/>
        </p:nvGrpSpPr>
        <p:grpSpPr>
          <a:xfrm>
            <a:off x="6209015" y="4117322"/>
            <a:ext cx="351024" cy="325464"/>
            <a:chOff x="6543825" y="3202075"/>
            <a:chExt cx="296975" cy="275350"/>
          </a:xfrm>
        </p:grpSpPr>
        <p:sp>
          <p:nvSpPr>
            <p:cNvPr id="6312" name="Google Shape;6312;p84"/>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4"/>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4"/>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4"/>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4"/>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4"/>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4"/>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9" name="Google Shape;6319;p84"/>
          <p:cNvGrpSpPr/>
          <p:nvPr/>
        </p:nvGrpSpPr>
        <p:grpSpPr>
          <a:xfrm>
            <a:off x="6615996" y="1397069"/>
            <a:ext cx="350079" cy="350079"/>
            <a:chOff x="2037825" y="3254050"/>
            <a:chExt cx="296175" cy="296175"/>
          </a:xfrm>
        </p:grpSpPr>
        <p:sp>
          <p:nvSpPr>
            <p:cNvPr id="6320" name="Google Shape;6320;p84"/>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4"/>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4"/>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4"/>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4"/>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4"/>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6" name="Google Shape;6326;p84"/>
          <p:cNvGrpSpPr/>
          <p:nvPr/>
        </p:nvGrpSpPr>
        <p:grpSpPr>
          <a:xfrm>
            <a:off x="6614135" y="1838236"/>
            <a:ext cx="353802" cy="348926"/>
            <a:chOff x="2034675" y="3617925"/>
            <a:chExt cx="299325" cy="295200"/>
          </a:xfrm>
        </p:grpSpPr>
        <p:sp>
          <p:nvSpPr>
            <p:cNvPr id="6327" name="Google Shape;6327;p84"/>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4"/>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4"/>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4"/>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4"/>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2" name="Google Shape;6332;p84"/>
          <p:cNvGrpSpPr/>
          <p:nvPr/>
        </p:nvGrpSpPr>
        <p:grpSpPr>
          <a:xfrm>
            <a:off x="6615996" y="2284613"/>
            <a:ext cx="350079" cy="349133"/>
            <a:chOff x="2037825" y="3981825"/>
            <a:chExt cx="296175" cy="295375"/>
          </a:xfrm>
        </p:grpSpPr>
        <p:sp>
          <p:nvSpPr>
            <p:cNvPr id="6333" name="Google Shape;6333;p84"/>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4"/>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4"/>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6" name="Google Shape;6336;p84"/>
          <p:cNvGrpSpPr/>
          <p:nvPr/>
        </p:nvGrpSpPr>
        <p:grpSpPr>
          <a:xfrm>
            <a:off x="5301014" y="2780929"/>
            <a:ext cx="350079" cy="285837"/>
            <a:chOff x="3860400" y="3254050"/>
            <a:chExt cx="296175" cy="241825"/>
          </a:xfrm>
        </p:grpSpPr>
        <p:sp>
          <p:nvSpPr>
            <p:cNvPr id="6337" name="Google Shape;6337;p84"/>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4"/>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4"/>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4"/>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4"/>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4"/>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4"/>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4" name="Google Shape;6344;p84"/>
          <p:cNvGrpSpPr/>
          <p:nvPr/>
        </p:nvGrpSpPr>
        <p:grpSpPr>
          <a:xfrm>
            <a:off x="5300541" y="3196800"/>
            <a:ext cx="351024" cy="350079"/>
            <a:chOff x="3859600" y="3591950"/>
            <a:chExt cx="296975" cy="296175"/>
          </a:xfrm>
        </p:grpSpPr>
        <p:sp>
          <p:nvSpPr>
            <p:cNvPr id="6345" name="Google Shape;6345;p84"/>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4"/>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4"/>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84"/>
          <p:cNvGrpSpPr/>
          <p:nvPr/>
        </p:nvGrpSpPr>
        <p:grpSpPr>
          <a:xfrm>
            <a:off x="5301014" y="3672883"/>
            <a:ext cx="350079" cy="350079"/>
            <a:chOff x="3860400" y="3955025"/>
            <a:chExt cx="296175" cy="296175"/>
          </a:xfrm>
        </p:grpSpPr>
        <p:sp>
          <p:nvSpPr>
            <p:cNvPr id="6349" name="Google Shape;6349;p84"/>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4"/>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4"/>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4"/>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4"/>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84"/>
          <p:cNvGrpSpPr/>
          <p:nvPr/>
        </p:nvGrpSpPr>
        <p:grpSpPr>
          <a:xfrm>
            <a:off x="7516230" y="2749281"/>
            <a:ext cx="355664" cy="349133"/>
            <a:chOff x="5716825" y="3235950"/>
            <a:chExt cx="300900" cy="295375"/>
          </a:xfrm>
        </p:grpSpPr>
        <p:sp>
          <p:nvSpPr>
            <p:cNvPr id="6355" name="Google Shape;6355;p84"/>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4"/>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4"/>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4"/>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9" name="Google Shape;6359;p84"/>
          <p:cNvGrpSpPr/>
          <p:nvPr/>
        </p:nvGrpSpPr>
        <p:grpSpPr>
          <a:xfrm>
            <a:off x="7529261" y="3207969"/>
            <a:ext cx="329601" cy="327739"/>
            <a:chOff x="5727850" y="3609275"/>
            <a:chExt cx="278850" cy="277275"/>
          </a:xfrm>
        </p:grpSpPr>
        <p:sp>
          <p:nvSpPr>
            <p:cNvPr id="6360" name="Google Shape;6360;p84"/>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4"/>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4"/>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4"/>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4"/>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5" name="Google Shape;6365;p84"/>
          <p:cNvGrpSpPr/>
          <p:nvPr/>
        </p:nvGrpSpPr>
        <p:grpSpPr>
          <a:xfrm>
            <a:off x="7540446" y="3673356"/>
            <a:ext cx="307231" cy="349133"/>
            <a:chOff x="5736525" y="3963700"/>
            <a:chExt cx="259925" cy="295375"/>
          </a:xfrm>
        </p:grpSpPr>
        <p:sp>
          <p:nvSpPr>
            <p:cNvPr id="6366" name="Google Shape;6366;p84"/>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4"/>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4"/>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4"/>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4"/>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4"/>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4"/>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3" name="Google Shape;6373;p84"/>
          <p:cNvGrpSpPr/>
          <p:nvPr/>
        </p:nvGrpSpPr>
        <p:grpSpPr>
          <a:xfrm>
            <a:off x="6632026" y="4122683"/>
            <a:ext cx="351024" cy="350079"/>
            <a:chOff x="6553275" y="3604550"/>
            <a:chExt cx="296975" cy="296175"/>
          </a:xfrm>
        </p:grpSpPr>
        <p:sp>
          <p:nvSpPr>
            <p:cNvPr id="6374" name="Google Shape;6374;p84"/>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84"/>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4"/>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4"/>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4"/>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4"/>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0" name="Google Shape;6380;p84"/>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6381" name="Google Shape;6381;p84"/>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385"/>
        <p:cNvGrpSpPr/>
        <p:nvPr/>
      </p:nvGrpSpPr>
      <p:grpSpPr>
        <a:xfrm>
          <a:off x="0" y="0"/>
          <a:ext cx="0" cy="0"/>
          <a:chOff x="0" y="0"/>
          <a:chExt cx="0" cy="0"/>
        </a:xfrm>
      </p:grpSpPr>
      <p:grpSp>
        <p:nvGrpSpPr>
          <p:cNvPr id="6386" name="Google Shape;6386;p85"/>
          <p:cNvGrpSpPr/>
          <p:nvPr/>
        </p:nvGrpSpPr>
        <p:grpSpPr>
          <a:xfrm>
            <a:off x="859032" y="1380546"/>
            <a:ext cx="294401" cy="353645"/>
            <a:chOff x="-35814600" y="3202075"/>
            <a:chExt cx="242625" cy="291450"/>
          </a:xfrm>
        </p:grpSpPr>
        <p:sp>
          <p:nvSpPr>
            <p:cNvPr id="6387" name="Google Shape;6387;p85"/>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5"/>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5"/>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5"/>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5"/>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5"/>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5"/>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4" name="Google Shape;6394;p85"/>
          <p:cNvGrpSpPr/>
          <p:nvPr/>
        </p:nvGrpSpPr>
        <p:grpSpPr>
          <a:xfrm>
            <a:off x="829410" y="1821466"/>
            <a:ext cx="353645" cy="353888"/>
            <a:chOff x="-35839800" y="3561025"/>
            <a:chExt cx="291450" cy="291650"/>
          </a:xfrm>
        </p:grpSpPr>
        <p:sp>
          <p:nvSpPr>
            <p:cNvPr id="6395" name="Google Shape;6395;p85"/>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5"/>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5"/>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5"/>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5"/>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5"/>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5"/>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02" name="Google Shape;6402;p85"/>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03" name="Google Shape;6403;p85"/>
          <p:cNvGrpSpPr/>
          <p:nvPr/>
        </p:nvGrpSpPr>
        <p:grpSpPr>
          <a:xfrm>
            <a:off x="3066955" y="1380546"/>
            <a:ext cx="353645" cy="353645"/>
            <a:chOff x="-34003850" y="3227275"/>
            <a:chExt cx="291450" cy="291450"/>
          </a:xfrm>
        </p:grpSpPr>
        <p:sp>
          <p:nvSpPr>
            <p:cNvPr id="6404" name="Google Shape;6404;p85"/>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5"/>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5"/>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5"/>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5"/>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9" name="Google Shape;6409;p85"/>
          <p:cNvGrpSpPr/>
          <p:nvPr/>
        </p:nvGrpSpPr>
        <p:grpSpPr>
          <a:xfrm>
            <a:off x="3066485" y="1821238"/>
            <a:ext cx="354586" cy="354343"/>
            <a:chOff x="-34004625" y="3585850"/>
            <a:chExt cx="292225" cy="292025"/>
          </a:xfrm>
        </p:grpSpPr>
        <p:sp>
          <p:nvSpPr>
            <p:cNvPr id="6410" name="Google Shape;6410;p85"/>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5"/>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5"/>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5"/>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5"/>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5" name="Google Shape;6415;p85"/>
          <p:cNvGrpSpPr/>
          <p:nvPr/>
        </p:nvGrpSpPr>
        <p:grpSpPr>
          <a:xfrm>
            <a:off x="3066000" y="2256439"/>
            <a:ext cx="355557" cy="354616"/>
            <a:chOff x="-34005425" y="3945575"/>
            <a:chExt cx="293025" cy="292250"/>
          </a:xfrm>
        </p:grpSpPr>
        <p:sp>
          <p:nvSpPr>
            <p:cNvPr id="6416" name="Google Shape;6416;p85"/>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5"/>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5"/>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9" name="Google Shape;6419;p85"/>
          <p:cNvGrpSpPr/>
          <p:nvPr/>
        </p:nvGrpSpPr>
        <p:grpSpPr>
          <a:xfrm>
            <a:off x="1713099" y="2729615"/>
            <a:ext cx="358408" cy="355557"/>
            <a:chOff x="-32174975" y="3192625"/>
            <a:chExt cx="295375" cy="293025"/>
          </a:xfrm>
        </p:grpSpPr>
        <p:sp>
          <p:nvSpPr>
            <p:cNvPr id="6420" name="Google Shape;6420;p85"/>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5"/>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5"/>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5"/>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4" name="Google Shape;6424;p85"/>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5"/>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6" name="Google Shape;6426;p85"/>
          <p:cNvGrpSpPr/>
          <p:nvPr/>
        </p:nvGrpSpPr>
        <p:grpSpPr>
          <a:xfrm>
            <a:off x="3952249" y="2730570"/>
            <a:ext cx="354586" cy="353645"/>
            <a:chOff x="-30345325" y="3184750"/>
            <a:chExt cx="292225" cy="291450"/>
          </a:xfrm>
        </p:grpSpPr>
        <p:sp>
          <p:nvSpPr>
            <p:cNvPr id="6427" name="Google Shape;6427;p85"/>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5"/>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5"/>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5"/>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5"/>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2" name="Google Shape;6432;p85"/>
          <p:cNvGrpSpPr/>
          <p:nvPr/>
        </p:nvGrpSpPr>
        <p:grpSpPr>
          <a:xfrm>
            <a:off x="1277001" y="1380546"/>
            <a:ext cx="353645" cy="353645"/>
            <a:chOff x="-35481425" y="3202075"/>
            <a:chExt cx="291450" cy="291450"/>
          </a:xfrm>
        </p:grpSpPr>
        <p:sp>
          <p:nvSpPr>
            <p:cNvPr id="6433" name="Google Shape;6433;p85"/>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5"/>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5"/>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5"/>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5"/>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5"/>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5"/>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0" name="Google Shape;6440;p85"/>
          <p:cNvGrpSpPr/>
          <p:nvPr/>
        </p:nvGrpSpPr>
        <p:grpSpPr>
          <a:xfrm>
            <a:off x="1276531" y="1822072"/>
            <a:ext cx="354586" cy="352675"/>
            <a:chOff x="-35482200" y="3561225"/>
            <a:chExt cx="292225" cy="290650"/>
          </a:xfrm>
        </p:grpSpPr>
        <p:sp>
          <p:nvSpPr>
            <p:cNvPr id="6441" name="Google Shape;6441;p85"/>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5"/>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5"/>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4" name="Google Shape;6444;p85"/>
          <p:cNvGrpSpPr/>
          <p:nvPr/>
        </p:nvGrpSpPr>
        <p:grpSpPr>
          <a:xfrm>
            <a:off x="1277001" y="2256940"/>
            <a:ext cx="353645" cy="353615"/>
            <a:chOff x="-35481425" y="3919600"/>
            <a:chExt cx="291450" cy="291425"/>
          </a:xfrm>
        </p:grpSpPr>
        <p:sp>
          <p:nvSpPr>
            <p:cNvPr id="6445" name="Google Shape;6445;p85"/>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5"/>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5"/>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5"/>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5"/>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5"/>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5"/>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5"/>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3" name="Google Shape;6453;p85"/>
          <p:cNvGrpSpPr/>
          <p:nvPr/>
        </p:nvGrpSpPr>
        <p:grpSpPr>
          <a:xfrm>
            <a:off x="3512636" y="1381031"/>
            <a:ext cx="357468" cy="352675"/>
            <a:chOff x="-33645475" y="3228075"/>
            <a:chExt cx="294600" cy="290650"/>
          </a:xfrm>
        </p:grpSpPr>
        <p:sp>
          <p:nvSpPr>
            <p:cNvPr id="6454" name="Google Shape;6454;p85"/>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5"/>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5"/>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5"/>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5"/>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5"/>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5"/>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85"/>
          <p:cNvGrpSpPr/>
          <p:nvPr/>
        </p:nvGrpSpPr>
        <p:grpSpPr>
          <a:xfrm>
            <a:off x="3513606" y="1821116"/>
            <a:ext cx="355526" cy="354586"/>
            <a:chOff x="-33646250" y="3586425"/>
            <a:chExt cx="293000" cy="292225"/>
          </a:xfrm>
        </p:grpSpPr>
        <p:sp>
          <p:nvSpPr>
            <p:cNvPr id="6462" name="Google Shape;6462;p85"/>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5"/>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85"/>
          <p:cNvGrpSpPr/>
          <p:nvPr/>
        </p:nvGrpSpPr>
        <p:grpSpPr>
          <a:xfrm>
            <a:off x="3514076" y="2255969"/>
            <a:ext cx="354586" cy="355557"/>
            <a:chOff x="-33645475" y="3944800"/>
            <a:chExt cx="292225" cy="293025"/>
          </a:xfrm>
        </p:grpSpPr>
        <p:sp>
          <p:nvSpPr>
            <p:cNvPr id="6465" name="Google Shape;6465;p85"/>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5"/>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5"/>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5"/>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5"/>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5"/>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5"/>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5"/>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5"/>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5"/>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5" name="Google Shape;6475;p85"/>
          <p:cNvGrpSpPr/>
          <p:nvPr/>
        </p:nvGrpSpPr>
        <p:grpSpPr>
          <a:xfrm>
            <a:off x="2167295" y="2729706"/>
            <a:ext cx="352675" cy="355375"/>
            <a:chOff x="-31809525" y="3192625"/>
            <a:chExt cx="290650" cy="292875"/>
          </a:xfrm>
        </p:grpSpPr>
        <p:sp>
          <p:nvSpPr>
            <p:cNvPr id="6476" name="Google Shape;6476;p85"/>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5"/>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5"/>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5"/>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0" name="Google Shape;6480;p85"/>
          <p:cNvGrpSpPr/>
          <p:nvPr/>
        </p:nvGrpSpPr>
        <p:grpSpPr>
          <a:xfrm>
            <a:off x="2166810" y="3200258"/>
            <a:ext cx="353645" cy="355557"/>
            <a:chOff x="-31811100" y="3550975"/>
            <a:chExt cx="291450" cy="293025"/>
          </a:xfrm>
        </p:grpSpPr>
        <p:sp>
          <p:nvSpPr>
            <p:cNvPr id="6481" name="Google Shape;6481;p85"/>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5"/>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5"/>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5"/>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5"/>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5"/>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5"/>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8" name="Google Shape;6488;p85"/>
          <p:cNvGrpSpPr/>
          <p:nvPr/>
        </p:nvGrpSpPr>
        <p:grpSpPr>
          <a:xfrm>
            <a:off x="2160606" y="3664562"/>
            <a:ext cx="366052" cy="356831"/>
            <a:chOff x="-31817400" y="3910025"/>
            <a:chExt cx="301675" cy="294075"/>
          </a:xfrm>
        </p:grpSpPr>
        <p:sp>
          <p:nvSpPr>
            <p:cNvPr id="6489" name="Google Shape;6489;p85"/>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5"/>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5"/>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2" name="Google Shape;6492;p85"/>
          <p:cNvGrpSpPr/>
          <p:nvPr/>
        </p:nvGrpSpPr>
        <p:grpSpPr>
          <a:xfrm>
            <a:off x="3952234" y="3200743"/>
            <a:ext cx="354616" cy="354586"/>
            <a:chOff x="-30354000" y="3569100"/>
            <a:chExt cx="292250" cy="292225"/>
          </a:xfrm>
        </p:grpSpPr>
        <p:sp>
          <p:nvSpPr>
            <p:cNvPr id="6493" name="Google Shape;6493;p85"/>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5"/>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5"/>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5"/>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5"/>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5"/>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9" name="Google Shape;6499;p85"/>
          <p:cNvGrpSpPr/>
          <p:nvPr/>
        </p:nvGrpSpPr>
        <p:grpSpPr>
          <a:xfrm>
            <a:off x="1730812" y="1380546"/>
            <a:ext cx="342148" cy="353645"/>
            <a:chOff x="-35118325" y="3202075"/>
            <a:chExt cx="281975" cy="291450"/>
          </a:xfrm>
        </p:grpSpPr>
        <p:sp>
          <p:nvSpPr>
            <p:cNvPr id="6500" name="Google Shape;6500;p85"/>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5"/>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5"/>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5"/>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4" name="Google Shape;6504;p85"/>
          <p:cNvGrpSpPr/>
          <p:nvPr/>
        </p:nvGrpSpPr>
        <p:grpSpPr>
          <a:xfrm>
            <a:off x="1724593" y="1821799"/>
            <a:ext cx="354586" cy="353221"/>
            <a:chOff x="-35123050" y="3561225"/>
            <a:chExt cx="292225" cy="291100"/>
          </a:xfrm>
        </p:grpSpPr>
        <p:sp>
          <p:nvSpPr>
            <p:cNvPr id="6505" name="Google Shape;6505;p85"/>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5"/>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7" name="Google Shape;6507;p85"/>
          <p:cNvGrpSpPr/>
          <p:nvPr/>
        </p:nvGrpSpPr>
        <p:grpSpPr>
          <a:xfrm>
            <a:off x="1766652" y="2256940"/>
            <a:ext cx="270467" cy="353615"/>
            <a:chOff x="-35089175" y="3919600"/>
            <a:chExt cx="222900" cy="291425"/>
          </a:xfrm>
        </p:grpSpPr>
        <p:sp>
          <p:nvSpPr>
            <p:cNvPr id="6508" name="Google Shape;6508;p85"/>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5"/>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0" name="Google Shape;6510;p85"/>
          <p:cNvGrpSpPr/>
          <p:nvPr/>
        </p:nvGrpSpPr>
        <p:grpSpPr>
          <a:xfrm>
            <a:off x="3963648" y="1380303"/>
            <a:ext cx="336445" cy="354131"/>
            <a:chOff x="-33277650" y="3226875"/>
            <a:chExt cx="277275" cy="291850"/>
          </a:xfrm>
        </p:grpSpPr>
        <p:sp>
          <p:nvSpPr>
            <p:cNvPr id="6511" name="Google Shape;6511;p85"/>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5"/>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5"/>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5"/>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5"/>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5"/>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5"/>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8" name="Google Shape;6518;p85"/>
          <p:cNvGrpSpPr/>
          <p:nvPr/>
        </p:nvGrpSpPr>
        <p:grpSpPr>
          <a:xfrm>
            <a:off x="3955048" y="1821587"/>
            <a:ext cx="353645" cy="353645"/>
            <a:chOff x="-33286325" y="3586425"/>
            <a:chExt cx="291450" cy="291450"/>
          </a:xfrm>
        </p:grpSpPr>
        <p:sp>
          <p:nvSpPr>
            <p:cNvPr id="6519" name="Google Shape;6519;p85"/>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5"/>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5"/>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5"/>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5"/>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4" name="Google Shape;6524;p85"/>
          <p:cNvGrpSpPr/>
          <p:nvPr/>
        </p:nvGrpSpPr>
        <p:grpSpPr>
          <a:xfrm>
            <a:off x="3955048" y="2255969"/>
            <a:ext cx="353645" cy="355557"/>
            <a:chOff x="-33286325" y="3944800"/>
            <a:chExt cx="291450" cy="293025"/>
          </a:xfrm>
        </p:grpSpPr>
        <p:sp>
          <p:nvSpPr>
            <p:cNvPr id="6525" name="Google Shape;6525;p85"/>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5"/>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5"/>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5"/>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9" name="Google Shape;6529;p85"/>
          <p:cNvGrpSpPr/>
          <p:nvPr/>
        </p:nvGrpSpPr>
        <p:grpSpPr>
          <a:xfrm>
            <a:off x="2613445" y="2729129"/>
            <a:ext cx="353645" cy="356527"/>
            <a:chOff x="-31452725" y="3191825"/>
            <a:chExt cx="291450" cy="293825"/>
          </a:xfrm>
        </p:grpSpPr>
        <p:sp>
          <p:nvSpPr>
            <p:cNvPr id="6530" name="Google Shape;6530;p85"/>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5"/>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5"/>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5"/>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4" name="Google Shape;6534;p85"/>
          <p:cNvGrpSpPr/>
          <p:nvPr/>
        </p:nvGrpSpPr>
        <p:grpSpPr>
          <a:xfrm>
            <a:off x="2612975" y="3200744"/>
            <a:ext cx="354586" cy="354586"/>
            <a:chOff x="-31452725" y="3551775"/>
            <a:chExt cx="292225" cy="292225"/>
          </a:xfrm>
        </p:grpSpPr>
        <p:sp>
          <p:nvSpPr>
            <p:cNvPr id="6535" name="Google Shape;6535;p85"/>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5"/>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5"/>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5"/>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9" name="Google Shape;6539;p85"/>
          <p:cNvGrpSpPr/>
          <p:nvPr/>
        </p:nvGrpSpPr>
        <p:grpSpPr>
          <a:xfrm>
            <a:off x="2611534" y="3664729"/>
            <a:ext cx="357468" cy="356497"/>
            <a:chOff x="-31455100" y="3909350"/>
            <a:chExt cx="294600" cy="293800"/>
          </a:xfrm>
        </p:grpSpPr>
        <p:sp>
          <p:nvSpPr>
            <p:cNvPr id="6540" name="Google Shape;6540;p85"/>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5"/>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2" name="Google Shape;6542;p85"/>
          <p:cNvGrpSpPr/>
          <p:nvPr/>
        </p:nvGrpSpPr>
        <p:grpSpPr>
          <a:xfrm>
            <a:off x="3952719" y="3665684"/>
            <a:ext cx="353645" cy="354586"/>
            <a:chOff x="-30345325" y="3918800"/>
            <a:chExt cx="291450" cy="292225"/>
          </a:xfrm>
        </p:grpSpPr>
        <p:sp>
          <p:nvSpPr>
            <p:cNvPr id="6543" name="Google Shape;6543;p85"/>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5"/>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5"/>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5"/>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5"/>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85"/>
          <p:cNvGrpSpPr/>
          <p:nvPr/>
        </p:nvGrpSpPr>
        <p:grpSpPr>
          <a:xfrm>
            <a:off x="2172184" y="1821587"/>
            <a:ext cx="353645" cy="353645"/>
            <a:chOff x="-34763900" y="3561225"/>
            <a:chExt cx="291450" cy="291450"/>
          </a:xfrm>
        </p:grpSpPr>
        <p:sp>
          <p:nvSpPr>
            <p:cNvPr id="6549" name="Google Shape;6549;p85"/>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5"/>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5"/>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52" name="Google Shape;6552;p85"/>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3" name="Google Shape;6553;p85"/>
          <p:cNvGrpSpPr/>
          <p:nvPr/>
        </p:nvGrpSpPr>
        <p:grpSpPr>
          <a:xfrm>
            <a:off x="827081" y="2730099"/>
            <a:ext cx="354586" cy="354586"/>
            <a:chOff x="-32927950" y="3227275"/>
            <a:chExt cx="292225" cy="292225"/>
          </a:xfrm>
        </p:grpSpPr>
        <p:sp>
          <p:nvSpPr>
            <p:cNvPr id="6554" name="Google Shape;6554;p85"/>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5"/>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5"/>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5"/>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5"/>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9" name="Google Shape;6559;p85"/>
          <p:cNvGrpSpPr/>
          <p:nvPr/>
        </p:nvGrpSpPr>
        <p:grpSpPr>
          <a:xfrm>
            <a:off x="826596" y="3201213"/>
            <a:ext cx="355557" cy="353645"/>
            <a:chOff x="-32927950" y="3586425"/>
            <a:chExt cx="293025" cy="291450"/>
          </a:xfrm>
        </p:grpSpPr>
        <p:sp>
          <p:nvSpPr>
            <p:cNvPr id="6560" name="Google Shape;6560;p85"/>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5"/>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5"/>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5"/>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5"/>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5" name="Google Shape;6565;p85"/>
          <p:cNvGrpSpPr/>
          <p:nvPr/>
        </p:nvGrpSpPr>
        <p:grpSpPr>
          <a:xfrm>
            <a:off x="827081" y="3665198"/>
            <a:ext cx="354586" cy="355557"/>
            <a:chOff x="-32927950" y="3944800"/>
            <a:chExt cx="292225" cy="293025"/>
          </a:xfrm>
        </p:grpSpPr>
        <p:sp>
          <p:nvSpPr>
            <p:cNvPr id="6566" name="Google Shape;6566;p85"/>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5"/>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5"/>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5"/>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5"/>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5"/>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5"/>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5"/>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5"/>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5" name="Google Shape;6575;p85"/>
          <p:cNvGrpSpPr/>
          <p:nvPr/>
        </p:nvGrpSpPr>
        <p:grpSpPr>
          <a:xfrm>
            <a:off x="3055873" y="2730449"/>
            <a:ext cx="354586" cy="353888"/>
            <a:chOff x="-31094350" y="3194000"/>
            <a:chExt cx="292225" cy="291650"/>
          </a:xfrm>
        </p:grpSpPr>
        <p:sp>
          <p:nvSpPr>
            <p:cNvPr id="6576" name="Google Shape;6576;p85"/>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5"/>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5"/>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5"/>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5"/>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5"/>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5"/>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5"/>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4" name="Google Shape;6584;p85"/>
          <p:cNvGrpSpPr/>
          <p:nvPr/>
        </p:nvGrpSpPr>
        <p:grpSpPr>
          <a:xfrm>
            <a:off x="3056343" y="3200941"/>
            <a:ext cx="353645" cy="354191"/>
            <a:chOff x="-31093575" y="3552550"/>
            <a:chExt cx="291450" cy="291900"/>
          </a:xfrm>
        </p:grpSpPr>
        <p:sp>
          <p:nvSpPr>
            <p:cNvPr id="6585" name="Google Shape;6585;p85"/>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5"/>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5"/>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5"/>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9" name="Google Shape;6589;p85"/>
          <p:cNvGrpSpPr/>
          <p:nvPr/>
        </p:nvGrpSpPr>
        <p:grpSpPr>
          <a:xfrm>
            <a:off x="2182711" y="1380546"/>
            <a:ext cx="332593" cy="353645"/>
            <a:chOff x="-34755225" y="3202075"/>
            <a:chExt cx="274100" cy="291450"/>
          </a:xfrm>
        </p:grpSpPr>
        <p:sp>
          <p:nvSpPr>
            <p:cNvPr id="6590" name="Google Shape;6590;p85"/>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5"/>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5"/>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5"/>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5"/>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5"/>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5"/>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7" name="Google Shape;6597;p85"/>
          <p:cNvGrpSpPr/>
          <p:nvPr/>
        </p:nvGrpSpPr>
        <p:grpSpPr>
          <a:xfrm>
            <a:off x="3056343" y="3666169"/>
            <a:ext cx="353645" cy="353615"/>
            <a:chOff x="-31093575" y="3911725"/>
            <a:chExt cx="291450" cy="291425"/>
          </a:xfrm>
        </p:grpSpPr>
        <p:sp>
          <p:nvSpPr>
            <p:cNvPr id="6598" name="Google Shape;6598;p85"/>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5"/>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0" name="Google Shape;6600;p85"/>
          <p:cNvGrpSpPr/>
          <p:nvPr/>
        </p:nvGrpSpPr>
        <p:grpSpPr>
          <a:xfrm>
            <a:off x="2165773" y="4123136"/>
            <a:ext cx="356497" cy="354586"/>
            <a:chOff x="-29946000" y="3183175"/>
            <a:chExt cx="293800" cy="292225"/>
          </a:xfrm>
        </p:grpSpPr>
        <p:sp>
          <p:nvSpPr>
            <p:cNvPr id="6601" name="Google Shape;6601;p85"/>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5"/>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5"/>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5"/>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5"/>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5"/>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7" name="Google Shape;6607;p85"/>
          <p:cNvGrpSpPr/>
          <p:nvPr/>
        </p:nvGrpSpPr>
        <p:grpSpPr>
          <a:xfrm>
            <a:off x="2610305" y="1380289"/>
            <a:ext cx="358408" cy="354161"/>
            <a:chOff x="-34408675" y="3202075"/>
            <a:chExt cx="295375" cy="291875"/>
          </a:xfrm>
        </p:grpSpPr>
        <p:sp>
          <p:nvSpPr>
            <p:cNvPr id="6608" name="Google Shape;6608;p85"/>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5"/>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5"/>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5"/>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85"/>
          <p:cNvGrpSpPr/>
          <p:nvPr/>
        </p:nvGrpSpPr>
        <p:grpSpPr>
          <a:xfrm>
            <a:off x="2612216" y="1820283"/>
            <a:ext cx="354586" cy="356254"/>
            <a:chOff x="-34405525" y="3558075"/>
            <a:chExt cx="292225" cy="293600"/>
          </a:xfrm>
        </p:grpSpPr>
        <p:sp>
          <p:nvSpPr>
            <p:cNvPr id="6613" name="Google Shape;6613;p85"/>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5"/>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5"/>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6" name="Google Shape;6616;p85"/>
          <p:cNvGrpSpPr/>
          <p:nvPr/>
        </p:nvGrpSpPr>
        <p:grpSpPr>
          <a:xfrm>
            <a:off x="2611730" y="2256940"/>
            <a:ext cx="355557" cy="353615"/>
            <a:chOff x="-34406325" y="3919600"/>
            <a:chExt cx="293025" cy="291425"/>
          </a:xfrm>
        </p:grpSpPr>
        <p:sp>
          <p:nvSpPr>
            <p:cNvPr id="6617" name="Google Shape;6617;p85"/>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5"/>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5"/>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5"/>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5"/>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5"/>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5"/>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4" name="Google Shape;6624;p85"/>
          <p:cNvGrpSpPr/>
          <p:nvPr/>
        </p:nvGrpSpPr>
        <p:grpSpPr>
          <a:xfrm>
            <a:off x="1275628" y="2736303"/>
            <a:ext cx="353645" cy="342179"/>
            <a:chOff x="-32568800" y="3232000"/>
            <a:chExt cx="291450" cy="282000"/>
          </a:xfrm>
        </p:grpSpPr>
        <p:sp>
          <p:nvSpPr>
            <p:cNvPr id="6625" name="Google Shape;6625;p85"/>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5"/>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7" name="Google Shape;6627;p85"/>
          <p:cNvGrpSpPr/>
          <p:nvPr/>
        </p:nvGrpSpPr>
        <p:grpSpPr>
          <a:xfrm>
            <a:off x="1275158" y="3201213"/>
            <a:ext cx="354586" cy="353645"/>
            <a:chOff x="-32569575" y="3586425"/>
            <a:chExt cx="292225" cy="291450"/>
          </a:xfrm>
        </p:grpSpPr>
        <p:sp>
          <p:nvSpPr>
            <p:cNvPr id="6628" name="Google Shape;6628;p85"/>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5"/>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0" name="Google Shape;6630;p85"/>
          <p:cNvGrpSpPr/>
          <p:nvPr/>
        </p:nvGrpSpPr>
        <p:grpSpPr>
          <a:xfrm>
            <a:off x="1266073" y="3665805"/>
            <a:ext cx="372756" cy="354343"/>
            <a:chOff x="-32576675" y="3944600"/>
            <a:chExt cx="307200" cy="292025"/>
          </a:xfrm>
        </p:grpSpPr>
        <p:sp>
          <p:nvSpPr>
            <p:cNvPr id="6631" name="Google Shape;6631;p85"/>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5"/>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3" name="Google Shape;6633;p85"/>
          <p:cNvGrpSpPr/>
          <p:nvPr/>
        </p:nvGrpSpPr>
        <p:grpSpPr>
          <a:xfrm>
            <a:off x="3511040" y="2730100"/>
            <a:ext cx="354586" cy="354586"/>
            <a:chOff x="-30735200" y="3192625"/>
            <a:chExt cx="292225" cy="292225"/>
          </a:xfrm>
        </p:grpSpPr>
        <p:sp>
          <p:nvSpPr>
            <p:cNvPr id="6634" name="Google Shape;6634;p85"/>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5"/>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5"/>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5"/>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5"/>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5"/>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5"/>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1" name="Google Shape;6641;p85"/>
          <p:cNvGrpSpPr/>
          <p:nvPr/>
        </p:nvGrpSpPr>
        <p:grpSpPr>
          <a:xfrm>
            <a:off x="3511040" y="3201532"/>
            <a:ext cx="354586" cy="353008"/>
            <a:chOff x="-30735200" y="3552550"/>
            <a:chExt cx="292225" cy="290925"/>
          </a:xfrm>
        </p:grpSpPr>
        <p:sp>
          <p:nvSpPr>
            <p:cNvPr id="6642" name="Google Shape;6642;p85"/>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5"/>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4" name="Google Shape;6644;p85"/>
          <p:cNvGrpSpPr/>
          <p:nvPr/>
        </p:nvGrpSpPr>
        <p:grpSpPr>
          <a:xfrm>
            <a:off x="3511040" y="3666154"/>
            <a:ext cx="354586" cy="353645"/>
            <a:chOff x="-30735200" y="3910925"/>
            <a:chExt cx="292225" cy="291450"/>
          </a:xfrm>
        </p:grpSpPr>
        <p:sp>
          <p:nvSpPr>
            <p:cNvPr id="6645" name="Google Shape;6645;p85"/>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5"/>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7" name="Google Shape;6647;p85"/>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8" name="Google Shape;6648;p85"/>
          <p:cNvGrpSpPr/>
          <p:nvPr/>
        </p:nvGrpSpPr>
        <p:grpSpPr>
          <a:xfrm>
            <a:off x="4864547" y="1375808"/>
            <a:ext cx="358971" cy="359224"/>
            <a:chOff x="-57956275" y="3197925"/>
            <a:chExt cx="319000" cy="319225"/>
          </a:xfrm>
        </p:grpSpPr>
        <p:sp>
          <p:nvSpPr>
            <p:cNvPr id="6649" name="Google Shape;6649;p85"/>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5"/>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5"/>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5"/>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5"/>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5"/>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5"/>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6" name="Google Shape;6656;p85"/>
          <p:cNvGrpSpPr/>
          <p:nvPr/>
        </p:nvGrpSpPr>
        <p:grpSpPr>
          <a:xfrm>
            <a:off x="4886701" y="1832234"/>
            <a:ext cx="314662" cy="358971"/>
            <a:chOff x="-57940525" y="3590375"/>
            <a:chExt cx="279625" cy="319000"/>
          </a:xfrm>
        </p:grpSpPr>
        <p:sp>
          <p:nvSpPr>
            <p:cNvPr id="6657" name="Google Shape;6657;p85"/>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5"/>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5"/>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5"/>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5"/>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2" name="Google Shape;6662;p85"/>
          <p:cNvGrpSpPr/>
          <p:nvPr/>
        </p:nvGrpSpPr>
        <p:grpSpPr>
          <a:xfrm>
            <a:off x="4857582" y="2273605"/>
            <a:ext cx="358099" cy="358999"/>
            <a:chOff x="-57959425" y="3982600"/>
            <a:chExt cx="318225" cy="319025"/>
          </a:xfrm>
        </p:grpSpPr>
        <p:sp>
          <p:nvSpPr>
            <p:cNvPr id="6663" name="Google Shape;6663;p85"/>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5"/>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5"/>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5"/>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7" name="Google Shape;6667;p85"/>
          <p:cNvGrpSpPr/>
          <p:nvPr/>
        </p:nvGrpSpPr>
        <p:grpSpPr>
          <a:xfrm>
            <a:off x="7057749" y="1376934"/>
            <a:ext cx="357226" cy="357226"/>
            <a:chOff x="-55987225" y="3198925"/>
            <a:chExt cx="317450" cy="317450"/>
          </a:xfrm>
        </p:grpSpPr>
        <p:sp>
          <p:nvSpPr>
            <p:cNvPr id="6668" name="Google Shape;6668;p85"/>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5"/>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5"/>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5"/>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85"/>
          <p:cNvGrpSpPr/>
          <p:nvPr/>
        </p:nvGrpSpPr>
        <p:grpSpPr>
          <a:xfrm>
            <a:off x="7057749" y="1832965"/>
            <a:ext cx="357226" cy="357367"/>
            <a:chOff x="-55987225" y="3591025"/>
            <a:chExt cx="317450" cy="317575"/>
          </a:xfrm>
        </p:grpSpPr>
        <p:sp>
          <p:nvSpPr>
            <p:cNvPr id="6673" name="Google Shape;6673;p85"/>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5"/>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5"/>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5"/>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5"/>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85"/>
          <p:cNvGrpSpPr/>
          <p:nvPr/>
        </p:nvGrpSpPr>
        <p:grpSpPr>
          <a:xfrm>
            <a:off x="7071665" y="2273605"/>
            <a:ext cx="358999" cy="358999"/>
            <a:chOff x="-55988800" y="3982600"/>
            <a:chExt cx="319025" cy="319025"/>
          </a:xfrm>
        </p:grpSpPr>
        <p:sp>
          <p:nvSpPr>
            <p:cNvPr id="6679" name="Google Shape;6679;p85"/>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5"/>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5"/>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5"/>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5"/>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85"/>
          <p:cNvGrpSpPr/>
          <p:nvPr/>
        </p:nvGrpSpPr>
        <p:grpSpPr>
          <a:xfrm>
            <a:off x="5730184" y="2731562"/>
            <a:ext cx="356326" cy="358971"/>
            <a:chOff x="-54026025" y="3192625"/>
            <a:chExt cx="316650" cy="319000"/>
          </a:xfrm>
        </p:grpSpPr>
        <p:sp>
          <p:nvSpPr>
            <p:cNvPr id="6685" name="Google Shape;6685;p85"/>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5"/>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5"/>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5"/>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5"/>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5"/>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5"/>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5"/>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3" name="Google Shape;6693;p85"/>
          <p:cNvGrpSpPr/>
          <p:nvPr/>
        </p:nvGrpSpPr>
        <p:grpSpPr>
          <a:xfrm>
            <a:off x="5750130" y="3202536"/>
            <a:ext cx="316434" cy="358099"/>
            <a:chOff x="-54007925" y="3584850"/>
            <a:chExt cx="281200" cy="318225"/>
          </a:xfrm>
        </p:grpSpPr>
        <p:sp>
          <p:nvSpPr>
            <p:cNvPr id="6694" name="Google Shape;6694;p85"/>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5"/>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5"/>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5"/>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5"/>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5"/>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0" name="Google Shape;6700;p85"/>
          <p:cNvGrpSpPr/>
          <p:nvPr/>
        </p:nvGrpSpPr>
        <p:grpSpPr>
          <a:xfrm>
            <a:off x="5750130" y="3664421"/>
            <a:ext cx="316434" cy="358914"/>
            <a:chOff x="-54007925" y="3975575"/>
            <a:chExt cx="281200" cy="318950"/>
          </a:xfrm>
        </p:grpSpPr>
        <p:sp>
          <p:nvSpPr>
            <p:cNvPr id="6701" name="Google Shape;6701;p85"/>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5"/>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5"/>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5"/>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5" name="Google Shape;6705;p85"/>
          <p:cNvGrpSpPr/>
          <p:nvPr/>
        </p:nvGrpSpPr>
        <p:grpSpPr>
          <a:xfrm>
            <a:off x="7984996" y="2748891"/>
            <a:ext cx="274770" cy="358492"/>
            <a:chOff x="-52005775" y="3208025"/>
            <a:chExt cx="244175" cy="318575"/>
          </a:xfrm>
        </p:grpSpPr>
        <p:sp>
          <p:nvSpPr>
            <p:cNvPr id="6706" name="Google Shape;6706;p85"/>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5"/>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5"/>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5"/>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5"/>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5"/>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5"/>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5"/>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5"/>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5"/>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5"/>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7" name="Google Shape;6717;p85"/>
          <p:cNvGrpSpPr/>
          <p:nvPr/>
        </p:nvGrpSpPr>
        <p:grpSpPr>
          <a:xfrm>
            <a:off x="5291462" y="1376934"/>
            <a:ext cx="358099" cy="358099"/>
            <a:chOff x="-57568775" y="3198925"/>
            <a:chExt cx="318225" cy="318225"/>
          </a:xfrm>
        </p:grpSpPr>
        <p:sp>
          <p:nvSpPr>
            <p:cNvPr id="6718" name="Google Shape;6718;p85"/>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5"/>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5"/>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5"/>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5"/>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5"/>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4" name="Google Shape;6724;p85"/>
          <p:cNvGrpSpPr/>
          <p:nvPr/>
        </p:nvGrpSpPr>
        <p:grpSpPr>
          <a:xfrm>
            <a:off x="5313181" y="1832234"/>
            <a:ext cx="314662" cy="358099"/>
            <a:chOff x="-57549075" y="3590375"/>
            <a:chExt cx="279625" cy="318225"/>
          </a:xfrm>
        </p:grpSpPr>
        <p:sp>
          <p:nvSpPr>
            <p:cNvPr id="6725" name="Google Shape;6725;p85"/>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5"/>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5"/>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5"/>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9" name="Google Shape;6729;p85"/>
          <p:cNvGrpSpPr/>
          <p:nvPr/>
        </p:nvGrpSpPr>
        <p:grpSpPr>
          <a:xfrm>
            <a:off x="5305378" y="2273605"/>
            <a:ext cx="359871" cy="359871"/>
            <a:chOff x="-57570350" y="3982600"/>
            <a:chExt cx="319800" cy="319800"/>
          </a:xfrm>
        </p:grpSpPr>
        <p:sp>
          <p:nvSpPr>
            <p:cNvPr id="6730" name="Google Shape;6730;p85"/>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5"/>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5"/>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5"/>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85"/>
          <p:cNvGrpSpPr/>
          <p:nvPr/>
        </p:nvGrpSpPr>
        <p:grpSpPr>
          <a:xfrm>
            <a:off x="7520416" y="1376033"/>
            <a:ext cx="314662" cy="358999"/>
            <a:chOff x="-55576850" y="3198125"/>
            <a:chExt cx="279625" cy="319025"/>
          </a:xfrm>
        </p:grpSpPr>
        <p:sp>
          <p:nvSpPr>
            <p:cNvPr id="6735" name="Google Shape;6735;p85"/>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5"/>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5"/>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5"/>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9" name="Google Shape;6739;p85"/>
          <p:cNvGrpSpPr/>
          <p:nvPr/>
        </p:nvGrpSpPr>
        <p:grpSpPr>
          <a:xfrm>
            <a:off x="7497812" y="1832009"/>
            <a:ext cx="359871" cy="358324"/>
            <a:chOff x="-55596550" y="3590175"/>
            <a:chExt cx="319800" cy="318425"/>
          </a:xfrm>
        </p:grpSpPr>
        <p:sp>
          <p:nvSpPr>
            <p:cNvPr id="6740" name="Google Shape;6740;p85"/>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5"/>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5"/>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5"/>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85"/>
          <p:cNvGrpSpPr/>
          <p:nvPr/>
        </p:nvGrpSpPr>
        <p:grpSpPr>
          <a:xfrm>
            <a:off x="7513049" y="2273351"/>
            <a:ext cx="358999" cy="359252"/>
            <a:chOff x="-55595775" y="3982375"/>
            <a:chExt cx="319025" cy="319250"/>
          </a:xfrm>
        </p:grpSpPr>
        <p:sp>
          <p:nvSpPr>
            <p:cNvPr id="6745" name="Google Shape;6745;p85"/>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5"/>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5"/>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5"/>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5"/>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5"/>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85"/>
          <p:cNvGrpSpPr/>
          <p:nvPr/>
        </p:nvGrpSpPr>
        <p:grpSpPr>
          <a:xfrm>
            <a:off x="6170232" y="2731562"/>
            <a:ext cx="358999" cy="358099"/>
            <a:chOff x="-53635375" y="3192625"/>
            <a:chExt cx="319025" cy="318225"/>
          </a:xfrm>
        </p:grpSpPr>
        <p:sp>
          <p:nvSpPr>
            <p:cNvPr id="6752" name="Google Shape;6752;p85"/>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5"/>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5"/>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85"/>
          <p:cNvGrpSpPr/>
          <p:nvPr/>
        </p:nvGrpSpPr>
        <p:grpSpPr>
          <a:xfrm>
            <a:off x="6192401" y="3202536"/>
            <a:ext cx="314662" cy="358999"/>
            <a:chOff x="-53615675" y="3584850"/>
            <a:chExt cx="279625" cy="319025"/>
          </a:xfrm>
        </p:grpSpPr>
        <p:sp>
          <p:nvSpPr>
            <p:cNvPr id="6756" name="Google Shape;6756;p85"/>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5"/>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5"/>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9" name="Google Shape;6759;p85"/>
          <p:cNvGrpSpPr/>
          <p:nvPr/>
        </p:nvGrpSpPr>
        <p:grpSpPr>
          <a:xfrm>
            <a:off x="6170246" y="3665461"/>
            <a:ext cx="358971" cy="357874"/>
            <a:chOff x="-53634575" y="3976500"/>
            <a:chExt cx="319000" cy="318025"/>
          </a:xfrm>
        </p:grpSpPr>
        <p:sp>
          <p:nvSpPr>
            <p:cNvPr id="6760" name="Google Shape;6760;p85"/>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5"/>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5"/>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5"/>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5"/>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5"/>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5"/>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5"/>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8" name="Google Shape;6768;p85"/>
          <p:cNvGrpSpPr/>
          <p:nvPr/>
        </p:nvGrpSpPr>
        <p:grpSpPr>
          <a:xfrm>
            <a:off x="7965050" y="3208415"/>
            <a:ext cx="314662" cy="358436"/>
            <a:chOff x="-52023900" y="3590075"/>
            <a:chExt cx="279625" cy="318525"/>
          </a:xfrm>
        </p:grpSpPr>
        <p:sp>
          <p:nvSpPr>
            <p:cNvPr id="6769" name="Google Shape;6769;p85"/>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5"/>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5"/>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5"/>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5"/>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5"/>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5"/>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85"/>
          <p:cNvGrpSpPr/>
          <p:nvPr/>
        </p:nvGrpSpPr>
        <p:grpSpPr>
          <a:xfrm>
            <a:off x="5728292" y="1376934"/>
            <a:ext cx="358971" cy="358971"/>
            <a:chOff x="-57173375" y="3198925"/>
            <a:chExt cx="319000" cy="319000"/>
          </a:xfrm>
        </p:grpSpPr>
        <p:sp>
          <p:nvSpPr>
            <p:cNvPr id="6777" name="Google Shape;6777;p85"/>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5"/>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5"/>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5"/>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1" name="Google Shape;6781;p85"/>
          <p:cNvGrpSpPr/>
          <p:nvPr/>
        </p:nvGrpSpPr>
        <p:grpSpPr>
          <a:xfrm>
            <a:off x="5729178" y="1854374"/>
            <a:ext cx="357198" cy="314690"/>
            <a:chOff x="-57176525" y="3610050"/>
            <a:chExt cx="317425" cy="279650"/>
          </a:xfrm>
        </p:grpSpPr>
        <p:sp>
          <p:nvSpPr>
            <p:cNvPr id="6782" name="Google Shape;6782;p85"/>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5"/>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5"/>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5"/>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5"/>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7" name="Google Shape;6787;p85"/>
          <p:cNvGrpSpPr/>
          <p:nvPr/>
        </p:nvGrpSpPr>
        <p:grpSpPr>
          <a:xfrm>
            <a:off x="7939633" y="1376934"/>
            <a:ext cx="358099" cy="356326"/>
            <a:chOff x="-55202750" y="3198925"/>
            <a:chExt cx="318225" cy="316650"/>
          </a:xfrm>
        </p:grpSpPr>
        <p:sp>
          <p:nvSpPr>
            <p:cNvPr id="6788" name="Google Shape;6788;p85"/>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5"/>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85"/>
          <p:cNvGrpSpPr/>
          <p:nvPr/>
        </p:nvGrpSpPr>
        <p:grpSpPr>
          <a:xfrm>
            <a:off x="7950267" y="1832234"/>
            <a:ext cx="336830" cy="358099"/>
            <a:chOff x="-55194875" y="3590375"/>
            <a:chExt cx="299325" cy="318225"/>
          </a:xfrm>
        </p:grpSpPr>
        <p:sp>
          <p:nvSpPr>
            <p:cNvPr id="6791" name="Google Shape;6791;p85"/>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5"/>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5"/>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5"/>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5"/>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6" name="Google Shape;6796;p85"/>
          <p:cNvGrpSpPr/>
          <p:nvPr/>
        </p:nvGrpSpPr>
        <p:grpSpPr>
          <a:xfrm>
            <a:off x="7954884" y="2274505"/>
            <a:ext cx="357198" cy="357198"/>
            <a:chOff x="-55203525" y="3983400"/>
            <a:chExt cx="317425" cy="317425"/>
          </a:xfrm>
        </p:grpSpPr>
        <p:sp>
          <p:nvSpPr>
            <p:cNvPr id="6797" name="Google Shape;6797;p85"/>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5"/>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5"/>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0" name="Google Shape;6800;p85"/>
          <p:cNvGrpSpPr/>
          <p:nvPr/>
        </p:nvGrpSpPr>
        <p:grpSpPr>
          <a:xfrm>
            <a:off x="6621365" y="2731562"/>
            <a:ext cx="335930" cy="358971"/>
            <a:chOff x="-53232900" y="3192625"/>
            <a:chExt cx="298525" cy="319000"/>
          </a:xfrm>
        </p:grpSpPr>
        <p:sp>
          <p:nvSpPr>
            <p:cNvPr id="6801" name="Google Shape;6801;p85"/>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5"/>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5"/>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5"/>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5"/>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5"/>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5"/>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5"/>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9" name="Google Shape;6809;p85"/>
          <p:cNvGrpSpPr/>
          <p:nvPr/>
        </p:nvGrpSpPr>
        <p:grpSpPr>
          <a:xfrm>
            <a:off x="6610731" y="3202536"/>
            <a:ext cx="357198" cy="356326"/>
            <a:chOff x="-53242350" y="3584850"/>
            <a:chExt cx="317425" cy="316650"/>
          </a:xfrm>
        </p:grpSpPr>
        <p:sp>
          <p:nvSpPr>
            <p:cNvPr id="6810" name="Google Shape;6810;p85"/>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5"/>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5"/>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5"/>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5"/>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5" name="Google Shape;6815;p85"/>
          <p:cNvGrpSpPr/>
          <p:nvPr/>
        </p:nvGrpSpPr>
        <p:grpSpPr>
          <a:xfrm>
            <a:off x="6631999" y="3665236"/>
            <a:ext cx="314662" cy="358999"/>
            <a:chOff x="-53224225" y="3976300"/>
            <a:chExt cx="279625" cy="319025"/>
          </a:xfrm>
        </p:grpSpPr>
        <p:sp>
          <p:nvSpPr>
            <p:cNvPr id="6816" name="Google Shape;6816;p85"/>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5"/>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5"/>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5"/>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5"/>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5"/>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5"/>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3" name="Google Shape;6823;p85"/>
          <p:cNvGrpSpPr/>
          <p:nvPr/>
        </p:nvGrpSpPr>
        <p:grpSpPr>
          <a:xfrm>
            <a:off x="7942896" y="3672917"/>
            <a:ext cx="358971" cy="358408"/>
            <a:chOff x="-52043575" y="3983125"/>
            <a:chExt cx="319000" cy="318500"/>
          </a:xfrm>
        </p:grpSpPr>
        <p:sp>
          <p:nvSpPr>
            <p:cNvPr id="6824" name="Google Shape;6824;p85"/>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5"/>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5"/>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5"/>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5"/>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5"/>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5"/>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5"/>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5"/>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3" name="Google Shape;6833;p85"/>
          <p:cNvGrpSpPr/>
          <p:nvPr/>
        </p:nvGrpSpPr>
        <p:grpSpPr>
          <a:xfrm>
            <a:off x="6196836" y="1376934"/>
            <a:ext cx="314662" cy="358971"/>
            <a:chOff x="-56766175" y="3198925"/>
            <a:chExt cx="279625" cy="319000"/>
          </a:xfrm>
        </p:grpSpPr>
        <p:sp>
          <p:nvSpPr>
            <p:cNvPr id="6834" name="Google Shape;6834;p85"/>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5"/>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5"/>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5"/>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5"/>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5"/>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5"/>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1" name="Google Shape;6841;p85"/>
          <p:cNvGrpSpPr/>
          <p:nvPr/>
        </p:nvGrpSpPr>
        <p:grpSpPr>
          <a:xfrm>
            <a:off x="6195950" y="1832234"/>
            <a:ext cx="316434" cy="358099"/>
            <a:chOff x="-56766175" y="3590375"/>
            <a:chExt cx="281200" cy="318225"/>
          </a:xfrm>
        </p:grpSpPr>
        <p:sp>
          <p:nvSpPr>
            <p:cNvPr id="6842" name="Google Shape;6842;p85"/>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5"/>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5"/>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5"/>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85"/>
          <p:cNvGrpSpPr/>
          <p:nvPr/>
        </p:nvGrpSpPr>
        <p:grpSpPr>
          <a:xfrm>
            <a:off x="6232906" y="2273605"/>
            <a:ext cx="272126" cy="358099"/>
            <a:chOff x="-56747275" y="3982600"/>
            <a:chExt cx="241825" cy="318225"/>
          </a:xfrm>
        </p:grpSpPr>
        <p:sp>
          <p:nvSpPr>
            <p:cNvPr id="6847" name="Google Shape;6847;p85"/>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5"/>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5"/>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5"/>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5"/>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5"/>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5"/>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4" name="Google Shape;6854;p85"/>
          <p:cNvGrpSpPr/>
          <p:nvPr/>
        </p:nvGrpSpPr>
        <p:grpSpPr>
          <a:xfrm>
            <a:off x="4840657" y="3215842"/>
            <a:ext cx="358999" cy="342991"/>
            <a:chOff x="-54812875" y="3596675"/>
            <a:chExt cx="319025" cy="304800"/>
          </a:xfrm>
        </p:grpSpPr>
        <p:sp>
          <p:nvSpPr>
            <p:cNvPr id="6855" name="Google Shape;6855;p85"/>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5"/>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5"/>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5"/>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5"/>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5"/>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5"/>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2" name="Google Shape;6862;p85"/>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5"/>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4" name="Google Shape;6864;p85"/>
          <p:cNvGrpSpPr/>
          <p:nvPr/>
        </p:nvGrpSpPr>
        <p:grpSpPr>
          <a:xfrm>
            <a:off x="4862826" y="3672326"/>
            <a:ext cx="314662" cy="358099"/>
            <a:chOff x="-54793175" y="3982600"/>
            <a:chExt cx="279625" cy="318225"/>
          </a:xfrm>
        </p:grpSpPr>
        <p:sp>
          <p:nvSpPr>
            <p:cNvPr id="6865" name="Google Shape;6865;p85"/>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5"/>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5"/>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5"/>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5"/>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5"/>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5"/>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2" name="Google Shape;6872;p85"/>
          <p:cNvGrpSpPr/>
          <p:nvPr/>
        </p:nvGrpSpPr>
        <p:grpSpPr>
          <a:xfrm>
            <a:off x="7074284" y="2731562"/>
            <a:ext cx="314662" cy="358099"/>
            <a:chOff x="-52832000" y="3192625"/>
            <a:chExt cx="279625" cy="318225"/>
          </a:xfrm>
        </p:grpSpPr>
        <p:sp>
          <p:nvSpPr>
            <p:cNvPr id="6873" name="Google Shape;6873;p85"/>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5"/>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5"/>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5"/>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5"/>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5"/>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5"/>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5"/>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1" name="Google Shape;6881;p85"/>
          <p:cNvGrpSpPr/>
          <p:nvPr/>
        </p:nvGrpSpPr>
        <p:grpSpPr>
          <a:xfrm>
            <a:off x="5760817" y="2272929"/>
            <a:ext cx="323524" cy="358774"/>
            <a:chOff x="-57162350" y="3982000"/>
            <a:chExt cx="287500" cy="318825"/>
          </a:xfrm>
        </p:grpSpPr>
        <p:sp>
          <p:nvSpPr>
            <p:cNvPr id="6882" name="Google Shape;6882;p85"/>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5"/>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5"/>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5"/>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5"/>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5"/>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5"/>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5"/>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0" name="Google Shape;6890;p85"/>
          <p:cNvGrpSpPr/>
          <p:nvPr/>
        </p:nvGrpSpPr>
        <p:grpSpPr>
          <a:xfrm>
            <a:off x="7052130" y="3203436"/>
            <a:ext cx="358971" cy="357198"/>
            <a:chOff x="-52851675" y="3585650"/>
            <a:chExt cx="319000" cy="317425"/>
          </a:xfrm>
        </p:grpSpPr>
        <p:sp>
          <p:nvSpPr>
            <p:cNvPr id="6891" name="Google Shape;6891;p85"/>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5"/>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5"/>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5"/>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5"/>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5"/>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7" name="Google Shape;6897;p85"/>
          <p:cNvGrpSpPr/>
          <p:nvPr/>
        </p:nvGrpSpPr>
        <p:grpSpPr>
          <a:xfrm>
            <a:off x="7074284" y="3665236"/>
            <a:ext cx="314662" cy="358999"/>
            <a:chOff x="-52832000" y="3976300"/>
            <a:chExt cx="279625" cy="319025"/>
          </a:xfrm>
        </p:grpSpPr>
        <p:sp>
          <p:nvSpPr>
            <p:cNvPr id="6898" name="Google Shape;6898;p85"/>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5"/>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5"/>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5"/>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5"/>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3" name="Google Shape;6903;p85"/>
          <p:cNvGrpSpPr/>
          <p:nvPr/>
        </p:nvGrpSpPr>
        <p:grpSpPr>
          <a:xfrm>
            <a:off x="6191490" y="4119884"/>
            <a:ext cx="316434" cy="358099"/>
            <a:chOff x="-51633225" y="3198925"/>
            <a:chExt cx="281200" cy="318225"/>
          </a:xfrm>
        </p:grpSpPr>
        <p:sp>
          <p:nvSpPr>
            <p:cNvPr id="6904" name="Google Shape;6904;p85"/>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5"/>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5"/>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5"/>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5"/>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5"/>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5"/>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1" name="Google Shape;6911;p85"/>
          <p:cNvGrpSpPr/>
          <p:nvPr/>
        </p:nvGrpSpPr>
        <p:grpSpPr>
          <a:xfrm>
            <a:off x="6610314" y="1377806"/>
            <a:ext cx="365188" cy="357226"/>
            <a:chOff x="-56396775" y="3199700"/>
            <a:chExt cx="324525" cy="317450"/>
          </a:xfrm>
        </p:grpSpPr>
        <p:sp>
          <p:nvSpPr>
            <p:cNvPr id="6912" name="Google Shape;6912;p85"/>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5"/>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5"/>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5"/>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5"/>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5"/>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85"/>
          <p:cNvGrpSpPr/>
          <p:nvPr/>
        </p:nvGrpSpPr>
        <p:grpSpPr>
          <a:xfrm>
            <a:off x="6613408" y="1843740"/>
            <a:ext cx="358999" cy="335958"/>
            <a:chOff x="-56394425" y="3600600"/>
            <a:chExt cx="319025" cy="298550"/>
          </a:xfrm>
        </p:grpSpPr>
        <p:sp>
          <p:nvSpPr>
            <p:cNvPr id="6919" name="Google Shape;6919;p85"/>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5"/>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5"/>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85"/>
          <p:cNvGrpSpPr/>
          <p:nvPr/>
        </p:nvGrpSpPr>
        <p:grpSpPr>
          <a:xfrm>
            <a:off x="6644175" y="2274505"/>
            <a:ext cx="327068" cy="357198"/>
            <a:chOff x="-56379450" y="3983400"/>
            <a:chExt cx="290650" cy="317425"/>
          </a:xfrm>
        </p:grpSpPr>
        <p:sp>
          <p:nvSpPr>
            <p:cNvPr id="6923" name="Google Shape;6923;p85"/>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5"/>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5"/>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5"/>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5"/>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5"/>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5"/>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5"/>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1" name="Google Shape;6931;p85"/>
          <p:cNvGrpSpPr/>
          <p:nvPr/>
        </p:nvGrpSpPr>
        <p:grpSpPr>
          <a:xfrm>
            <a:off x="5307879" y="2738651"/>
            <a:ext cx="316434" cy="358971"/>
            <a:chOff x="-54401725" y="3198925"/>
            <a:chExt cx="281200" cy="319000"/>
          </a:xfrm>
        </p:grpSpPr>
        <p:sp>
          <p:nvSpPr>
            <p:cNvPr id="6932" name="Google Shape;6932;p85"/>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5"/>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5"/>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5"/>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5"/>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5"/>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5"/>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5"/>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5"/>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5"/>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5"/>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3" name="Google Shape;6943;p85"/>
          <p:cNvGrpSpPr/>
          <p:nvPr/>
        </p:nvGrpSpPr>
        <p:grpSpPr>
          <a:xfrm>
            <a:off x="5308766" y="3208753"/>
            <a:ext cx="314662" cy="358099"/>
            <a:chOff x="-54401725" y="3590375"/>
            <a:chExt cx="279625" cy="318225"/>
          </a:xfrm>
        </p:grpSpPr>
        <p:sp>
          <p:nvSpPr>
            <p:cNvPr id="6944" name="Google Shape;6944;p85"/>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5"/>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5"/>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5"/>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5"/>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5"/>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0" name="Google Shape;6950;p85"/>
          <p:cNvGrpSpPr/>
          <p:nvPr/>
        </p:nvGrpSpPr>
        <p:grpSpPr>
          <a:xfrm>
            <a:off x="5306557" y="3672326"/>
            <a:ext cx="319079" cy="358099"/>
            <a:chOff x="-54403300" y="3982600"/>
            <a:chExt cx="283550" cy="318225"/>
          </a:xfrm>
        </p:grpSpPr>
        <p:sp>
          <p:nvSpPr>
            <p:cNvPr id="6951" name="Google Shape;6951;p85"/>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5"/>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5"/>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5"/>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5"/>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85"/>
          <p:cNvGrpSpPr/>
          <p:nvPr/>
        </p:nvGrpSpPr>
        <p:grpSpPr>
          <a:xfrm>
            <a:off x="7493951" y="2733559"/>
            <a:ext cx="356298" cy="356973"/>
            <a:chOff x="-52458650" y="3194400"/>
            <a:chExt cx="316625" cy="317225"/>
          </a:xfrm>
        </p:grpSpPr>
        <p:sp>
          <p:nvSpPr>
            <p:cNvPr id="6957" name="Google Shape;6957;p85"/>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5"/>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5"/>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5"/>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5"/>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5"/>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5"/>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5"/>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85"/>
          <p:cNvGrpSpPr/>
          <p:nvPr/>
        </p:nvGrpSpPr>
        <p:grpSpPr>
          <a:xfrm>
            <a:off x="4862826" y="2738651"/>
            <a:ext cx="314662" cy="358971"/>
            <a:chOff x="-54793175" y="3198925"/>
            <a:chExt cx="279625" cy="319000"/>
          </a:xfrm>
        </p:grpSpPr>
        <p:sp>
          <p:nvSpPr>
            <p:cNvPr id="6966" name="Google Shape;6966;p85"/>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5"/>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5"/>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5"/>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5"/>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5"/>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5"/>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3" name="Google Shape;6973;p85"/>
          <p:cNvGrpSpPr/>
          <p:nvPr/>
        </p:nvGrpSpPr>
        <p:grpSpPr>
          <a:xfrm>
            <a:off x="7503249" y="3202536"/>
            <a:ext cx="337703" cy="357845"/>
            <a:chOff x="-52450000" y="3584850"/>
            <a:chExt cx="300100" cy="318000"/>
          </a:xfrm>
        </p:grpSpPr>
        <p:sp>
          <p:nvSpPr>
            <p:cNvPr id="6974" name="Google Shape;6974;p85"/>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5"/>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5"/>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5"/>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5"/>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5"/>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5"/>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1" name="Google Shape;6981;p85"/>
          <p:cNvGrpSpPr/>
          <p:nvPr/>
        </p:nvGrpSpPr>
        <p:grpSpPr>
          <a:xfrm>
            <a:off x="7514769" y="3667009"/>
            <a:ext cx="314662" cy="357226"/>
            <a:chOff x="-52440550" y="3977875"/>
            <a:chExt cx="279625" cy="317450"/>
          </a:xfrm>
        </p:grpSpPr>
        <p:sp>
          <p:nvSpPr>
            <p:cNvPr id="6982" name="Google Shape;6982;p85"/>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5"/>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5"/>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5"/>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5"/>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5"/>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5"/>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5"/>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0" name="Google Shape;6990;p85"/>
          <p:cNvGrpSpPr/>
          <p:nvPr/>
        </p:nvGrpSpPr>
        <p:grpSpPr>
          <a:xfrm>
            <a:off x="6626703" y="4123215"/>
            <a:ext cx="314662" cy="358999"/>
            <a:chOff x="-51623775" y="3584850"/>
            <a:chExt cx="279625" cy="319025"/>
          </a:xfrm>
        </p:grpSpPr>
        <p:sp>
          <p:nvSpPr>
            <p:cNvPr id="6991" name="Google Shape;6991;p85"/>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5"/>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5"/>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5"/>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5"/>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5"/>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5"/>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5"/>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5"/>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00" name="Google Shape;7000;p85"/>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001" name="Google Shape;7001;p85"/>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05"/>
        <p:cNvGrpSpPr/>
        <p:nvPr/>
      </p:nvGrpSpPr>
      <p:grpSpPr>
        <a:xfrm>
          <a:off x="0" y="0"/>
          <a:ext cx="0" cy="0"/>
          <a:chOff x="0" y="0"/>
          <a:chExt cx="0" cy="0"/>
        </a:xfrm>
      </p:grpSpPr>
      <p:grpSp>
        <p:nvGrpSpPr>
          <p:cNvPr id="7006" name="Google Shape;7006;p86"/>
          <p:cNvGrpSpPr/>
          <p:nvPr/>
        </p:nvGrpSpPr>
        <p:grpSpPr>
          <a:xfrm>
            <a:off x="866775" y="1386849"/>
            <a:ext cx="276003" cy="357300"/>
            <a:chOff x="-50469125" y="3183175"/>
            <a:chExt cx="233150" cy="301825"/>
          </a:xfrm>
        </p:grpSpPr>
        <p:sp>
          <p:nvSpPr>
            <p:cNvPr id="7007" name="Google Shape;7007;p86"/>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6"/>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6"/>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0" name="Google Shape;7010;p86"/>
          <p:cNvGrpSpPr/>
          <p:nvPr/>
        </p:nvGrpSpPr>
        <p:grpSpPr>
          <a:xfrm>
            <a:off x="826674" y="1822251"/>
            <a:ext cx="356205" cy="355288"/>
            <a:chOff x="-50504575" y="3550975"/>
            <a:chExt cx="300900" cy="300125"/>
          </a:xfrm>
        </p:grpSpPr>
        <p:sp>
          <p:nvSpPr>
            <p:cNvPr id="7011" name="Google Shape;7011;p86"/>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6"/>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6"/>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6"/>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5" name="Google Shape;7015;p86"/>
          <p:cNvGrpSpPr/>
          <p:nvPr/>
        </p:nvGrpSpPr>
        <p:grpSpPr>
          <a:xfrm>
            <a:off x="826674" y="2260493"/>
            <a:ext cx="356205" cy="354341"/>
            <a:chOff x="-50503000" y="3921175"/>
            <a:chExt cx="300900" cy="299325"/>
          </a:xfrm>
        </p:grpSpPr>
        <p:sp>
          <p:nvSpPr>
            <p:cNvPr id="7016" name="Google Shape;7016;p86"/>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6"/>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6"/>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6"/>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6"/>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1" name="Google Shape;7021;p86"/>
          <p:cNvGrpSpPr/>
          <p:nvPr/>
        </p:nvGrpSpPr>
        <p:grpSpPr>
          <a:xfrm>
            <a:off x="3030727" y="1406411"/>
            <a:ext cx="355258" cy="356205"/>
            <a:chOff x="-48630025" y="3199700"/>
            <a:chExt cx="300100" cy="300900"/>
          </a:xfrm>
        </p:grpSpPr>
        <p:sp>
          <p:nvSpPr>
            <p:cNvPr id="7022" name="Google Shape;7022;p86"/>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6"/>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6"/>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5" name="Google Shape;7025;p86"/>
          <p:cNvGrpSpPr/>
          <p:nvPr/>
        </p:nvGrpSpPr>
        <p:grpSpPr>
          <a:xfrm>
            <a:off x="3030727" y="1843707"/>
            <a:ext cx="355258" cy="355258"/>
            <a:chOff x="-48630025" y="3569100"/>
            <a:chExt cx="300100" cy="300100"/>
          </a:xfrm>
        </p:grpSpPr>
        <p:sp>
          <p:nvSpPr>
            <p:cNvPr id="7026" name="Google Shape;7026;p86"/>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6"/>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6"/>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6"/>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6"/>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6"/>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6"/>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6"/>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6"/>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6"/>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6" name="Google Shape;7036;p86"/>
          <p:cNvGrpSpPr/>
          <p:nvPr/>
        </p:nvGrpSpPr>
        <p:grpSpPr>
          <a:xfrm>
            <a:off x="3031201" y="2281003"/>
            <a:ext cx="354311" cy="353394"/>
            <a:chOff x="-48629225" y="3938500"/>
            <a:chExt cx="299300" cy="298525"/>
          </a:xfrm>
        </p:grpSpPr>
        <p:sp>
          <p:nvSpPr>
            <p:cNvPr id="7037" name="Google Shape;7037;p86"/>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6"/>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6"/>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6"/>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1" name="Google Shape;7041;p86"/>
          <p:cNvGrpSpPr/>
          <p:nvPr/>
        </p:nvGrpSpPr>
        <p:grpSpPr>
          <a:xfrm>
            <a:off x="1766604" y="2752344"/>
            <a:ext cx="311458" cy="354341"/>
            <a:chOff x="-46762575" y="3200500"/>
            <a:chExt cx="263100" cy="299325"/>
          </a:xfrm>
        </p:grpSpPr>
        <p:sp>
          <p:nvSpPr>
            <p:cNvPr id="7042" name="Google Shape;7042;p86"/>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6"/>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6"/>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6"/>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6"/>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86"/>
          <p:cNvGrpSpPr/>
          <p:nvPr/>
        </p:nvGrpSpPr>
        <p:grpSpPr>
          <a:xfrm>
            <a:off x="1744689" y="3211066"/>
            <a:ext cx="355288" cy="312375"/>
            <a:chOff x="-46779900" y="3588000"/>
            <a:chExt cx="300125" cy="263875"/>
          </a:xfrm>
        </p:grpSpPr>
        <p:sp>
          <p:nvSpPr>
            <p:cNvPr id="7048" name="Google Shape;7048;p86"/>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6"/>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6"/>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6"/>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2" name="Google Shape;7052;p86"/>
          <p:cNvGrpSpPr/>
          <p:nvPr/>
        </p:nvGrpSpPr>
        <p:grpSpPr>
          <a:xfrm>
            <a:off x="1745162" y="3625988"/>
            <a:ext cx="354341" cy="353394"/>
            <a:chOff x="-46779100" y="3938500"/>
            <a:chExt cx="299325" cy="298525"/>
          </a:xfrm>
        </p:grpSpPr>
        <p:sp>
          <p:nvSpPr>
            <p:cNvPr id="7053" name="Google Shape;7053;p86"/>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6"/>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5" name="Google Shape;7055;p86"/>
          <p:cNvGrpSpPr/>
          <p:nvPr/>
        </p:nvGrpSpPr>
        <p:grpSpPr>
          <a:xfrm>
            <a:off x="3952900" y="2758855"/>
            <a:ext cx="355258" cy="355288"/>
            <a:chOff x="-44924250" y="3206000"/>
            <a:chExt cx="300100" cy="300125"/>
          </a:xfrm>
        </p:grpSpPr>
        <p:sp>
          <p:nvSpPr>
            <p:cNvPr id="7056" name="Google Shape;7056;p86"/>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6"/>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6"/>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6"/>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6"/>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1" name="Google Shape;7061;p86"/>
          <p:cNvGrpSpPr/>
          <p:nvPr/>
        </p:nvGrpSpPr>
        <p:grpSpPr>
          <a:xfrm>
            <a:off x="1267386" y="1386849"/>
            <a:ext cx="355258" cy="355258"/>
            <a:chOff x="-50134375" y="3183175"/>
            <a:chExt cx="300100" cy="300100"/>
          </a:xfrm>
        </p:grpSpPr>
        <p:sp>
          <p:nvSpPr>
            <p:cNvPr id="7062" name="Google Shape;7062;p86"/>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6"/>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6"/>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6"/>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6"/>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6"/>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6"/>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6"/>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6"/>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6"/>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86"/>
          <p:cNvGrpSpPr/>
          <p:nvPr/>
        </p:nvGrpSpPr>
        <p:grpSpPr>
          <a:xfrm>
            <a:off x="1267386" y="1822251"/>
            <a:ext cx="355258" cy="355288"/>
            <a:chOff x="-50134375" y="3550975"/>
            <a:chExt cx="300100" cy="300125"/>
          </a:xfrm>
        </p:grpSpPr>
        <p:sp>
          <p:nvSpPr>
            <p:cNvPr id="7073" name="Google Shape;7073;p86"/>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6"/>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86"/>
          <p:cNvGrpSpPr/>
          <p:nvPr/>
        </p:nvGrpSpPr>
        <p:grpSpPr>
          <a:xfrm>
            <a:off x="1267386" y="2259783"/>
            <a:ext cx="355258" cy="355051"/>
            <a:chOff x="-50134375" y="3920575"/>
            <a:chExt cx="300100" cy="299925"/>
          </a:xfrm>
        </p:grpSpPr>
        <p:sp>
          <p:nvSpPr>
            <p:cNvPr id="7076" name="Google Shape;7076;p86"/>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6"/>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6"/>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9" name="Google Shape;7079;p86"/>
          <p:cNvGrpSpPr/>
          <p:nvPr/>
        </p:nvGrpSpPr>
        <p:grpSpPr>
          <a:xfrm>
            <a:off x="3478110" y="1407358"/>
            <a:ext cx="357123" cy="355258"/>
            <a:chOff x="-48262200" y="3200500"/>
            <a:chExt cx="301675" cy="300100"/>
          </a:xfrm>
        </p:grpSpPr>
        <p:sp>
          <p:nvSpPr>
            <p:cNvPr id="7080" name="Google Shape;7080;p86"/>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6"/>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6"/>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6"/>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6"/>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6"/>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6"/>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6"/>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6"/>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9" name="Google Shape;7089;p86"/>
          <p:cNvGrpSpPr/>
          <p:nvPr/>
        </p:nvGrpSpPr>
        <p:grpSpPr>
          <a:xfrm>
            <a:off x="3507483" y="1844447"/>
            <a:ext cx="298377" cy="354519"/>
            <a:chOff x="-48233050" y="3569725"/>
            <a:chExt cx="252050" cy="299475"/>
          </a:xfrm>
        </p:grpSpPr>
        <p:sp>
          <p:nvSpPr>
            <p:cNvPr id="7090" name="Google Shape;7090;p86"/>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6"/>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6"/>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86"/>
          <p:cNvGrpSpPr/>
          <p:nvPr/>
        </p:nvGrpSpPr>
        <p:grpSpPr>
          <a:xfrm>
            <a:off x="3531248" y="2278191"/>
            <a:ext cx="250847" cy="358070"/>
            <a:chOff x="-48216525" y="3936125"/>
            <a:chExt cx="211900" cy="302475"/>
          </a:xfrm>
        </p:grpSpPr>
        <p:sp>
          <p:nvSpPr>
            <p:cNvPr id="7094" name="Google Shape;7094;p86"/>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6"/>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6"/>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6"/>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8" name="Google Shape;7098;p86"/>
          <p:cNvGrpSpPr/>
          <p:nvPr/>
        </p:nvGrpSpPr>
        <p:grpSpPr>
          <a:xfrm>
            <a:off x="2186966" y="2753261"/>
            <a:ext cx="355258" cy="355288"/>
            <a:chOff x="-46410500" y="3201275"/>
            <a:chExt cx="300100" cy="300125"/>
          </a:xfrm>
        </p:grpSpPr>
        <p:sp>
          <p:nvSpPr>
            <p:cNvPr id="7099" name="Google Shape;7099;p86"/>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6"/>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6"/>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6"/>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6"/>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4" name="Google Shape;7104;p86"/>
          <p:cNvGrpSpPr/>
          <p:nvPr/>
        </p:nvGrpSpPr>
        <p:grpSpPr>
          <a:xfrm>
            <a:off x="2186966" y="3188692"/>
            <a:ext cx="355258" cy="356205"/>
            <a:chOff x="-46409700" y="3569100"/>
            <a:chExt cx="300100" cy="300900"/>
          </a:xfrm>
        </p:grpSpPr>
        <p:sp>
          <p:nvSpPr>
            <p:cNvPr id="7105" name="Google Shape;7105;p86"/>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6"/>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6"/>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6"/>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6"/>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0" name="Google Shape;7110;p86"/>
          <p:cNvGrpSpPr/>
          <p:nvPr/>
        </p:nvGrpSpPr>
        <p:grpSpPr>
          <a:xfrm>
            <a:off x="2174847" y="3624124"/>
            <a:ext cx="379497" cy="358070"/>
            <a:chOff x="-46422300" y="3936925"/>
            <a:chExt cx="320575" cy="302475"/>
          </a:xfrm>
        </p:grpSpPr>
        <p:sp>
          <p:nvSpPr>
            <p:cNvPr id="7111" name="Google Shape;7111;p86"/>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6"/>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86"/>
          <p:cNvGrpSpPr/>
          <p:nvPr/>
        </p:nvGrpSpPr>
        <p:grpSpPr>
          <a:xfrm>
            <a:off x="3952426" y="3178452"/>
            <a:ext cx="356205" cy="355258"/>
            <a:chOff x="-44914800" y="3560450"/>
            <a:chExt cx="300900" cy="300100"/>
          </a:xfrm>
        </p:grpSpPr>
        <p:sp>
          <p:nvSpPr>
            <p:cNvPr id="7114" name="Google Shape;7114;p86"/>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6"/>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6"/>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6"/>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6"/>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86"/>
          <p:cNvGrpSpPr/>
          <p:nvPr/>
        </p:nvGrpSpPr>
        <p:grpSpPr>
          <a:xfrm>
            <a:off x="1707478" y="1387086"/>
            <a:ext cx="354311" cy="354104"/>
            <a:chOff x="-49764975" y="3183375"/>
            <a:chExt cx="299300" cy="299125"/>
          </a:xfrm>
        </p:grpSpPr>
        <p:sp>
          <p:nvSpPr>
            <p:cNvPr id="7120" name="Google Shape;7120;p86"/>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6"/>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6"/>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6"/>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6"/>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6"/>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6"/>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6"/>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6"/>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9" name="Google Shape;7129;p86"/>
          <p:cNvGrpSpPr/>
          <p:nvPr/>
        </p:nvGrpSpPr>
        <p:grpSpPr>
          <a:xfrm>
            <a:off x="1707478" y="1822547"/>
            <a:ext cx="354311" cy="355909"/>
            <a:chOff x="-49764975" y="3551225"/>
            <a:chExt cx="299300" cy="300650"/>
          </a:xfrm>
        </p:grpSpPr>
        <p:sp>
          <p:nvSpPr>
            <p:cNvPr id="7130" name="Google Shape;7130;p86"/>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6"/>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6"/>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6"/>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6"/>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6"/>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6"/>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6"/>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6"/>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6"/>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6"/>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1" name="Google Shape;7141;p86"/>
          <p:cNvGrpSpPr/>
          <p:nvPr/>
        </p:nvGrpSpPr>
        <p:grpSpPr>
          <a:xfrm>
            <a:off x="1705140" y="2259310"/>
            <a:ext cx="358987" cy="355525"/>
            <a:chOff x="-49766550" y="3920175"/>
            <a:chExt cx="303250" cy="300325"/>
          </a:xfrm>
        </p:grpSpPr>
        <p:sp>
          <p:nvSpPr>
            <p:cNvPr id="7142" name="Google Shape;7142;p86"/>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6"/>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6"/>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6"/>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86"/>
          <p:cNvGrpSpPr/>
          <p:nvPr/>
        </p:nvGrpSpPr>
        <p:grpSpPr>
          <a:xfrm>
            <a:off x="3920671" y="1407358"/>
            <a:ext cx="357123" cy="354341"/>
            <a:chOff x="-47892800" y="3200500"/>
            <a:chExt cx="301675" cy="299325"/>
          </a:xfrm>
        </p:grpSpPr>
        <p:sp>
          <p:nvSpPr>
            <p:cNvPr id="7147" name="Google Shape;7147;p86"/>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6"/>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6"/>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6"/>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6"/>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6"/>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86"/>
          <p:cNvGrpSpPr/>
          <p:nvPr/>
        </p:nvGrpSpPr>
        <p:grpSpPr>
          <a:xfrm>
            <a:off x="3984537" y="1843707"/>
            <a:ext cx="229391" cy="355258"/>
            <a:chOff x="-47839250" y="3569100"/>
            <a:chExt cx="193775" cy="300100"/>
          </a:xfrm>
        </p:grpSpPr>
        <p:sp>
          <p:nvSpPr>
            <p:cNvPr id="7154" name="Google Shape;7154;p86"/>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6"/>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6"/>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6"/>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6"/>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6"/>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86"/>
          <p:cNvGrpSpPr/>
          <p:nvPr/>
        </p:nvGrpSpPr>
        <p:grpSpPr>
          <a:xfrm>
            <a:off x="3921603" y="2280056"/>
            <a:ext cx="355258" cy="356205"/>
            <a:chOff x="-47892800" y="3937700"/>
            <a:chExt cx="300100" cy="300900"/>
          </a:xfrm>
        </p:grpSpPr>
        <p:sp>
          <p:nvSpPr>
            <p:cNvPr id="7161" name="Google Shape;7161;p86"/>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6"/>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6"/>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6"/>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6"/>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6"/>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6"/>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6"/>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9" name="Google Shape;7169;p86"/>
          <p:cNvGrpSpPr/>
          <p:nvPr/>
        </p:nvGrpSpPr>
        <p:grpSpPr>
          <a:xfrm>
            <a:off x="2626898" y="2773770"/>
            <a:ext cx="355258" cy="311458"/>
            <a:chOff x="-46042675" y="3218600"/>
            <a:chExt cx="300100" cy="263100"/>
          </a:xfrm>
        </p:grpSpPr>
        <p:sp>
          <p:nvSpPr>
            <p:cNvPr id="7170" name="Google Shape;7170;p86"/>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6"/>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6"/>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6"/>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6"/>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6"/>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6" name="Google Shape;7176;p86"/>
          <p:cNvGrpSpPr/>
          <p:nvPr/>
        </p:nvGrpSpPr>
        <p:grpSpPr>
          <a:xfrm>
            <a:off x="2626898" y="3188219"/>
            <a:ext cx="355258" cy="323118"/>
            <a:chOff x="-46042675" y="3568700"/>
            <a:chExt cx="300100" cy="272950"/>
          </a:xfrm>
        </p:grpSpPr>
        <p:sp>
          <p:nvSpPr>
            <p:cNvPr id="7177" name="Google Shape;7177;p86"/>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6"/>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6"/>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6"/>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1" name="Google Shape;7181;p86"/>
          <p:cNvGrpSpPr/>
          <p:nvPr/>
        </p:nvGrpSpPr>
        <p:grpSpPr>
          <a:xfrm>
            <a:off x="2668849" y="3625189"/>
            <a:ext cx="271357" cy="356057"/>
            <a:chOff x="-46007225" y="3937825"/>
            <a:chExt cx="229225" cy="300775"/>
          </a:xfrm>
        </p:grpSpPr>
        <p:sp>
          <p:nvSpPr>
            <p:cNvPr id="7182" name="Google Shape;7182;p86"/>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6"/>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6"/>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6"/>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6"/>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6"/>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6"/>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6"/>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6"/>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6"/>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86"/>
          <p:cNvGrpSpPr/>
          <p:nvPr/>
        </p:nvGrpSpPr>
        <p:grpSpPr>
          <a:xfrm>
            <a:off x="3974341" y="3615275"/>
            <a:ext cx="312375" cy="357596"/>
            <a:chOff x="-44895900" y="3929450"/>
            <a:chExt cx="263875" cy="302075"/>
          </a:xfrm>
        </p:grpSpPr>
        <p:sp>
          <p:nvSpPr>
            <p:cNvPr id="7193" name="Google Shape;7193;p86"/>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6"/>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6"/>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6"/>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6"/>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6"/>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9" name="Google Shape;7199;p86"/>
          <p:cNvGrpSpPr/>
          <p:nvPr/>
        </p:nvGrpSpPr>
        <p:grpSpPr>
          <a:xfrm>
            <a:off x="2148160" y="1398036"/>
            <a:ext cx="356205" cy="332885"/>
            <a:chOff x="-49397175" y="3192625"/>
            <a:chExt cx="300900" cy="281200"/>
          </a:xfrm>
        </p:grpSpPr>
        <p:sp>
          <p:nvSpPr>
            <p:cNvPr id="7200" name="Google Shape;7200;p86"/>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6"/>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6"/>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6"/>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6"/>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86"/>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6"/>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7" name="Google Shape;7207;p86"/>
          <p:cNvGrpSpPr/>
          <p:nvPr/>
        </p:nvGrpSpPr>
        <p:grpSpPr>
          <a:xfrm>
            <a:off x="2174263" y="1822251"/>
            <a:ext cx="304000" cy="356205"/>
            <a:chOff x="-49375900" y="3550975"/>
            <a:chExt cx="256800" cy="300900"/>
          </a:xfrm>
        </p:grpSpPr>
        <p:sp>
          <p:nvSpPr>
            <p:cNvPr id="7208" name="Google Shape;7208;p86"/>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6"/>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6"/>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6"/>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6"/>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6"/>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6"/>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6"/>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6"/>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6"/>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6"/>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86"/>
          <p:cNvGrpSpPr/>
          <p:nvPr/>
        </p:nvGrpSpPr>
        <p:grpSpPr>
          <a:xfrm>
            <a:off x="2169616" y="2259546"/>
            <a:ext cx="313293" cy="356205"/>
            <a:chOff x="-49378250" y="3920375"/>
            <a:chExt cx="264650" cy="300900"/>
          </a:xfrm>
        </p:grpSpPr>
        <p:sp>
          <p:nvSpPr>
            <p:cNvPr id="7220" name="Google Shape;7220;p86"/>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6"/>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6"/>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6"/>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6"/>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6"/>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6"/>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86"/>
          <p:cNvGrpSpPr/>
          <p:nvPr/>
        </p:nvGrpSpPr>
        <p:grpSpPr>
          <a:xfrm>
            <a:off x="888604" y="2752344"/>
            <a:ext cx="312375" cy="357123"/>
            <a:chOff x="-47505300" y="3200500"/>
            <a:chExt cx="263875" cy="301675"/>
          </a:xfrm>
        </p:grpSpPr>
        <p:sp>
          <p:nvSpPr>
            <p:cNvPr id="7228" name="Google Shape;7228;p86"/>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6"/>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6"/>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6"/>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6"/>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6"/>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6"/>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6"/>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6"/>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6"/>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6"/>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6"/>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6"/>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1" name="Google Shape;7241;p86"/>
          <p:cNvGrpSpPr/>
          <p:nvPr/>
        </p:nvGrpSpPr>
        <p:grpSpPr>
          <a:xfrm>
            <a:off x="866704" y="3188692"/>
            <a:ext cx="356176" cy="355051"/>
            <a:chOff x="-47524975" y="3569100"/>
            <a:chExt cx="300875" cy="299925"/>
          </a:xfrm>
        </p:grpSpPr>
        <p:sp>
          <p:nvSpPr>
            <p:cNvPr id="7242" name="Google Shape;7242;p86"/>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6"/>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6"/>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6"/>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6"/>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86"/>
          <p:cNvGrpSpPr/>
          <p:nvPr/>
        </p:nvGrpSpPr>
        <p:grpSpPr>
          <a:xfrm>
            <a:off x="867162" y="3667954"/>
            <a:ext cx="355258" cy="270410"/>
            <a:chOff x="-47523400" y="3973950"/>
            <a:chExt cx="300100" cy="228425"/>
          </a:xfrm>
        </p:grpSpPr>
        <p:sp>
          <p:nvSpPr>
            <p:cNvPr id="7248" name="Google Shape;7248;p86"/>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6"/>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6"/>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6"/>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6"/>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3" name="Google Shape;7253;p86"/>
          <p:cNvGrpSpPr/>
          <p:nvPr/>
        </p:nvGrpSpPr>
        <p:grpSpPr>
          <a:xfrm>
            <a:off x="3072283" y="2750953"/>
            <a:ext cx="354341" cy="357596"/>
            <a:chOff x="-45673275" y="3199325"/>
            <a:chExt cx="299325" cy="302075"/>
          </a:xfrm>
        </p:grpSpPr>
        <p:sp>
          <p:nvSpPr>
            <p:cNvPr id="7254" name="Google Shape;7254;p86"/>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6"/>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6"/>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7" name="Google Shape;7257;p86"/>
          <p:cNvGrpSpPr/>
          <p:nvPr/>
        </p:nvGrpSpPr>
        <p:grpSpPr>
          <a:xfrm>
            <a:off x="3071351" y="3209202"/>
            <a:ext cx="356205" cy="314240"/>
            <a:chOff x="-45674075" y="3586425"/>
            <a:chExt cx="300900" cy="265450"/>
          </a:xfrm>
        </p:grpSpPr>
        <p:sp>
          <p:nvSpPr>
            <p:cNvPr id="7258" name="Google Shape;7258;p86"/>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6"/>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0" name="Google Shape;7260;p86"/>
          <p:cNvGrpSpPr/>
          <p:nvPr/>
        </p:nvGrpSpPr>
        <p:grpSpPr>
          <a:xfrm>
            <a:off x="3072283" y="3625041"/>
            <a:ext cx="354341" cy="356205"/>
            <a:chOff x="-45673275" y="3937700"/>
            <a:chExt cx="299325" cy="300900"/>
          </a:xfrm>
        </p:grpSpPr>
        <p:sp>
          <p:nvSpPr>
            <p:cNvPr id="7261" name="Google Shape;7261;p86"/>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6"/>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6"/>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6"/>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6"/>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6"/>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7" name="Google Shape;7267;p86"/>
          <p:cNvGrpSpPr/>
          <p:nvPr/>
        </p:nvGrpSpPr>
        <p:grpSpPr>
          <a:xfrm>
            <a:off x="2186449" y="4117825"/>
            <a:ext cx="356205" cy="356205"/>
            <a:chOff x="-44512325" y="3176075"/>
            <a:chExt cx="300900" cy="300900"/>
          </a:xfrm>
        </p:grpSpPr>
        <p:sp>
          <p:nvSpPr>
            <p:cNvPr id="7268" name="Google Shape;7268;p86"/>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6"/>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6"/>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1" name="Google Shape;7271;p86"/>
          <p:cNvGrpSpPr/>
          <p:nvPr/>
        </p:nvGrpSpPr>
        <p:grpSpPr>
          <a:xfrm>
            <a:off x="2589789" y="1386849"/>
            <a:ext cx="354341" cy="354341"/>
            <a:chOff x="-49027775" y="3183175"/>
            <a:chExt cx="299325" cy="299325"/>
          </a:xfrm>
        </p:grpSpPr>
        <p:sp>
          <p:nvSpPr>
            <p:cNvPr id="7272" name="Google Shape;7272;p86"/>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6"/>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6"/>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6"/>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6" name="Google Shape;7276;p86"/>
          <p:cNvGrpSpPr/>
          <p:nvPr/>
        </p:nvGrpSpPr>
        <p:grpSpPr>
          <a:xfrm>
            <a:off x="2589330" y="1822251"/>
            <a:ext cx="355258" cy="357152"/>
            <a:chOff x="-49027775" y="3550975"/>
            <a:chExt cx="300100" cy="301700"/>
          </a:xfrm>
        </p:grpSpPr>
        <p:sp>
          <p:nvSpPr>
            <p:cNvPr id="7277" name="Google Shape;7277;p86"/>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86"/>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6"/>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6"/>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6"/>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6"/>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6"/>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6"/>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6"/>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6"/>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86"/>
          <p:cNvGrpSpPr/>
          <p:nvPr/>
        </p:nvGrpSpPr>
        <p:grpSpPr>
          <a:xfrm>
            <a:off x="2587406" y="2259310"/>
            <a:ext cx="359106" cy="355525"/>
            <a:chOff x="-49031025" y="3920175"/>
            <a:chExt cx="303350" cy="300325"/>
          </a:xfrm>
        </p:grpSpPr>
        <p:sp>
          <p:nvSpPr>
            <p:cNvPr id="7288" name="Google Shape;7288;p86"/>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6"/>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6"/>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6"/>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6"/>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6"/>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4" name="Google Shape;7294;p86"/>
          <p:cNvGrpSpPr/>
          <p:nvPr/>
        </p:nvGrpSpPr>
        <p:grpSpPr>
          <a:xfrm>
            <a:off x="1303511" y="2752344"/>
            <a:ext cx="356176" cy="354341"/>
            <a:chOff x="-47155575" y="3200500"/>
            <a:chExt cx="300875" cy="299325"/>
          </a:xfrm>
        </p:grpSpPr>
        <p:sp>
          <p:nvSpPr>
            <p:cNvPr id="7295" name="Google Shape;7295;p86"/>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86"/>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6"/>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6"/>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6"/>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6"/>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1" name="Google Shape;7301;p86"/>
          <p:cNvGrpSpPr/>
          <p:nvPr/>
        </p:nvGrpSpPr>
        <p:grpSpPr>
          <a:xfrm>
            <a:off x="1303970" y="3188692"/>
            <a:ext cx="355258" cy="355258"/>
            <a:chOff x="-47154800" y="3569100"/>
            <a:chExt cx="300100" cy="300100"/>
          </a:xfrm>
        </p:grpSpPr>
        <p:sp>
          <p:nvSpPr>
            <p:cNvPr id="7302" name="Google Shape;7302;p86"/>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6"/>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6"/>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6"/>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6"/>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6"/>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86"/>
          <p:cNvGrpSpPr/>
          <p:nvPr/>
        </p:nvGrpSpPr>
        <p:grpSpPr>
          <a:xfrm>
            <a:off x="1304443" y="3626905"/>
            <a:ext cx="354311" cy="353423"/>
            <a:chOff x="-47154000" y="3939275"/>
            <a:chExt cx="299300" cy="298550"/>
          </a:xfrm>
        </p:grpSpPr>
        <p:sp>
          <p:nvSpPr>
            <p:cNvPr id="7309" name="Google Shape;7309;p86"/>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6"/>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6"/>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6"/>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3" name="Google Shape;7313;p86"/>
          <p:cNvGrpSpPr/>
          <p:nvPr/>
        </p:nvGrpSpPr>
        <p:grpSpPr>
          <a:xfrm>
            <a:off x="3529733" y="2752344"/>
            <a:ext cx="312375" cy="354341"/>
            <a:chOff x="-45286550" y="3200500"/>
            <a:chExt cx="263875" cy="299325"/>
          </a:xfrm>
        </p:grpSpPr>
        <p:sp>
          <p:nvSpPr>
            <p:cNvPr id="7314" name="Google Shape;7314;p86"/>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6"/>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6"/>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7" name="Google Shape;7317;p86"/>
          <p:cNvGrpSpPr/>
          <p:nvPr/>
        </p:nvGrpSpPr>
        <p:grpSpPr>
          <a:xfrm>
            <a:off x="3529733" y="3189639"/>
            <a:ext cx="312375" cy="354311"/>
            <a:chOff x="-45286550" y="3569900"/>
            <a:chExt cx="263875" cy="299300"/>
          </a:xfrm>
        </p:grpSpPr>
        <p:sp>
          <p:nvSpPr>
            <p:cNvPr id="7318" name="Google Shape;7318;p86"/>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6"/>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6"/>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6"/>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6"/>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6"/>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4" name="Google Shape;7324;p86"/>
          <p:cNvGrpSpPr/>
          <p:nvPr/>
        </p:nvGrpSpPr>
        <p:grpSpPr>
          <a:xfrm>
            <a:off x="3540920" y="3625988"/>
            <a:ext cx="290001" cy="355258"/>
            <a:chOff x="-45277900" y="3938500"/>
            <a:chExt cx="244975" cy="300100"/>
          </a:xfrm>
        </p:grpSpPr>
        <p:sp>
          <p:nvSpPr>
            <p:cNvPr id="7325" name="Google Shape;7325;p86"/>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6"/>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6"/>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6"/>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9" name="Google Shape;7329;p86"/>
          <p:cNvGrpSpPr/>
          <p:nvPr/>
        </p:nvGrpSpPr>
        <p:grpSpPr>
          <a:xfrm>
            <a:off x="2626869" y="4095090"/>
            <a:ext cx="355258" cy="355258"/>
            <a:chOff x="-44502875" y="3576975"/>
            <a:chExt cx="300100" cy="300100"/>
          </a:xfrm>
        </p:grpSpPr>
        <p:sp>
          <p:nvSpPr>
            <p:cNvPr id="7330" name="Google Shape;7330;p86"/>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6"/>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6"/>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3" name="Google Shape;7333;p86"/>
          <p:cNvGrpSpPr/>
          <p:nvPr/>
        </p:nvGrpSpPr>
        <p:grpSpPr>
          <a:xfrm>
            <a:off x="4835456" y="1828361"/>
            <a:ext cx="356196" cy="354670"/>
            <a:chOff x="-13946200" y="3647075"/>
            <a:chExt cx="353650" cy="352100"/>
          </a:xfrm>
        </p:grpSpPr>
        <p:sp>
          <p:nvSpPr>
            <p:cNvPr id="7334" name="Google Shape;7334;p86"/>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6"/>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6"/>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6"/>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6"/>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6"/>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0" name="Google Shape;7340;p86"/>
          <p:cNvGrpSpPr/>
          <p:nvPr/>
        </p:nvGrpSpPr>
        <p:grpSpPr>
          <a:xfrm>
            <a:off x="6618849" y="1387844"/>
            <a:ext cx="357002" cy="354267"/>
            <a:chOff x="-12163025" y="3214275"/>
            <a:chExt cx="354450" cy="351700"/>
          </a:xfrm>
        </p:grpSpPr>
        <p:sp>
          <p:nvSpPr>
            <p:cNvPr id="7341" name="Google Shape;7341;p86"/>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6"/>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6"/>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4" name="Google Shape;7344;p86"/>
          <p:cNvGrpSpPr/>
          <p:nvPr/>
        </p:nvGrpSpPr>
        <p:grpSpPr>
          <a:xfrm>
            <a:off x="6619629" y="1827581"/>
            <a:ext cx="355441" cy="356232"/>
            <a:chOff x="-12160675" y="3647875"/>
            <a:chExt cx="352900" cy="353650"/>
          </a:xfrm>
        </p:grpSpPr>
        <p:sp>
          <p:nvSpPr>
            <p:cNvPr id="7345" name="Google Shape;7345;p86"/>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6"/>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6"/>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6"/>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6"/>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6"/>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6"/>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86"/>
          <p:cNvGrpSpPr/>
          <p:nvPr/>
        </p:nvGrpSpPr>
        <p:grpSpPr>
          <a:xfrm>
            <a:off x="6630345" y="2272036"/>
            <a:ext cx="354635" cy="356232"/>
            <a:chOff x="-12160675" y="4081850"/>
            <a:chExt cx="352100" cy="353650"/>
          </a:xfrm>
        </p:grpSpPr>
        <p:sp>
          <p:nvSpPr>
            <p:cNvPr id="7353" name="Google Shape;7353;p86"/>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6"/>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6"/>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6"/>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6"/>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6"/>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9" name="Google Shape;7359;p86"/>
          <p:cNvGrpSpPr/>
          <p:nvPr/>
        </p:nvGrpSpPr>
        <p:grpSpPr>
          <a:xfrm>
            <a:off x="4835311" y="2746480"/>
            <a:ext cx="355416" cy="355652"/>
            <a:chOff x="-10391650" y="3180600"/>
            <a:chExt cx="352875" cy="353075"/>
          </a:xfrm>
        </p:grpSpPr>
        <p:sp>
          <p:nvSpPr>
            <p:cNvPr id="7360" name="Google Shape;7360;p86"/>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6"/>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6"/>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6"/>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6"/>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6"/>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6" name="Google Shape;7366;p86"/>
          <p:cNvGrpSpPr/>
          <p:nvPr/>
        </p:nvGrpSpPr>
        <p:grpSpPr>
          <a:xfrm>
            <a:off x="4835310" y="3223278"/>
            <a:ext cx="354635" cy="353890"/>
            <a:chOff x="-10390875" y="3616350"/>
            <a:chExt cx="352100" cy="351325"/>
          </a:xfrm>
        </p:grpSpPr>
        <p:sp>
          <p:nvSpPr>
            <p:cNvPr id="7367" name="Google Shape;7367;p86"/>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6"/>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6"/>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0" name="Google Shape;7370;p86"/>
          <p:cNvGrpSpPr/>
          <p:nvPr/>
        </p:nvGrpSpPr>
        <p:grpSpPr>
          <a:xfrm>
            <a:off x="7502285" y="2747943"/>
            <a:ext cx="312585" cy="354670"/>
            <a:chOff x="-10370400" y="4049550"/>
            <a:chExt cx="310350" cy="352100"/>
          </a:xfrm>
        </p:grpSpPr>
        <p:sp>
          <p:nvSpPr>
            <p:cNvPr id="7371" name="Google Shape;7371;p86"/>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6"/>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6"/>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6"/>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6"/>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6" name="Google Shape;7376;p86"/>
          <p:cNvGrpSpPr/>
          <p:nvPr/>
        </p:nvGrpSpPr>
        <p:grpSpPr>
          <a:xfrm>
            <a:off x="6606541" y="2746884"/>
            <a:ext cx="379236" cy="354847"/>
            <a:chOff x="-8674650" y="3210975"/>
            <a:chExt cx="376525" cy="352275"/>
          </a:xfrm>
        </p:grpSpPr>
        <p:sp>
          <p:nvSpPr>
            <p:cNvPr id="7377" name="Google Shape;7377;p86"/>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6"/>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6"/>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6"/>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6"/>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6"/>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3" name="Google Shape;7383;p86"/>
          <p:cNvGrpSpPr/>
          <p:nvPr/>
        </p:nvGrpSpPr>
        <p:grpSpPr>
          <a:xfrm>
            <a:off x="5278038" y="1828361"/>
            <a:ext cx="356221" cy="354670"/>
            <a:chOff x="-13512225" y="3647075"/>
            <a:chExt cx="353675" cy="352100"/>
          </a:xfrm>
        </p:grpSpPr>
        <p:sp>
          <p:nvSpPr>
            <p:cNvPr id="7384" name="Google Shape;7384;p86"/>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6"/>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6"/>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6"/>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6"/>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6"/>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6"/>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6"/>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6"/>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6"/>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4" name="Google Shape;7394;p86"/>
          <p:cNvGrpSpPr/>
          <p:nvPr/>
        </p:nvGrpSpPr>
        <p:grpSpPr>
          <a:xfrm>
            <a:off x="5288351" y="2272427"/>
            <a:ext cx="356221" cy="355451"/>
            <a:chOff x="-13512225" y="4080275"/>
            <a:chExt cx="353675" cy="352875"/>
          </a:xfrm>
        </p:grpSpPr>
        <p:sp>
          <p:nvSpPr>
            <p:cNvPr id="7395" name="Google Shape;7395;p86"/>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6"/>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6"/>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6"/>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6"/>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6"/>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6"/>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6"/>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6"/>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6"/>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6"/>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6" name="Google Shape;7406;p86"/>
          <p:cNvGrpSpPr/>
          <p:nvPr/>
        </p:nvGrpSpPr>
        <p:grpSpPr>
          <a:xfrm>
            <a:off x="7061431" y="1419788"/>
            <a:ext cx="356196" cy="290379"/>
            <a:chOff x="-11728250" y="3245400"/>
            <a:chExt cx="353650" cy="288275"/>
          </a:xfrm>
        </p:grpSpPr>
        <p:sp>
          <p:nvSpPr>
            <p:cNvPr id="7407" name="Google Shape;7407;p86"/>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6"/>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6"/>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6"/>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6"/>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86"/>
          <p:cNvGrpSpPr/>
          <p:nvPr/>
        </p:nvGrpSpPr>
        <p:grpSpPr>
          <a:xfrm>
            <a:off x="7093939" y="2272427"/>
            <a:ext cx="311804" cy="355451"/>
            <a:chOff x="-11703850" y="4081850"/>
            <a:chExt cx="309575" cy="352875"/>
          </a:xfrm>
        </p:grpSpPr>
        <p:sp>
          <p:nvSpPr>
            <p:cNvPr id="7413" name="Google Shape;7413;p86"/>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6"/>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6"/>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6"/>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6"/>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6"/>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6"/>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6"/>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86"/>
          <p:cNvGrpSpPr/>
          <p:nvPr/>
        </p:nvGrpSpPr>
        <p:grpSpPr>
          <a:xfrm>
            <a:off x="5282595" y="2746580"/>
            <a:ext cx="357002" cy="355451"/>
            <a:chOff x="-9958475" y="3180025"/>
            <a:chExt cx="354450" cy="352875"/>
          </a:xfrm>
        </p:grpSpPr>
        <p:sp>
          <p:nvSpPr>
            <p:cNvPr id="7422" name="Google Shape;7422;p86"/>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6"/>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6"/>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5" name="Google Shape;7425;p86"/>
          <p:cNvGrpSpPr/>
          <p:nvPr/>
        </p:nvGrpSpPr>
        <p:grpSpPr>
          <a:xfrm>
            <a:off x="5291722" y="3222561"/>
            <a:ext cx="337966" cy="355325"/>
            <a:chOff x="-9949025" y="3615575"/>
            <a:chExt cx="335550" cy="352750"/>
          </a:xfrm>
        </p:grpSpPr>
        <p:sp>
          <p:nvSpPr>
            <p:cNvPr id="7426" name="Google Shape;7426;p86"/>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6"/>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6"/>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86"/>
          <p:cNvGrpSpPr/>
          <p:nvPr/>
        </p:nvGrpSpPr>
        <p:grpSpPr>
          <a:xfrm>
            <a:off x="7926568" y="2746067"/>
            <a:ext cx="360175" cy="358423"/>
            <a:chOff x="-9961625" y="4048175"/>
            <a:chExt cx="357600" cy="355825"/>
          </a:xfrm>
        </p:grpSpPr>
        <p:sp>
          <p:nvSpPr>
            <p:cNvPr id="7430" name="Google Shape;7430;p86"/>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6"/>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6"/>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6"/>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6"/>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6"/>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86"/>
          <p:cNvGrpSpPr/>
          <p:nvPr/>
        </p:nvGrpSpPr>
        <p:grpSpPr>
          <a:xfrm>
            <a:off x="6613289" y="3221579"/>
            <a:ext cx="364959" cy="357289"/>
            <a:chOff x="-8680950" y="3624225"/>
            <a:chExt cx="362350" cy="354700"/>
          </a:xfrm>
        </p:grpSpPr>
        <p:sp>
          <p:nvSpPr>
            <p:cNvPr id="7437" name="Google Shape;7437;p86"/>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6"/>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6"/>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6"/>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6"/>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6"/>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86"/>
          <p:cNvGrpSpPr/>
          <p:nvPr/>
        </p:nvGrpSpPr>
        <p:grpSpPr>
          <a:xfrm>
            <a:off x="5749533" y="1387239"/>
            <a:ext cx="313365" cy="355476"/>
            <a:chOff x="-13056975" y="3212300"/>
            <a:chExt cx="311125" cy="352900"/>
          </a:xfrm>
        </p:grpSpPr>
        <p:sp>
          <p:nvSpPr>
            <p:cNvPr id="7444" name="Google Shape;7444;p86"/>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6"/>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6"/>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6"/>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86"/>
          <p:cNvGrpSpPr/>
          <p:nvPr/>
        </p:nvGrpSpPr>
        <p:grpSpPr>
          <a:xfrm>
            <a:off x="5726921" y="1828034"/>
            <a:ext cx="358588" cy="355325"/>
            <a:chOff x="-13077450" y="3647075"/>
            <a:chExt cx="356025" cy="352750"/>
          </a:xfrm>
        </p:grpSpPr>
        <p:sp>
          <p:nvSpPr>
            <p:cNvPr id="7449" name="Google Shape;7449;p86"/>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6"/>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6"/>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2" name="Google Shape;7452;p86"/>
          <p:cNvGrpSpPr/>
          <p:nvPr/>
        </p:nvGrpSpPr>
        <p:grpSpPr>
          <a:xfrm>
            <a:off x="5738027" y="2271633"/>
            <a:ext cx="357002" cy="357037"/>
            <a:chOff x="-13079025" y="4079475"/>
            <a:chExt cx="354450" cy="354450"/>
          </a:xfrm>
        </p:grpSpPr>
        <p:sp>
          <p:nvSpPr>
            <p:cNvPr id="7453" name="Google Shape;7453;p86"/>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6"/>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6"/>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6"/>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86"/>
          <p:cNvGrpSpPr/>
          <p:nvPr/>
        </p:nvGrpSpPr>
        <p:grpSpPr>
          <a:xfrm>
            <a:off x="7511094" y="1387642"/>
            <a:ext cx="356221" cy="354670"/>
            <a:chOff x="-11292700" y="3213875"/>
            <a:chExt cx="353675" cy="352100"/>
          </a:xfrm>
        </p:grpSpPr>
        <p:sp>
          <p:nvSpPr>
            <p:cNvPr id="7458" name="Google Shape;7458;p86"/>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6"/>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6"/>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6"/>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6"/>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6"/>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6"/>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86"/>
          <p:cNvGrpSpPr/>
          <p:nvPr/>
        </p:nvGrpSpPr>
        <p:grpSpPr>
          <a:xfrm>
            <a:off x="7505152" y="1827581"/>
            <a:ext cx="368106" cy="356232"/>
            <a:chOff x="-11299000" y="3647875"/>
            <a:chExt cx="365475" cy="353650"/>
          </a:xfrm>
        </p:grpSpPr>
        <p:sp>
          <p:nvSpPr>
            <p:cNvPr id="7466" name="Google Shape;7466;p86"/>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6"/>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6"/>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6"/>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6"/>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6"/>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86"/>
          <p:cNvGrpSpPr/>
          <p:nvPr/>
        </p:nvGrpSpPr>
        <p:grpSpPr>
          <a:xfrm>
            <a:off x="7520614" y="2283532"/>
            <a:ext cx="357808" cy="333240"/>
            <a:chOff x="-11295075" y="4092875"/>
            <a:chExt cx="355250" cy="330825"/>
          </a:xfrm>
        </p:grpSpPr>
        <p:sp>
          <p:nvSpPr>
            <p:cNvPr id="7473" name="Google Shape;7473;p86"/>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6"/>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6"/>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6"/>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6"/>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86"/>
          <p:cNvGrpSpPr/>
          <p:nvPr/>
        </p:nvGrpSpPr>
        <p:grpSpPr>
          <a:xfrm>
            <a:off x="5746214" y="2746580"/>
            <a:ext cx="312585" cy="355451"/>
            <a:chOff x="-9500075" y="3180800"/>
            <a:chExt cx="310350" cy="352875"/>
          </a:xfrm>
        </p:grpSpPr>
        <p:sp>
          <p:nvSpPr>
            <p:cNvPr id="7479" name="Google Shape;7479;p86"/>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6"/>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6"/>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6"/>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6"/>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6"/>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6"/>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6"/>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6"/>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8" name="Google Shape;7488;p86"/>
          <p:cNvGrpSpPr/>
          <p:nvPr/>
        </p:nvGrpSpPr>
        <p:grpSpPr>
          <a:xfrm>
            <a:off x="5724005" y="3222095"/>
            <a:ext cx="356221" cy="356257"/>
            <a:chOff x="-9523700" y="3614000"/>
            <a:chExt cx="353675" cy="353675"/>
          </a:xfrm>
        </p:grpSpPr>
        <p:sp>
          <p:nvSpPr>
            <p:cNvPr id="7489" name="Google Shape;7489;p86"/>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6"/>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6"/>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6"/>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6"/>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6"/>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6"/>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6"/>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6"/>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8" name="Google Shape;7498;p86"/>
          <p:cNvGrpSpPr/>
          <p:nvPr/>
        </p:nvGrpSpPr>
        <p:grpSpPr>
          <a:xfrm>
            <a:off x="7508956" y="3244737"/>
            <a:ext cx="356221" cy="354670"/>
            <a:chOff x="-9523700" y="4049550"/>
            <a:chExt cx="353675" cy="352100"/>
          </a:xfrm>
        </p:grpSpPr>
        <p:sp>
          <p:nvSpPr>
            <p:cNvPr id="7499" name="Google Shape;7499;p86"/>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6"/>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6"/>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6"/>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6"/>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6"/>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6"/>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86"/>
          <p:cNvGrpSpPr/>
          <p:nvPr/>
        </p:nvGrpSpPr>
        <p:grpSpPr>
          <a:xfrm>
            <a:off x="7065071" y="3244710"/>
            <a:ext cx="357002" cy="311029"/>
            <a:chOff x="-8209150" y="3659675"/>
            <a:chExt cx="354450" cy="308775"/>
          </a:xfrm>
        </p:grpSpPr>
        <p:sp>
          <p:nvSpPr>
            <p:cNvPr id="7507" name="Google Shape;7507;p86"/>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6"/>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6"/>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6"/>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86"/>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86"/>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3" name="Google Shape;7513;p86"/>
          <p:cNvGrpSpPr/>
          <p:nvPr/>
        </p:nvGrpSpPr>
        <p:grpSpPr>
          <a:xfrm>
            <a:off x="6178632" y="2273623"/>
            <a:ext cx="356221" cy="353059"/>
            <a:chOff x="-12643475" y="4081850"/>
            <a:chExt cx="353675" cy="350500"/>
          </a:xfrm>
        </p:grpSpPr>
        <p:sp>
          <p:nvSpPr>
            <p:cNvPr id="7514" name="Google Shape;7514;p86"/>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6"/>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6"/>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6"/>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8" name="Google Shape;7518;p86"/>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19" name="Google Shape;7519;p86"/>
          <p:cNvGrpSpPr/>
          <p:nvPr/>
        </p:nvGrpSpPr>
        <p:grpSpPr>
          <a:xfrm>
            <a:off x="7961232" y="2283532"/>
            <a:ext cx="356221" cy="333240"/>
            <a:chOff x="-10858725" y="4092875"/>
            <a:chExt cx="353675" cy="330825"/>
          </a:xfrm>
        </p:grpSpPr>
        <p:sp>
          <p:nvSpPr>
            <p:cNvPr id="7520" name="Google Shape;7520;p86"/>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6"/>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6"/>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6"/>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6"/>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6"/>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86"/>
          <p:cNvGrpSpPr/>
          <p:nvPr/>
        </p:nvGrpSpPr>
        <p:grpSpPr>
          <a:xfrm>
            <a:off x="6219755" y="3222498"/>
            <a:ext cx="252278" cy="355451"/>
            <a:chOff x="-9039300" y="3614000"/>
            <a:chExt cx="250475" cy="352875"/>
          </a:xfrm>
        </p:grpSpPr>
        <p:sp>
          <p:nvSpPr>
            <p:cNvPr id="7527" name="Google Shape;7527;p86"/>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6"/>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9" name="Google Shape;7529;p86"/>
          <p:cNvGrpSpPr/>
          <p:nvPr/>
        </p:nvGrpSpPr>
        <p:grpSpPr>
          <a:xfrm>
            <a:off x="7951721" y="3244737"/>
            <a:ext cx="354635" cy="354670"/>
            <a:chOff x="-9088150" y="4049550"/>
            <a:chExt cx="352100" cy="352100"/>
          </a:xfrm>
        </p:grpSpPr>
        <p:sp>
          <p:nvSpPr>
            <p:cNvPr id="7530" name="Google Shape;7530;p86"/>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6"/>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6"/>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6"/>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6"/>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6"/>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6" name="Google Shape;7536;p86"/>
          <p:cNvGrpSpPr/>
          <p:nvPr/>
        </p:nvGrpSpPr>
        <p:grpSpPr>
          <a:xfrm>
            <a:off x="7086085" y="2746970"/>
            <a:ext cx="315757" cy="354670"/>
            <a:chOff x="-8191825" y="3174500"/>
            <a:chExt cx="313500" cy="352100"/>
          </a:xfrm>
        </p:grpSpPr>
        <p:sp>
          <p:nvSpPr>
            <p:cNvPr id="7537" name="Google Shape;7537;p86"/>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6"/>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6"/>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86"/>
          <p:cNvGrpSpPr/>
          <p:nvPr/>
        </p:nvGrpSpPr>
        <p:grpSpPr>
          <a:xfrm>
            <a:off x="4835443" y="1387491"/>
            <a:ext cx="356221" cy="354973"/>
            <a:chOff x="-13947000" y="3212800"/>
            <a:chExt cx="353675" cy="352400"/>
          </a:xfrm>
        </p:grpSpPr>
        <p:sp>
          <p:nvSpPr>
            <p:cNvPr id="7541" name="Google Shape;7541;p86"/>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6"/>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3" name="Google Shape;7543;p86"/>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4" name="Google Shape;7544;p86"/>
          <p:cNvGrpSpPr/>
          <p:nvPr/>
        </p:nvGrpSpPr>
        <p:grpSpPr>
          <a:xfrm>
            <a:off x="5278038" y="1386849"/>
            <a:ext cx="356221" cy="356257"/>
            <a:chOff x="-13512225" y="3211525"/>
            <a:chExt cx="353675" cy="353675"/>
          </a:xfrm>
        </p:grpSpPr>
        <p:sp>
          <p:nvSpPr>
            <p:cNvPr id="7545" name="Google Shape;7545;p86"/>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6"/>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6"/>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6"/>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6"/>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0" name="Google Shape;7550;p86"/>
          <p:cNvGrpSpPr/>
          <p:nvPr/>
        </p:nvGrpSpPr>
        <p:grpSpPr>
          <a:xfrm>
            <a:off x="6168320" y="1387239"/>
            <a:ext cx="356221" cy="355476"/>
            <a:chOff x="-12643475" y="3212300"/>
            <a:chExt cx="353675" cy="352900"/>
          </a:xfrm>
        </p:grpSpPr>
        <p:sp>
          <p:nvSpPr>
            <p:cNvPr id="7551" name="Google Shape;7551;p86"/>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6"/>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6"/>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6"/>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6"/>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6"/>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6"/>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6"/>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6"/>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0" name="Google Shape;7560;p86"/>
          <p:cNvGrpSpPr/>
          <p:nvPr/>
        </p:nvGrpSpPr>
        <p:grpSpPr>
          <a:xfrm>
            <a:off x="6168320" y="1839013"/>
            <a:ext cx="356221" cy="333366"/>
            <a:chOff x="-12643475" y="3657325"/>
            <a:chExt cx="353675" cy="330950"/>
          </a:xfrm>
        </p:grpSpPr>
        <p:sp>
          <p:nvSpPr>
            <p:cNvPr id="7561" name="Google Shape;7561;p86"/>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6"/>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6"/>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6"/>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6"/>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6"/>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7" name="Google Shape;7567;p86"/>
          <p:cNvGrpSpPr/>
          <p:nvPr/>
        </p:nvGrpSpPr>
        <p:grpSpPr>
          <a:xfrm>
            <a:off x="7951322" y="1387642"/>
            <a:ext cx="355416" cy="354670"/>
            <a:chOff x="-10857925" y="3213875"/>
            <a:chExt cx="352875" cy="352100"/>
          </a:xfrm>
        </p:grpSpPr>
        <p:sp>
          <p:nvSpPr>
            <p:cNvPr id="7568" name="Google Shape;7568;p86"/>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6"/>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6"/>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6"/>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6"/>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6"/>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6"/>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6"/>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6"/>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6"/>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8" name="Google Shape;7578;p86"/>
          <p:cNvGrpSpPr/>
          <p:nvPr/>
        </p:nvGrpSpPr>
        <p:grpSpPr>
          <a:xfrm>
            <a:off x="6168237" y="2747071"/>
            <a:ext cx="356096" cy="354469"/>
            <a:chOff x="-9089725" y="3180200"/>
            <a:chExt cx="353550" cy="351900"/>
          </a:xfrm>
        </p:grpSpPr>
        <p:sp>
          <p:nvSpPr>
            <p:cNvPr id="7579" name="Google Shape;7579;p86"/>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6"/>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1" name="Google Shape;7581;p86"/>
          <p:cNvGrpSpPr/>
          <p:nvPr/>
        </p:nvGrpSpPr>
        <p:grpSpPr>
          <a:xfrm>
            <a:off x="7060235" y="1826875"/>
            <a:ext cx="358588" cy="357642"/>
            <a:chOff x="7083760" y="1971660"/>
            <a:chExt cx="358588" cy="357642"/>
          </a:xfrm>
        </p:grpSpPr>
        <p:sp>
          <p:nvSpPr>
            <p:cNvPr id="7582" name="Google Shape;7582;p86"/>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6"/>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6"/>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6"/>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6"/>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6"/>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6"/>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6"/>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6"/>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6"/>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6"/>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6"/>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4" name="Google Shape;7594;p86"/>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95" name="Google Shape;7595;p86"/>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599"/>
        <p:cNvGrpSpPr/>
        <p:nvPr/>
      </p:nvGrpSpPr>
      <p:grpSpPr>
        <a:xfrm>
          <a:off x="0" y="0"/>
          <a:ext cx="0" cy="0"/>
          <a:chOff x="0" y="0"/>
          <a:chExt cx="0" cy="0"/>
        </a:xfrm>
      </p:grpSpPr>
      <p:sp>
        <p:nvSpPr>
          <p:cNvPr id="7600" name="Google Shape;7600;p87"/>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1" name="Google Shape;7601;p87"/>
          <p:cNvGrpSpPr/>
          <p:nvPr/>
        </p:nvGrpSpPr>
        <p:grpSpPr>
          <a:xfrm>
            <a:off x="719610" y="2243507"/>
            <a:ext cx="452798" cy="449473"/>
            <a:chOff x="-21322300" y="3693325"/>
            <a:chExt cx="306400" cy="304150"/>
          </a:xfrm>
        </p:grpSpPr>
        <p:sp>
          <p:nvSpPr>
            <p:cNvPr id="7602" name="Google Shape;7602;p87"/>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7"/>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7"/>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7"/>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87"/>
          <p:cNvGrpSpPr/>
          <p:nvPr/>
        </p:nvGrpSpPr>
        <p:grpSpPr>
          <a:xfrm>
            <a:off x="719019" y="2810244"/>
            <a:ext cx="453980" cy="422540"/>
            <a:chOff x="-21322300" y="4077125"/>
            <a:chExt cx="307200" cy="285925"/>
          </a:xfrm>
        </p:grpSpPr>
        <p:sp>
          <p:nvSpPr>
            <p:cNvPr id="7607" name="Google Shape;7607;p87"/>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7"/>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7"/>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7"/>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7"/>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7"/>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7"/>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7"/>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7"/>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7"/>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7"/>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7"/>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9" name="Google Shape;7619;p87"/>
          <p:cNvGrpSpPr/>
          <p:nvPr/>
        </p:nvGrpSpPr>
        <p:grpSpPr>
          <a:xfrm>
            <a:off x="3496195" y="1689128"/>
            <a:ext cx="451653" cy="450212"/>
            <a:chOff x="-19394200" y="3333800"/>
            <a:chExt cx="305625" cy="304650"/>
          </a:xfrm>
        </p:grpSpPr>
        <p:sp>
          <p:nvSpPr>
            <p:cNvPr id="7620" name="Google Shape;7620;p87"/>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7"/>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7"/>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7"/>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7"/>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7"/>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7"/>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7"/>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7"/>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9" name="Google Shape;7629;p87"/>
          <p:cNvGrpSpPr/>
          <p:nvPr/>
        </p:nvGrpSpPr>
        <p:grpSpPr>
          <a:xfrm>
            <a:off x="3495032" y="2243580"/>
            <a:ext cx="453980" cy="449325"/>
            <a:chOff x="-19396575" y="3708500"/>
            <a:chExt cx="307200" cy="304050"/>
          </a:xfrm>
        </p:grpSpPr>
        <p:sp>
          <p:nvSpPr>
            <p:cNvPr id="7630" name="Google Shape;7630;p87"/>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7"/>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7"/>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3" name="Google Shape;7633;p87"/>
          <p:cNvGrpSpPr/>
          <p:nvPr/>
        </p:nvGrpSpPr>
        <p:grpSpPr>
          <a:xfrm>
            <a:off x="3489212" y="2796461"/>
            <a:ext cx="465618" cy="450101"/>
            <a:chOff x="-19394200" y="4084200"/>
            <a:chExt cx="315075" cy="304575"/>
          </a:xfrm>
        </p:grpSpPr>
        <p:sp>
          <p:nvSpPr>
            <p:cNvPr id="7634" name="Google Shape;7634;p87"/>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7"/>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7"/>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7"/>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7"/>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7"/>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87"/>
          <p:cNvGrpSpPr/>
          <p:nvPr/>
        </p:nvGrpSpPr>
        <p:grpSpPr>
          <a:xfrm>
            <a:off x="6294923" y="1689001"/>
            <a:ext cx="400447" cy="450470"/>
            <a:chOff x="-17526750" y="3309200"/>
            <a:chExt cx="270975" cy="304825"/>
          </a:xfrm>
        </p:grpSpPr>
        <p:sp>
          <p:nvSpPr>
            <p:cNvPr id="7641" name="Google Shape;7641;p87"/>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7"/>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7"/>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7"/>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7"/>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6" name="Google Shape;7646;p87"/>
          <p:cNvGrpSpPr/>
          <p:nvPr/>
        </p:nvGrpSpPr>
        <p:grpSpPr>
          <a:xfrm>
            <a:off x="6271075" y="2244173"/>
            <a:ext cx="448143" cy="448143"/>
            <a:chOff x="-17542500" y="3684100"/>
            <a:chExt cx="303250" cy="303250"/>
          </a:xfrm>
        </p:grpSpPr>
        <p:sp>
          <p:nvSpPr>
            <p:cNvPr id="7647" name="Google Shape;7647;p87"/>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7"/>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7"/>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7"/>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7"/>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7"/>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7"/>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87"/>
          <p:cNvGrpSpPr/>
          <p:nvPr/>
        </p:nvGrpSpPr>
        <p:grpSpPr>
          <a:xfrm>
            <a:off x="6270484" y="2810817"/>
            <a:ext cx="449325" cy="421395"/>
            <a:chOff x="-17542500" y="4068450"/>
            <a:chExt cx="304050" cy="285150"/>
          </a:xfrm>
        </p:grpSpPr>
        <p:sp>
          <p:nvSpPr>
            <p:cNvPr id="7655" name="Google Shape;7655;p87"/>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7"/>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7"/>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7"/>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7"/>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7"/>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1" name="Google Shape;7661;p87"/>
          <p:cNvGrpSpPr/>
          <p:nvPr/>
        </p:nvGrpSpPr>
        <p:grpSpPr>
          <a:xfrm>
            <a:off x="3500906" y="3342211"/>
            <a:ext cx="343404" cy="449325"/>
            <a:chOff x="-15652200" y="3335975"/>
            <a:chExt cx="232375" cy="304050"/>
          </a:xfrm>
        </p:grpSpPr>
        <p:sp>
          <p:nvSpPr>
            <p:cNvPr id="7662" name="Google Shape;7662;p87"/>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7"/>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7"/>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7"/>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7"/>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7"/>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7"/>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7"/>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7"/>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1" name="Google Shape;7671;p87"/>
          <p:cNvGrpSpPr/>
          <p:nvPr/>
        </p:nvGrpSpPr>
        <p:grpSpPr>
          <a:xfrm>
            <a:off x="1274819" y="2243729"/>
            <a:ext cx="449325" cy="449030"/>
            <a:chOff x="-20945825" y="3692175"/>
            <a:chExt cx="304050" cy="303850"/>
          </a:xfrm>
        </p:grpSpPr>
        <p:sp>
          <p:nvSpPr>
            <p:cNvPr id="7672" name="Google Shape;7672;p87"/>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7"/>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7"/>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7"/>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87"/>
          <p:cNvGrpSpPr/>
          <p:nvPr/>
        </p:nvGrpSpPr>
        <p:grpSpPr>
          <a:xfrm>
            <a:off x="4081644" y="1689848"/>
            <a:ext cx="372516" cy="448771"/>
            <a:chOff x="-18994100" y="3334775"/>
            <a:chExt cx="252075" cy="303675"/>
          </a:xfrm>
        </p:grpSpPr>
        <p:sp>
          <p:nvSpPr>
            <p:cNvPr id="7677" name="Google Shape;7677;p87"/>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7"/>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7"/>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7"/>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1" name="Google Shape;7681;p87"/>
          <p:cNvGrpSpPr/>
          <p:nvPr/>
        </p:nvGrpSpPr>
        <p:grpSpPr>
          <a:xfrm>
            <a:off x="4096200" y="2244743"/>
            <a:ext cx="343404" cy="446998"/>
            <a:chOff x="-18983850" y="3710075"/>
            <a:chExt cx="232375" cy="302475"/>
          </a:xfrm>
        </p:grpSpPr>
        <p:sp>
          <p:nvSpPr>
            <p:cNvPr id="7682" name="Google Shape;7682;p87"/>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7"/>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7"/>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7"/>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6" name="Google Shape;7686;p87"/>
          <p:cNvGrpSpPr/>
          <p:nvPr/>
        </p:nvGrpSpPr>
        <p:grpSpPr>
          <a:xfrm>
            <a:off x="1274247" y="1689573"/>
            <a:ext cx="450470" cy="449325"/>
            <a:chOff x="-20946600" y="3317850"/>
            <a:chExt cx="304825" cy="304050"/>
          </a:xfrm>
        </p:grpSpPr>
        <p:sp>
          <p:nvSpPr>
            <p:cNvPr id="7687" name="Google Shape;7687;p87"/>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7"/>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7"/>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87"/>
          <p:cNvGrpSpPr/>
          <p:nvPr/>
        </p:nvGrpSpPr>
        <p:grpSpPr>
          <a:xfrm>
            <a:off x="1300422" y="2797442"/>
            <a:ext cx="398119" cy="448143"/>
            <a:chOff x="-20930075" y="4066100"/>
            <a:chExt cx="269400" cy="303250"/>
          </a:xfrm>
        </p:grpSpPr>
        <p:sp>
          <p:nvSpPr>
            <p:cNvPr id="7691" name="Google Shape;7691;p87"/>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7"/>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3" name="Google Shape;7693;p87"/>
          <p:cNvGrpSpPr/>
          <p:nvPr/>
        </p:nvGrpSpPr>
        <p:grpSpPr>
          <a:xfrm>
            <a:off x="4042667" y="2797422"/>
            <a:ext cx="450470" cy="448180"/>
            <a:chOff x="-19020075" y="4084200"/>
            <a:chExt cx="304825" cy="303275"/>
          </a:xfrm>
        </p:grpSpPr>
        <p:sp>
          <p:nvSpPr>
            <p:cNvPr id="7694" name="Google Shape;7694;p87"/>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7"/>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7"/>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7"/>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7"/>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7"/>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7"/>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7"/>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7"/>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3" name="Google Shape;7703;p87"/>
          <p:cNvGrpSpPr/>
          <p:nvPr/>
        </p:nvGrpSpPr>
        <p:grpSpPr>
          <a:xfrm>
            <a:off x="6859931" y="1689001"/>
            <a:ext cx="396937" cy="450470"/>
            <a:chOff x="-17149475" y="3309200"/>
            <a:chExt cx="268600" cy="304825"/>
          </a:xfrm>
        </p:grpSpPr>
        <p:sp>
          <p:nvSpPr>
            <p:cNvPr id="7704" name="Google Shape;7704;p87"/>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7"/>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6" name="Google Shape;7706;p87"/>
          <p:cNvGrpSpPr/>
          <p:nvPr/>
        </p:nvGrpSpPr>
        <p:grpSpPr>
          <a:xfrm>
            <a:off x="6833737" y="2258120"/>
            <a:ext cx="449325" cy="420249"/>
            <a:chOff x="-17168375" y="3692750"/>
            <a:chExt cx="304050" cy="284375"/>
          </a:xfrm>
        </p:grpSpPr>
        <p:sp>
          <p:nvSpPr>
            <p:cNvPr id="7707" name="Google Shape;7707;p87"/>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7"/>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7"/>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7"/>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7"/>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7"/>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7"/>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4" name="Google Shape;7714;p87"/>
          <p:cNvGrpSpPr/>
          <p:nvPr/>
        </p:nvGrpSpPr>
        <p:grpSpPr>
          <a:xfrm>
            <a:off x="6830246" y="2796852"/>
            <a:ext cx="456308" cy="449325"/>
            <a:chOff x="-17170750" y="4058800"/>
            <a:chExt cx="308775" cy="304050"/>
          </a:xfrm>
        </p:grpSpPr>
        <p:sp>
          <p:nvSpPr>
            <p:cNvPr id="7715" name="Google Shape;7715;p87"/>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7"/>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7"/>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7"/>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7"/>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7"/>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7"/>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7"/>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7"/>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7"/>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7"/>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7"/>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7"/>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7"/>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7"/>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7"/>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7"/>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2" name="Google Shape;7732;p87"/>
          <p:cNvGrpSpPr/>
          <p:nvPr/>
        </p:nvGrpSpPr>
        <p:grpSpPr>
          <a:xfrm>
            <a:off x="5692143" y="3343358"/>
            <a:ext cx="450470" cy="446998"/>
            <a:chOff x="-15688425" y="3707725"/>
            <a:chExt cx="304825" cy="302475"/>
          </a:xfrm>
        </p:grpSpPr>
        <p:sp>
          <p:nvSpPr>
            <p:cNvPr id="7733" name="Google Shape;7733;p87"/>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7"/>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7"/>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7"/>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7"/>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7"/>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9" name="Google Shape;7739;p87"/>
          <p:cNvGrpSpPr/>
          <p:nvPr/>
        </p:nvGrpSpPr>
        <p:grpSpPr>
          <a:xfrm>
            <a:off x="1836300" y="1690441"/>
            <a:ext cx="451653" cy="447589"/>
            <a:chOff x="-20572500" y="3319025"/>
            <a:chExt cx="305625" cy="302875"/>
          </a:xfrm>
        </p:grpSpPr>
        <p:sp>
          <p:nvSpPr>
            <p:cNvPr id="7740" name="Google Shape;7740;p87"/>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7"/>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2" name="Google Shape;7742;p87"/>
          <p:cNvGrpSpPr/>
          <p:nvPr/>
        </p:nvGrpSpPr>
        <p:grpSpPr>
          <a:xfrm>
            <a:off x="1837463" y="2305410"/>
            <a:ext cx="449325" cy="325670"/>
            <a:chOff x="-20571700" y="3722875"/>
            <a:chExt cx="304050" cy="220375"/>
          </a:xfrm>
        </p:grpSpPr>
        <p:sp>
          <p:nvSpPr>
            <p:cNvPr id="7743" name="Google Shape;7743;p87"/>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7"/>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7"/>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7"/>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7"/>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7"/>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7"/>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0" name="Google Shape;7750;p87"/>
          <p:cNvGrpSpPr/>
          <p:nvPr/>
        </p:nvGrpSpPr>
        <p:grpSpPr>
          <a:xfrm>
            <a:off x="1836891" y="2796278"/>
            <a:ext cx="450470" cy="450470"/>
            <a:chOff x="-20571700" y="4066875"/>
            <a:chExt cx="304825" cy="304825"/>
          </a:xfrm>
        </p:grpSpPr>
        <p:sp>
          <p:nvSpPr>
            <p:cNvPr id="7751" name="Google Shape;7751;p87"/>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7"/>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7"/>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7"/>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7"/>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7"/>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7" name="Google Shape;7757;p87"/>
          <p:cNvGrpSpPr/>
          <p:nvPr/>
        </p:nvGrpSpPr>
        <p:grpSpPr>
          <a:xfrm>
            <a:off x="4603593" y="1688259"/>
            <a:ext cx="453980" cy="451948"/>
            <a:chOff x="-18645175" y="3334200"/>
            <a:chExt cx="307200" cy="305825"/>
          </a:xfrm>
        </p:grpSpPr>
        <p:sp>
          <p:nvSpPr>
            <p:cNvPr id="7758" name="Google Shape;7758;p87"/>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7"/>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7"/>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7"/>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7"/>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3" name="Google Shape;7763;p87"/>
          <p:cNvGrpSpPr/>
          <p:nvPr/>
        </p:nvGrpSpPr>
        <p:grpSpPr>
          <a:xfrm>
            <a:off x="4604184" y="2242989"/>
            <a:ext cx="452798" cy="450507"/>
            <a:chOff x="-18645175" y="3708500"/>
            <a:chExt cx="306400" cy="304850"/>
          </a:xfrm>
        </p:grpSpPr>
        <p:sp>
          <p:nvSpPr>
            <p:cNvPr id="7764" name="Google Shape;7764;p87"/>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7"/>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7"/>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7"/>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7"/>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7"/>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7"/>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1" name="Google Shape;7771;p87"/>
          <p:cNvGrpSpPr/>
          <p:nvPr/>
        </p:nvGrpSpPr>
        <p:grpSpPr>
          <a:xfrm>
            <a:off x="4601857" y="2795630"/>
            <a:ext cx="457453" cy="451763"/>
            <a:chOff x="-18647525" y="4082625"/>
            <a:chExt cx="309550" cy="305700"/>
          </a:xfrm>
        </p:grpSpPr>
        <p:sp>
          <p:nvSpPr>
            <p:cNvPr id="7772" name="Google Shape;7772;p87"/>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7"/>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7"/>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7"/>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87"/>
          <p:cNvGrpSpPr/>
          <p:nvPr/>
        </p:nvGrpSpPr>
        <p:grpSpPr>
          <a:xfrm>
            <a:off x="7412241" y="1689592"/>
            <a:ext cx="395755" cy="449288"/>
            <a:chOff x="-16775350" y="3309200"/>
            <a:chExt cx="267800" cy="304025"/>
          </a:xfrm>
        </p:grpSpPr>
        <p:sp>
          <p:nvSpPr>
            <p:cNvPr id="7777" name="Google Shape;7777;p87"/>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7"/>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7"/>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87"/>
          <p:cNvGrpSpPr/>
          <p:nvPr/>
        </p:nvGrpSpPr>
        <p:grpSpPr>
          <a:xfrm>
            <a:off x="7412241" y="2241827"/>
            <a:ext cx="395755" cy="452835"/>
            <a:chOff x="-16775350" y="3683300"/>
            <a:chExt cx="267800" cy="306425"/>
          </a:xfrm>
        </p:grpSpPr>
        <p:sp>
          <p:nvSpPr>
            <p:cNvPr id="7781" name="Google Shape;7781;p87"/>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7"/>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7"/>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4" name="Google Shape;7784;p87"/>
          <p:cNvGrpSpPr/>
          <p:nvPr/>
        </p:nvGrpSpPr>
        <p:grpSpPr>
          <a:xfrm>
            <a:off x="7384292" y="2796870"/>
            <a:ext cx="451653" cy="449288"/>
            <a:chOff x="-16794250" y="4058225"/>
            <a:chExt cx="305625" cy="304025"/>
          </a:xfrm>
        </p:grpSpPr>
        <p:sp>
          <p:nvSpPr>
            <p:cNvPr id="7785" name="Google Shape;7785;p87"/>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7"/>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7"/>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7"/>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7"/>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7"/>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7"/>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7"/>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7"/>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4" name="Google Shape;7794;p87"/>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5" name="Google Shape;7795;p87"/>
          <p:cNvGrpSpPr/>
          <p:nvPr/>
        </p:nvGrpSpPr>
        <p:grpSpPr>
          <a:xfrm>
            <a:off x="2385709" y="1689573"/>
            <a:ext cx="457453" cy="449325"/>
            <a:chOff x="-20199150" y="3317850"/>
            <a:chExt cx="309550" cy="304050"/>
          </a:xfrm>
        </p:grpSpPr>
        <p:sp>
          <p:nvSpPr>
            <p:cNvPr id="7796" name="Google Shape;7796;p87"/>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7"/>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7"/>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7"/>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7"/>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7"/>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7"/>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3" name="Google Shape;7803;p87"/>
          <p:cNvGrpSpPr/>
          <p:nvPr/>
        </p:nvGrpSpPr>
        <p:grpSpPr>
          <a:xfrm>
            <a:off x="2388036" y="2242861"/>
            <a:ext cx="452798" cy="450766"/>
            <a:chOff x="-20199150" y="3693150"/>
            <a:chExt cx="306400" cy="305025"/>
          </a:xfrm>
        </p:grpSpPr>
        <p:sp>
          <p:nvSpPr>
            <p:cNvPr id="7804" name="Google Shape;7804;p87"/>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7"/>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7"/>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7"/>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7"/>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7"/>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0" name="Google Shape;7810;p87"/>
          <p:cNvGrpSpPr/>
          <p:nvPr/>
        </p:nvGrpSpPr>
        <p:grpSpPr>
          <a:xfrm>
            <a:off x="2388609" y="2795687"/>
            <a:ext cx="451653" cy="451653"/>
            <a:chOff x="-20197575" y="4066875"/>
            <a:chExt cx="305625" cy="305625"/>
          </a:xfrm>
        </p:grpSpPr>
        <p:sp>
          <p:nvSpPr>
            <p:cNvPr id="7811" name="Google Shape;7811;p87"/>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7"/>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7"/>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7"/>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7"/>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7"/>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7"/>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7"/>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9" name="Google Shape;7819;p87"/>
          <p:cNvGrpSpPr/>
          <p:nvPr/>
        </p:nvGrpSpPr>
        <p:grpSpPr>
          <a:xfrm>
            <a:off x="5170827" y="1687520"/>
            <a:ext cx="449325" cy="453426"/>
            <a:chOff x="-18271050" y="3333200"/>
            <a:chExt cx="304050" cy="306825"/>
          </a:xfrm>
        </p:grpSpPr>
        <p:sp>
          <p:nvSpPr>
            <p:cNvPr id="7820" name="Google Shape;7820;p87"/>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7"/>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7"/>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7"/>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7"/>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87"/>
          <p:cNvGrpSpPr/>
          <p:nvPr/>
        </p:nvGrpSpPr>
        <p:grpSpPr>
          <a:xfrm>
            <a:off x="5171399" y="2244171"/>
            <a:ext cx="448180" cy="448143"/>
            <a:chOff x="-18270275" y="3710875"/>
            <a:chExt cx="303275" cy="303250"/>
          </a:xfrm>
        </p:grpSpPr>
        <p:sp>
          <p:nvSpPr>
            <p:cNvPr id="7826" name="Google Shape;7826;p87"/>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7"/>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7"/>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7"/>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7"/>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7"/>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2" name="Google Shape;7832;p87"/>
          <p:cNvGrpSpPr/>
          <p:nvPr/>
        </p:nvGrpSpPr>
        <p:grpSpPr>
          <a:xfrm>
            <a:off x="5224951" y="2797422"/>
            <a:ext cx="341076" cy="448180"/>
            <a:chOff x="-18234025" y="4084200"/>
            <a:chExt cx="230800" cy="303275"/>
          </a:xfrm>
        </p:grpSpPr>
        <p:sp>
          <p:nvSpPr>
            <p:cNvPr id="7833" name="Google Shape;7833;p87"/>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7"/>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7"/>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6" name="Google Shape;7836;p87"/>
          <p:cNvGrpSpPr/>
          <p:nvPr/>
        </p:nvGrpSpPr>
        <p:grpSpPr>
          <a:xfrm>
            <a:off x="2337506" y="3341641"/>
            <a:ext cx="449325" cy="450470"/>
            <a:chOff x="-16419350" y="3308400"/>
            <a:chExt cx="304050" cy="304825"/>
          </a:xfrm>
        </p:grpSpPr>
        <p:sp>
          <p:nvSpPr>
            <p:cNvPr id="7837" name="Google Shape;7837;p87"/>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7"/>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7"/>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7"/>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7"/>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7"/>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7"/>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87"/>
          <p:cNvGrpSpPr/>
          <p:nvPr/>
        </p:nvGrpSpPr>
        <p:grpSpPr>
          <a:xfrm>
            <a:off x="4609062" y="3340423"/>
            <a:ext cx="395755" cy="452872"/>
            <a:chOff x="-16401225" y="3683275"/>
            <a:chExt cx="267800" cy="306450"/>
          </a:xfrm>
        </p:grpSpPr>
        <p:sp>
          <p:nvSpPr>
            <p:cNvPr id="7845" name="Google Shape;7845;p87"/>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7"/>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7"/>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7"/>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7"/>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7"/>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7"/>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2" name="Google Shape;7852;p87"/>
          <p:cNvGrpSpPr/>
          <p:nvPr/>
        </p:nvGrpSpPr>
        <p:grpSpPr>
          <a:xfrm>
            <a:off x="7974511" y="2797062"/>
            <a:ext cx="450470" cy="448180"/>
            <a:chOff x="-16419350" y="4058200"/>
            <a:chExt cx="304825" cy="303275"/>
          </a:xfrm>
        </p:grpSpPr>
        <p:sp>
          <p:nvSpPr>
            <p:cNvPr id="7853" name="Google Shape;7853;p87"/>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7"/>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7"/>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7"/>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7"/>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7"/>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7"/>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0" name="Google Shape;7860;p87"/>
          <p:cNvGrpSpPr/>
          <p:nvPr/>
        </p:nvGrpSpPr>
        <p:grpSpPr>
          <a:xfrm>
            <a:off x="4001398" y="3343080"/>
            <a:ext cx="450507" cy="447589"/>
            <a:chOff x="-15296200" y="3326900"/>
            <a:chExt cx="304850" cy="302875"/>
          </a:xfrm>
        </p:grpSpPr>
        <p:sp>
          <p:nvSpPr>
            <p:cNvPr id="7861" name="Google Shape;7861;p87"/>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7"/>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7"/>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7"/>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7"/>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87"/>
          <p:cNvGrpSpPr/>
          <p:nvPr/>
        </p:nvGrpSpPr>
        <p:grpSpPr>
          <a:xfrm>
            <a:off x="2917051" y="1706881"/>
            <a:ext cx="486566" cy="414708"/>
            <a:chOff x="-19835275" y="3330250"/>
            <a:chExt cx="329250" cy="280625"/>
          </a:xfrm>
        </p:grpSpPr>
        <p:sp>
          <p:nvSpPr>
            <p:cNvPr id="7867" name="Google Shape;7867;p87"/>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7"/>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7"/>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0" name="Google Shape;7870;p87"/>
          <p:cNvGrpSpPr/>
          <p:nvPr/>
        </p:nvGrpSpPr>
        <p:grpSpPr>
          <a:xfrm>
            <a:off x="2935080" y="2243470"/>
            <a:ext cx="450507" cy="449547"/>
            <a:chOff x="-19822675" y="3692750"/>
            <a:chExt cx="304850" cy="304200"/>
          </a:xfrm>
        </p:grpSpPr>
        <p:sp>
          <p:nvSpPr>
            <p:cNvPr id="7871" name="Google Shape;7871;p87"/>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7"/>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7"/>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7"/>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7"/>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6" name="Google Shape;7876;p87"/>
          <p:cNvGrpSpPr/>
          <p:nvPr/>
        </p:nvGrpSpPr>
        <p:grpSpPr>
          <a:xfrm>
            <a:off x="2935672" y="2796278"/>
            <a:ext cx="449325" cy="450470"/>
            <a:chOff x="-19822675" y="4066875"/>
            <a:chExt cx="304050" cy="304825"/>
          </a:xfrm>
        </p:grpSpPr>
        <p:sp>
          <p:nvSpPr>
            <p:cNvPr id="7877" name="Google Shape;7877;p87"/>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7"/>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7"/>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7"/>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7"/>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7"/>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87"/>
          <p:cNvGrpSpPr/>
          <p:nvPr/>
        </p:nvGrpSpPr>
        <p:grpSpPr>
          <a:xfrm>
            <a:off x="5744740" y="1689571"/>
            <a:ext cx="399302" cy="449325"/>
            <a:chOff x="-17878825" y="3334400"/>
            <a:chExt cx="270200" cy="304050"/>
          </a:xfrm>
        </p:grpSpPr>
        <p:sp>
          <p:nvSpPr>
            <p:cNvPr id="7884" name="Google Shape;7884;p87"/>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7"/>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7"/>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7"/>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7"/>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7"/>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7"/>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87"/>
          <p:cNvGrpSpPr/>
          <p:nvPr/>
        </p:nvGrpSpPr>
        <p:grpSpPr>
          <a:xfrm>
            <a:off x="5718565" y="2242416"/>
            <a:ext cx="451653" cy="451653"/>
            <a:chOff x="-17896150" y="3709300"/>
            <a:chExt cx="305625" cy="305625"/>
          </a:xfrm>
        </p:grpSpPr>
        <p:sp>
          <p:nvSpPr>
            <p:cNvPr id="7892" name="Google Shape;7892;p87"/>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7"/>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7"/>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7"/>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87"/>
          <p:cNvGrpSpPr/>
          <p:nvPr/>
        </p:nvGrpSpPr>
        <p:grpSpPr>
          <a:xfrm>
            <a:off x="5746495" y="2795686"/>
            <a:ext cx="395792" cy="451653"/>
            <a:chOff x="-17878025" y="4082625"/>
            <a:chExt cx="267825" cy="305625"/>
          </a:xfrm>
        </p:grpSpPr>
        <p:sp>
          <p:nvSpPr>
            <p:cNvPr id="7897" name="Google Shape;7897;p87"/>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7"/>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7"/>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7"/>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7"/>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7"/>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7"/>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87"/>
          <p:cNvGrpSpPr/>
          <p:nvPr/>
        </p:nvGrpSpPr>
        <p:grpSpPr>
          <a:xfrm>
            <a:off x="2890388" y="3355015"/>
            <a:ext cx="450507" cy="423722"/>
            <a:chOff x="-16044450" y="3317850"/>
            <a:chExt cx="304850" cy="286725"/>
          </a:xfrm>
        </p:grpSpPr>
        <p:sp>
          <p:nvSpPr>
            <p:cNvPr id="7905" name="Google Shape;7905;p87"/>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7"/>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7"/>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7"/>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9" name="Google Shape;7909;p87"/>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0" name="Google Shape;7910;p87"/>
          <p:cNvGrpSpPr/>
          <p:nvPr/>
        </p:nvGrpSpPr>
        <p:grpSpPr>
          <a:xfrm>
            <a:off x="8012905" y="2243724"/>
            <a:ext cx="373662" cy="449030"/>
            <a:chOff x="-16018450" y="4058400"/>
            <a:chExt cx="252850" cy="303850"/>
          </a:xfrm>
        </p:grpSpPr>
        <p:sp>
          <p:nvSpPr>
            <p:cNvPr id="7911" name="Google Shape;7911;p87"/>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7"/>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7"/>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7"/>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5" name="Google Shape;7915;p87"/>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920"/>
        <p:cNvGrpSpPr/>
        <p:nvPr/>
      </p:nvGrpSpPr>
      <p:grpSpPr>
        <a:xfrm>
          <a:off x="0" y="0"/>
          <a:ext cx="0" cy="0"/>
          <a:chOff x="0" y="0"/>
          <a:chExt cx="0" cy="0"/>
        </a:xfrm>
      </p:grpSpPr>
      <p:grpSp>
        <p:nvGrpSpPr>
          <p:cNvPr id="7921" name="Google Shape;7921;p88"/>
          <p:cNvGrpSpPr/>
          <p:nvPr/>
        </p:nvGrpSpPr>
        <p:grpSpPr>
          <a:xfrm>
            <a:off x="829817" y="1689241"/>
            <a:ext cx="442337" cy="419623"/>
            <a:chOff x="-6696925" y="3272575"/>
            <a:chExt cx="307200" cy="291425"/>
          </a:xfrm>
        </p:grpSpPr>
        <p:sp>
          <p:nvSpPr>
            <p:cNvPr id="7922" name="Google Shape;7922;p88"/>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8"/>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4" name="Google Shape;7924;p88"/>
          <p:cNvGrpSpPr/>
          <p:nvPr/>
        </p:nvGrpSpPr>
        <p:grpSpPr>
          <a:xfrm>
            <a:off x="829799" y="2204636"/>
            <a:ext cx="442373" cy="420775"/>
            <a:chOff x="-6690625" y="3631325"/>
            <a:chExt cx="307225" cy="292225"/>
          </a:xfrm>
        </p:grpSpPr>
        <p:sp>
          <p:nvSpPr>
            <p:cNvPr id="7925" name="Google Shape;7925;p88"/>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8"/>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8"/>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8"/>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8"/>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0" name="Google Shape;7930;p88"/>
          <p:cNvGrpSpPr/>
          <p:nvPr/>
        </p:nvGrpSpPr>
        <p:grpSpPr>
          <a:xfrm>
            <a:off x="851921" y="2756972"/>
            <a:ext cx="421927" cy="419371"/>
            <a:chOff x="-6689825" y="3992050"/>
            <a:chExt cx="293025" cy="291250"/>
          </a:xfrm>
        </p:grpSpPr>
        <p:sp>
          <p:nvSpPr>
            <p:cNvPr id="7931" name="Google Shape;7931;p88"/>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8"/>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8"/>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8"/>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8"/>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8"/>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8"/>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8"/>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8"/>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8"/>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8"/>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8"/>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3" name="Google Shape;7943;p88"/>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4" name="Google Shape;7944;p88"/>
          <p:cNvGrpSpPr/>
          <p:nvPr/>
        </p:nvGrpSpPr>
        <p:grpSpPr>
          <a:xfrm>
            <a:off x="3535232" y="2205192"/>
            <a:ext cx="423043" cy="419659"/>
            <a:chOff x="-4837325" y="3612425"/>
            <a:chExt cx="293800" cy="291450"/>
          </a:xfrm>
        </p:grpSpPr>
        <p:sp>
          <p:nvSpPr>
            <p:cNvPr id="7945" name="Google Shape;7945;p88"/>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8"/>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8"/>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8" name="Google Shape;7948;p88"/>
          <p:cNvGrpSpPr/>
          <p:nvPr/>
        </p:nvGrpSpPr>
        <p:grpSpPr>
          <a:xfrm>
            <a:off x="3548265" y="2756826"/>
            <a:ext cx="420775" cy="419659"/>
            <a:chOff x="-4837325" y="3971575"/>
            <a:chExt cx="292225" cy="291450"/>
          </a:xfrm>
        </p:grpSpPr>
        <p:sp>
          <p:nvSpPr>
            <p:cNvPr id="7949" name="Google Shape;7949;p88"/>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8"/>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8"/>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8"/>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8"/>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8"/>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88"/>
          <p:cNvGrpSpPr/>
          <p:nvPr/>
        </p:nvGrpSpPr>
        <p:grpSpPr>
          <a:xfrm>
            <a:off x="6240279" y="1714185"/>
            <a:ext cx="430998" cy="369730"/>
            <a:chOff x="-3037625" y="3254850"/>
            <a:chExt cx="299325" cy="256775"/>
          </a:xfrm>
        </p:grpSpPr>
        <p:sp>
          <p:nvSpPr>
            <p:cNvPr id="7956" name="Google Shape;7956;p88"/>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8"/>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8"/>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8"/>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88"/>
          <p:cNvGrpSpPr/>
          <p:nvPr/>
        </p:nvGrpSpPr>
        <p:grpSpPr>
          <a:xfrm>
            <a:off x="6244239" y="2204615"/>
            <a:ext cx="423079" cy="420811"/>
            <a:chOff x="-3031325" y="3597450"/>
            <a:chExt cx="293825" cy="292250"/>
          </a:xfrm>
        </p:grpSpPr>
        <p:sp>
          <p:nvSpPr>
            <p:cNvPr id="7961" name="Google Shape;7961;p88"/>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8"/>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8"/>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8"/>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88"/>
          <p:cNvGrpSpPr/>
          <p:nvPr/>
        </p:nvGrpSpPr>
        <p:grpSpPr>
          <a:xfrm>
            <a:off x="6256714" y="2781214"/>
            <a:ext cx="421927" cy="370882"/>
            <a:chOff x="-3030525" y="3973150"/>
            <a:chExt cx="293025" cy="257575"/>
          </a:xfrm>
        </p:grpSpPr>
        <p:sp>
          <p:nvSpPr>
            <p:cNvPr id="7966" name="Google Shape;7966;p88"/>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8"/>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88"/>
          <p:cNvGrpSpPr/>
          <p:nvPr/>
        </p:nvGrpSpPr>
        <p:grpSpPr>
          <a:xfrm>
            <a:off x="1358307" y="3369426"/>
            <a:ext cx="421927" cy="297195"/>
            <a:chOff x="-1199300" y="3279250"/>
            <a:chExt cx="293025" cy="206400"/>
          </a:xfrm>
        </p:grpSpPr>
        <p:sp>
          <p:nvSpPr>
            <p:cNvPr id="7969" name="Google Shape;7969;p88"/>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8"/>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8"/>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8"/>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3" name="Google Shape;7973;p88"/>
          <p:cNvGrpSpPr/>
          <p:nvPr/>
        </p:nvGrpSpPr>
        <p:grpSpPr>
          <a:xfrm>
            <a:off x="1365393" y="1688773"/>
            <a:ext cx="444605" cy="420559"/>
            <a:chOff x="-6338550" y="3272950"/>
            <a:chExt cx="308775" cy="292075"/>
          </a:xfrm>
        </p:grpSpPr>
        <p:sp>
          <p:nvSpPr>
            <p:cNvPr id="7974" name="Google Shape;7974;p88"/>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8"/>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8"/>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88"/>
          <p:cNvGrpSpPr/>
          <p:nvPr/>
        </p:nvGrpSpPr>
        <p:grpSpPr>
          <a:xfrm>
            <a:off x="1376732" y="2205194"/>
            <a:ext cx="421927" cy="419659"/>
            <a:chOff x="-6329100" y="3632100"/>
            <a:chExt cx="293025" cy="291450"/>
          </a:xfrm>
        </p:grpSpPr>
        <p:sp>
          <p:nvSpPr>
            <p:cNvPr id="7978" name="Google Shape;7978;p88"/>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8"/>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8"/>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88"/>
          <p:cNvGrpSpPr/>
          <p:nvPr/>
        </p:nvGrpSpPr>
        <p:grpSpPr>
          <a:xfrm>
            <a:off x="1389783" y="2756828"/>
            <a:ext cx="419623" cy="419659"/>
            <a:chOff x="-6329875" y="3992050"/>
            <a:chExt cx="291425" cy="291450"/>
          </a:xfrm>
        </p:grpSpPr>
        <p:sp>
          <p:nvSpPr>
            <p:cNvPr id="7982" name="Google Shape;7982;p88"/>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8"/>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8"/>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8"/>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88"/>
          <p:cNvGrpSpPr/>
          <p:nvPr/>
        </p:nvGrpSpPr>
        <p:grpSpPr>
          <a:xfrm>
            <a:off x="4075920" y="1687530"/>
            <a:ext cx="423079" cy="423043"/>
            <a:chOff x="-4478975" y="3251700"/>
            <a:chExt cx="293825" cy="293800"/>
          </a:xfrm>
        </p:grpSpPr>
        <p:sp>
          <p:nvSpPr>
            <p:cNvPr id="7987" name="Google Shape;7987;p88"/>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8"/>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8"/>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88"/>
          <p:cNvGrpSpPr/>
          <p:nvPr/>
        </p:nvGrpSpPr>
        <p:grpSpPr>
          <a:xfrm>
            <a:off x="4075920" y="2205192"/>
            <a:ext cx="423079" cy="419659"/>
            <a:chOff x="-4475825" y="3612425"/>
            <a:chExt cx="293825" cy="291450"/>
          </a:xfrm>
        </p:grpSpPr>
        <p:sp>
          <p:nvSpPr>
            <p:cNvPr id="7991" name="Google Shape;7991;p88"/>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8"/>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8"/>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88"/>
          <p:cNvGrpSpPr/>
          <p:nvPr/>
        </p:nvGrpSpPr>
        <p:grpSpPr>
          <a:xfrm>
            <a:off x="4084992" y="2756844"/>
            <a:ext cx="428730" cy="419623"/>
            <a:chOff x="-4480550" y="3970800"/>
            <a:chExt cx="297750" cy="291425"/>
          </a:xfrm>
        </p:grpSpPr>
        <p:sp>
          <p:nvSpPr>
            <p:cNvPr id="7995" name="Google Shape;7995;p88"/>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8"/>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88"/>
          <p:cNvGrpSpPr/>
          <p:nvPr/>
        </p:nvGrpSpPr>
        <p:grpSpPr>
          <a:xfrm>
            <a:off x="6788826" y="1689221"/>
            <a:ext cx="415123" cy="419659"/>
            <a:chOff x="-2668225" y="3239075"/>
            <a:chExt cx="288300" cy="291450"/>
          </a:xfrm>
        </p:grpSpPr>
        <p:sp>
          <p:nvSpPr>
            <p:cNvPr id="7998" name="Google Shape;7998;p88"/>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8"/>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8"/>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8"/>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8"/>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3" name="Google Shape;8003;p88"/>
          <p:cNvGrpSpPr/>
          <p:nvPr/>
        </p:nvGrpSpPr>
        <p:grpSpPr>
          <a:xfrm>
            <a:off x="6785982" y="2205191"/>
            <a:ext cx="420811" cy="419659"/>
            <a:chOff x="-2671375" y="3597450"/>
            <a:chExt cx="292250" cy="291450"/>
          </a:xfrm>
        </p:grpSpPr>
        <p:sp>
          <p:nvSpPr>
            <p:cNvPr id="8004" name="Google Shape;8004;p88"/>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8"/>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88"/>
          <p:cNvGrpSpPr/>
          <p:nvPr/>
        </p:nvGrpSpPr>
        <p:grpSpPr>
          <a:xfrm>
            <a:off x="6796765" y="2755691"/>
            <a:ext cx="423043" cy="421927"/>
            <a:chOff x="-2670575" y="3956600"/>
            <a:chExt cx="293800" cy="293025"/>
          </a:xfrm>
        </p:grpSpPr>
        <p:sp>
          <p:nvSpPr>
            <p:cNvPr id="8007" name="Google Shape;8007;p88"/>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8"/>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8"/>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8"/>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88"/>
          <p:cNvGrpSpPr/>
          <p:nvPr/>
        </p:nvGrpSpPr>
        <p:grpSpPr>
          <a:xfrm>
            <a:off x="3054285" y="3311947"/>
            <a:ext cx="426462" cy="418363"/>
            <a:chOff x="-1183550" y="3586525"/>
            <a:chExt cx="296175" cy="290550"/>
          </a:xfrm>
        </p:grpSpPr>
        <p:sp>
          <p:nvSpPr>
            <p:cNvPr id="8012" name="Google Shape;8012;p88"/>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8"/>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8"/>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8"/>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8"/>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8"/>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8"/>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8"/>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8"/>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88"/>
          <p:cNvGrpSpPr/>
          <p:nvPr/>
        </p:nvGrpSpPr>
        <p:grpSpPr>
          <a:xfrm>
            <a:off x="1917896" y="1689799"/>
            <a:ext cx="420811" cy="418507"/>
            <a:chOff x="-5971525" y="3273750"/>
            <a:chExt cx="292250" cy="290650"/>
          </a:xfrm>
        </p:grpSpPr>
        <p:sp>
          <p:nvSpPr>
            <p:cNvPr id="8022" name="Google Shape;8022;p88"/>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8"/>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88"/>
          <p:cNvGrpSpPr/>
          <p:nvPr/>
        </p:nvGrpSpPr>
        <p:grpSpPr>
          <a:xfrm>
            <a:off x="1912226" y="2203826"/>
            <a:ext cx="432150" cy="422395"/>
            <a:chOff x="-5974675" y="3632100"/>
            <a:chExt cx="300125" cy="293350"/>
          </a:xfrm>
        </p:grpSpPr>
        <p:sp>
          <p:nvSpPr>
            <p:cNvPr id="8025" name="Google Shape;8025;p88"/>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8"/>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8"/>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8" name="Google Shape;8028;p88"/>
          <p:cNvGrpSpPr/>
          <p:nvPr/>
        </p:nvGrpSpPr>
        <p:grpSpPr>
          <a:xfrm>
            <a:off x="1942267" y="2755694"/>
            <a:ext cx="395865" cy="421927"/>
            <a:chOff x="-5971525" y="3990475"/>
            <a:chExt cx="274925" cy="293025"/>
          </a:xfrm>
        </p:grpSpPr>
        <p:sp>
          <p:nvSpPr>
            <p:cNvPr id="8029" name="Google Shape;8029;p88"/>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8"/>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8"/>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8"/>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88"/>
          <p:cNvGrpSpPr/>
          <p:nvPr/>
        </p:nvGrpSpPr>
        <p:grpSpPr>
          <a:xfrm>
            <a:off x="4615473" y="1689798"/>
            <a:ext cx="420775" cy="418507"/>
            <a:chOff x="-4118225" y="3253275"/>
            <a:chExt cx="292225" cy="290650"/>
          </a:xfrm>
        </p:grpSpPr>
        <p:sp>
          <p:nvSpPr>
            <p:cNvPr id="8034" name="Google Shape;8034;p88"/>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8"/>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88"/>
          <p:cNvGrpSpPr/>
          <p:nvPr/>
        </p:nvGrpSpPr>
        <p:grpSpPr>
          <a:xfrm>
            <a:off x="4665924" y="2204922"/>
            <a:ext cx="319874" cy="420199"/>
            <a:chOff x="-4082800" y="3612425"/>
            <a:chExt cx="222150" cy="291825"/>
          </a:xfrm>
        </p:grpSpPr>
        <p:sp>
          <p:nvSpPr>
            <p:cNvPr id="8037" name="Google Shape;8037;p88"/>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8"/>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8"/>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0" name="Google Shape;8040;p88"/>
          <p:cNvGrpSpPr/>
          <p:nvPr/>
        </p:nvGrpSpPr>
        <p:grpSpPr>
          <a:xfrm>
            <a:off x="4627372" y="2769876"/>
            <a:ext cx="420775" cy="393561"/>
            <a:chOff x="-4118225" y="3990475"/>
            <a:chExt cx="292225" cy="273325"/>
          </a:xfrm>
        </p:grpSpPr>
        <p:sp>
          <p:nvSpPr>
            <p:cNvPr id="8041" name="Google Shape;8041;p88"/>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8"/>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8"/>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8"/>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5" name="Google Shape;8045;p88"/>
          <p:cNvGrpSpPr/>
          <p:nvPr/>
        </p:nvGrpSpPr>
        <p:grpSpPr>
          <a:xfrm>
            <a:off x="7338026" y="1688087"/>
            <a:ext cx="394713" cy="421927"/>
            <a:chOff x="-2312225" y="3238300"/>
            <a:chExt cx="274125" cy="293025"/>
          </a:xfrm>
        </p:grpSpPr>
        <p:sp>
          <p:nvSpPr>
            <p:cNvPr id="8046" name="Google Shape;8046;p88"/>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8"/>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88"/>
          <p:cNvGrpSpPr/>
          <p:nvPr/>
        </p:nvGrpSpPr>
        <p:grpSpPr>
          <a:xfrm>
            <a:off x="7335742" y="2756825"/>
            <a:ext cx="423079" cy="419659"/>
            <a:chOff x="-2310650" y="3958175"/>
            <a:chExt cx="293825" cy="291450"/>
          </a:xfrm>
        </p:grpSpPr>
        <p:sp>
          <p:nvSpPr>
            <p:cNvPr id="8049" name="Google Shape;8049;p88"/>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8"/>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88"/>
          <p:cNvGrpSpPr/>
          <p:nvPr/>
        </p:nvGrpSpPr>
        <p:grpSpPr>
          <a:xfrm>
            <a:off x="4702603" y="3308459"/>
            <a:ext cx="424159" cy="419659"/>
            <a:chOff x="-1182750" y="3962900"/>
            <a:chExt cx="294575" cy="291450"/>
          </a:xfrm>
        </p:grpSpPr>
        <p:sp>
          <p:nvSpPr>
            <p:cNvPr id="8052" name="Google Shape;8052;p88"/>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8"/>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8"/>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8"/>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8"/>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8"/>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8"/>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9" name="Google Shape;8059;p88"/>
          <p:cNvGrpSpPr/>
          <p:nvPr/>
        </p:nvGrpSpPr>
        <p:grpSpPr>
          <a:xfrm>
            <a:off x="2455739" y="1689223"/>
            <a:ext cx="424195" cy="419659"/>
            <a:chOff x="-5611575" y="3272950"/>
            <a:chExt cx="294600" cy="291450"/>
          </a:xfrm>
        </p:grpSpPr>
        <p:sp>
          <p:nvSpPr>
            <p:cNvPr id="8060" name="Google Shape;8060;p88"/>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8"/>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8"/>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8"/>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8"/>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88"/>
          <p:cNvGrpSpPr/>
          <p:nvPr/>
        </p:nvGrpSpPr>
        <p:grpSpPr>
          <a:xfrm>
            <a:off x="2455739" y="2205770"/>
            <a:ext cx="424195" cy="418507"/>
            <a:chOff x="-5613150" y="3632900"/>
            <a:chExt cx="294600" cy="290650"/>
          </a:xfrm>
        </p:grpSpPr>
        <p:sp>
          <p:nvSpPr>
            <p:cNvPr id="8066" name="Google Shape;8066;p88"/>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8"/>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88"/>
          <p:cNvGrpSpPr/>
          <p:nvPr/>
        </p:nvGrpSpPr>
        <p:grpSpPr>
          <a:xfrm>
            <a:off x="7324977" y="2153586"/>
            <a:ext cx="420811" cy="522864"/>
            <a:chOff x="-2310650" y="3525775"/>
            <a:chExt cx="292250" cy="363125"/>
          </a:xfrm>
        </p:grpSpPr>
        <p:sp>
          <p:nvSpPr>
            <p:cNvPr id="8069" name="Google Shape;8069;p88"/>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8"/>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8"/>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8"/>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88"/>
          <p:cNvGrpSpPr/>
          <p:nvPr/>
        </p:nvGrpSpPr>
        <p:grpSpPr>
          <a:xfrm>
            <a:off x="2467638" y="2756270"/>
            <a:ext cx="424195" cy="420775"/>
            <a:chOff x="-5613150" y="3991275"/>
            <a:chExt cx="294600" cy="292225"/>
          </a:xfrm>
        </p:grpSpPr>
        <p:sp>
          <p:nvSpPr>
            <p:cNvPr id="8074" name="Google Shape;8074;p88"/>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8"/>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8"/>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8"/>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8"/>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8"/>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8"/>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8"/>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8"/>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3" name="Google Shape;8083;p88"/>
          <p:cNvGrpSpPr/>
          <p:nvPr/>
        </p:nvGrpSpPr>
        <p:grpSpPr>
          <a:xfrm>
            <a:off x="5139126" y="1689438"/>
            <a:ext cx="434634" cy="419227"/>
            <a:chOff x="-3768700" y="3253275"/>
            <a:chExt cx="301850" cy="291150"/>
          </a:xfrm>
        </p:grpSpPr>
        <p:sp>
          <p:nvSpPr>
            <p:cNvPr id="8084" name="Google Shape;8084;p88"/>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8"/>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8"/>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7" name="Google Shape;8087;p88"/>
          <p:cNvGrpSpPr/>
          <p:nvPr/>
        </p:nvGrpSpPr>
        <p:grpSpPr>
          <a:xfrm>
            <a:off x="5143209" y="2217090"/>
            <a:ext cx="426462" cy="395865"/>
            <a:chOff x="-3808700" y="3628950"/>
            <a:chExt cx="296175" cy="274925"/>
          </a:xfrm>
        </p:grpSpPr>
        <p:sp>
          <p:nvSpPr>
            <p:cNvPr id="8088" name="Google Shape;8088;p88"/>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8"/>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8"/>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88"/>
          <p:cNvGrpSpPr/>
          <p:nvPr/>
        </p:nvGrpSpPr>
        <p:grpSpPr>
          <a:xfrm>
            <a:off x="5208420" y="2756412"/>
            <a:ext cx="419443" cy="420487"/>
            <a:chOff x="-3771675" y="3971775"/>
            <a:chExt cx="291300" cy="292025"/>
          </a:xfrm>
        </p:grpSpPr>
        <p:sp>
          <p:nvSpPr>
            <p:cNvPr id="8092" name="Google Shape;8092;p88"/>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8"/>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8"/>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8"/>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8"/>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7" name="Google Shape;8097;p88"/>
          <p:cNvGrpSpPr/>
          <p:nvPr/>
        </p:nvGrpSpPr>
        <p:grpSpPr>
          <a:xfrm>
            <a:off x="7869864" y="1716461"/>
            <a:ext cx="420271" cy="320774"/>
            <a:chOff x="-1951475" y="3273100"/>
            <a:chExt cx="291875" cy="222775"/>
          </a:xfrm>
        </p:grpSpPr>
        <p:sp>
          <p:nvSpPr>
            <p:cNvPr id="8098" name="Google Shape;8098;p88"/>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8"/>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8"/>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1" name="Google Shape;8101;p88"/>
          <p:cNvGrpSpPr/>
          <p:nvPr/>
        </p:nvGrpSpPr>
        <p:grpSpPr>
          <a:xfrm>
            <a:off x="7867344" y="2205191"/>
            <a:ext cx="425310" cy="419659"/>
            <a:chOff x="-1951475" y="3597450"/>
            <a:chExt cx="295375" cy="291450"/>
          </a:xfrm>
        </p:grpSpPr>
        <p:sp>
          <p:nvSpPr>
            <p:cNvPr id="8102" name="Google Shape;8102;p88"/>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8"/>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8"/>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8"/>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88"/>
          <p:cNvGrpSpPr/>
          <p:nvPr/>
        </p:nvGrpSpPr>
        <p:grpSpPr>
          <a:xfrm>
            <a:off x="7869595" y="2756825"/>
            <a:ext cx="444605" cy="419659"/>
            <a:chOff x="-1960150" y="3956600"/>
            <a:chExt cx="308775" cy="291450"/>
          </a:xfrm>
        </p:grpSpPr>
        <p:sp>
          <p:nvSpPr>
            <p:cNvPr id="8107" name="Google Shape;8107;p88"/>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8"/>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9" name="Google Shape;8109;p88"/>
          <p:cNvGrpSpPr/>
          <p:nvPr/>
        </p:nvGrpSpPr>
        <p:grpSpPr>
          <a:xfrm>
            <a:off x="1923633" y="3307636"/>
            <a:ext cx="420775" cy="420775"/>
            <a:chOff x="-804700" y="3226500"/>
            <a:chExt cx="292225" cy="292225"/>
          </a:xfrm>
        </p:grpSpPr>
        <p:sp>
          <p:nvSpPr>
            <p:cNvPr id="8110" name="Google Shape;8110;p88"/>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8"/>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8"/>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8"/>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8"/>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8"/>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8"/>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88"/>
          <p:cNvGrpSpPr/>
          <p:nvPr/>
        </p:nvGrpSpPr>
        <p:grpSpPr>
          <a:xfrm>
            <a:off x="3003724" y="1688647"/>
            <a:ext cx="420775" cy="420811"/>
            <a:chOff x="-5251625" y="3272950"/>
            <a:chExt cx="292225" cy="292250"/>
          </a:xfrm>
        </p:grpSpPr>
        <p:sp>
          <p:nvSpPr>
            <p:cNvPr id="8118" name="Google Shape;8118;p88"/>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8"/>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8"/>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1" name="Google Shape;8121;p88"/>
          <p:cNvGrpSpPr/>
          <p:nvPr/>
        </p:nvGrpSpPr>
        <p:grpSpPr>
          <a:xfrm>
            <a:off x="3000322" y="2204348"/>
            <a:ext cx="427578" cy="421351"/>
            <a:chOff x="-5254775" y="3631325"/>
            <a:chExt cx="296950" cy="292625"/>
          </a:xfrm>
        </p:grpSpPr>
        <p:sp>
          <p:nvSpPr>
            <p:cNvPr id="8122" name="Google Shape;8122;p88"/>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8"/>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8"/>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8"/>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8"/>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8"/>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8"/>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88"/>
          <p:cNvGrpSpPr/>
          <p:nvPr/>
        </p:nvGrpSpPr>
        <p:grpSpPr>
          <a:xfrm>
            <a:off x="3016181" y="2756270"/>
            <a:ext cx="419659" cy="420775"/>
            <a:chOff x="-5251625" y="3991275"/>
            <a:chExt cx="291450" cy="292225"/>
          </a:xfrm>
        </p:grpSpPr>
        <p:sp>
          <p:nvSpPr>
            <p:cNvPr id="8130" name="Google Shape;8130;p88"/>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8"/>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8"/>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8"/>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8"/>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88"/>
          <p:cNvGrpSpPr/>
          <p:nvPr/>
        </p:nvGrpSpPr>
        <p:grpSpPr>
          <a:xfrm>
            <a:off x="5756763" y="1689240"/>
            <a:ext cx="319874" cy="419623"/>
            <a:chOff x="-3365275" y="3253275"/>
            <a:chExt cx="222150" cy="291425"/>
          </a:xfrm>
        </p:grpSpPr>
        <p:sp>
          <p:nvSpPr>
            <p:cNvPr id="8136" name="Google Shape;8136;p88"/>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8"/>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88"/>
          <p:cNvGrpSpPr/>
          <p:nvPr/>
        </p:nvGrpSpPr>
        <p:grpSpPr>
          <a:xfrm>
            <a:off x="5730701" y="2204058"/>
            <a:ext cx="371998" cy="421927"/>
            <a:chOff x="-3383375" y="3611625"/>
            <a:chExt cx="258350" cy="293025"/>
          </a:xfrm>
        </p:grpSpPr>
        <p:sp>
          <p:nvSpPr>
            <p:cNvPr id="8139" name="Google Shape;8139;p88"/>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8"/>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1" name="Google Shape;8141;p88"/>
          <p:cNvGrpSpPr/>
          <p:nvPr/>
        </p:nvGrpSpPr>
        <p:grpSpPr>
          <a:xfrm>
            <a:off x="5793050" y="2756826"/>
            <a:ext cx="271097" cy="419659"/>
            <a:chOff x="-3347950" y="3971575"/>
            <a:chExt cx="188275" cy="291450"/>
          </a:xfrm>
        </p:grpSpPr>
        <p:sp>
          <p:nvSpPr>
            <p:cNvPr id="8142" name="Google Shape;8142;p88"/>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8"/>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8"/>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88"/>
          <p:cNvGrpSpPr/>
          <p:nvPr/>
        </p:nvGrpSpPr>
        <p:grpSpPr>
          <a:xfrm>
            <a:off x="842909" y="3307061"/>
            <a:ext cx="371998" cy="421927"/>
            <a:chOff x="-1575775" y="3238300"/>
            <a:chExt cx="258350" cy="293025"/>
          </a:xfrm>
        </p:grpSpPr>
        <p:sp>
          <p:nvSpPr>
            <p:cNvPr id="8146" name="Google Shape;8146;p88"/>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8"/>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8"/>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8"/>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8"/>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1" name="Google Shape;8151;p88"/>
          <p:cNvGrpSpPr/>
          <p:nvPr/>
        </p:nvGrpSpPr>
        <p:grpSpPr>
          <a:xfrm>
            <a:off x="2487807" y="3309051"/>
            <a:ext cx="423079" cy="424159"/>
            <a:chOff x="-1591550" y="3597475"/>
            <a:chExt cx="293825" cy="294575"/>
          </a:xfrm>
        </p:grpSpPr>
        <p:sp>
          <p:nvSpPr>
            <p:cNvPr id="8152" name="Google Shape;8152;p88"/>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8"/>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8"/>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88"/>
          <p:cNvGrpSpPr/>
          <p:nvPr/>
        </p:nvGrpSpPr>
        <p:grpSpPr>
          <a:xfrm>
            <a:off x="4137277" y="3318663"/>
            <a:ext cx="421927" cy="399248"/>
            <a:chOff x="-1592325" y="3957400"/>
            <a:chExt cx="293025" cy="277275"/>
          </a:xfrm>
        </p:grpSpPr>
        <p:sp>
          <p:nvSpPr>
            <p:cNvPr id="8156" name="Google Shape;8156;p88"/>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8"/>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88"/>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8"/>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0" name="Google Shape;8160;p88"/>
          <p:cNvGrpSpPr/>
          <p:nvPr/>
        </p:nvGrpSpPr>
        <p:grpSpPr>
          <a:xfrm>
            <a:off x="3624147" y="3310744"/>
            <a:ext cx="369730" cy="420775"/>
            <a:chOff x="-778700" y="3612425"/>
            <a:chExt cx="256775" cy="292225"/>
          </a:xfrm>
        </p:grpSpPr>
        <p:sp>
          <p:nvSpPr>
            <p:cNvPr id="8161" name="Google Shape;8161;p88"/>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8"/>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8"/>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8"/>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8"/>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8"/>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88"/>
          <p:cNvGrpSpPr/>
          <p:nvPr/>
        </p:nvGrpSpPr>
        <p:grpSpPr>
          <a:xfrm>
            <a:off x="6095649" y="3828305"/>
            <a:ext cx="340731" cy="387641"/>
            <a:chOff x="7728464" y="1561258"/>
            <a:chExt cx="349719" cy="397866"/>
          </a:xfrm>
        </p:grpSpPr>
        <p:sp>
          <p:nvSpPr>
            <p:cNvPr id="8168" name="Google Shape;8168;p88"/>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8"/>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0" name="Google Shape;8170;p88"/>
          <p:cNvGrpSpPr/>
          <p:nvPr/>
        </p:nvGrpSpPr>
        <p:grpSpPr>
          <a:xfrm>
            <a:off x="4018617" y="3828305"/>
            <a:ext cx="387681" cy="387641"/>
            <a:chOff x="5611350" y="1561258"/>
            <a:chExt cx="397907" cy="397866"/>
          </a:xfrm>
        </p:grpSpPr>
        <p:sp>
          <p:nvSpPr>
            <p:cNvPr id="8171" name="Google Shape;8171;p88"/>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8"/>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8"/>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8"/>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5" name="Google Shape;8175;p88"/>
          <p:cNvGrpSpPr/>
          <p:nvPr/>
        </p:nvGrpSpPr>
        <p:grpSpPr>
          <a:xfrm>
            <a:off x="4537903" y="3925571"/>
            <a:ext cx="387610" cy="193109"/>
            <a:chOff x="6140660" y="1661097"/>
            <a:chExt cx="397835" cy="198202"/>
          </a:xfrm>
        </p:grpSpPr>
        <p:sp>
          <p:nvSpPr>
            <p:cNvPr id="8176" name="Google Shape;8176;p88"/>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8"/>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8"/>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8"/>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0" name="Google Shape;8180;p88"/>
          <p:cNvGrpSpPr/>
          <p:nvPr/>
        </p:nvGrpSpPr>
        <p:grpSpPr>
          <a:xfrm>
            <a:off x="5057118" y="3828305"/>
            <a:ext cx="387681" cy="387641"/>
            <a:chOff x="6669907" y="1561258"/>
            <a:chExt cx="397907" cy="397866"/>
          </a:xfrm>
        </p:grpSpPr>
        <p:sp>
          <p:nvSpPr>
            <p:cNvPr id="8181" name="Google Shape;8181;p88"/>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8"/>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8"/>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8"/>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8"/>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88"/>
          <p:cNvGrpSpPr/>
          <p:nvPr/>
        </p:nvGrpSpPr>
        <p:grpSpPr>
          <a:xfrm>
            <a:off x="1942348" y="3885842"/>
            <a:ext cx="387681" cy="272572"/>
            <a:chOff x="3386036" y="1746339"/>
            <a:chExt cx="397907" cy="279762"/>
          </a:xfrm>
        </p:grpSpPr>
        <p:sp>
          <p:nvSpPr>
            <p:cNvPr id="8187" name="Google Shape;8187;p88"/>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8"/>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9" name="Google Shape;8189;p88"/>
          <p:cNvGrpSpPr/>
          <p:nvPr/>
        </p:nvGrpSpPr>
        <p:grpSpPr>
          <a:xfrm>
            <a:off x="2980045" y="3828288"/>
            <a:ext cx="387681" cy="387681"/>
            <a:chOff x="4417380" y="1687279"/>
            <a:chExt cx="397907" cy="397907"/>
          </a:xfrm>
        </p:grpSpPr>
        <p:sp>
          <p:nvSpPr>
            <p:cNvPr id="8190" name="Google Shape;8190;p88"/>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8"/>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88"/>
          <p:cNvGrpSpPr/>
          <p:nvPr/>
        </p:nvGrpSpPr>
        <p:grpSpPr>
          <a:xfrm>
            <a:off x="7926526" y="3308537"/>
            <a:ext cx="387661" cy="387661"/>
            <a:chOff x="2869999" y="1687279"/>
            <a:chExt cx="397887" cy="397887"/>
          </a:xfrm>
        </p:grpSpPr>
        <p:sp>
          <p:nvSpPr>
            <p:cNvPr id="8193" name="Google Shape;8193;p88"/>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8"/>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88"/>
          <p:cNvGrpSpPr/>
          <p:nvPr/>
        </p:nvGrpSpPr>
        <p:grpSpPr>
          <a:xfrm>
            <a:off x="2461634" y="3828664"/>
            <a:ext cx="386807" cy="386929"/>
            <a:chOff x="3902887" y="1687655"/>
            <a:chExt cx="397010" cy="397135"/>
          </a:xfrm>
        </p:grpSpPr>
        <p:sp>
          <p:nvSpPr>
            <p:cNvPr id="8196" name="Google Shape;8196;p88"/>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8"/>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88"/>
          <p:cNvGrpSpPr/>
          <p:nvPr/>
        </p:nvGrpSpPr>
        <p:grpSpPr>
          <a:xfrm>
            <a:off x="3499331" y="3828344"/>
            <a:ext cx="387681" cy="387681"/>
            <a:chOff x="4933458" y="1687279"/>
            <a:chExt cx="397907" cy="397907"/>
          </a:xfrm>
        </p:grpSpPr>
        <p:sp>
          <p:nvSpPr>
            <p:cNvPr id="8199" name="Google Shape;8199;p88"/>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8"/>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88"/>
          <p:cNvGrpSpPr/>
          <p:nvPr/>
        </p:nvGrpSpPr>
        <p:grpSpPr>
          <a:xfrm>
            <a:off x="5273586" y="3308775"/>
            <a:ext cx="387681" cy="387661"/>
            <a:chOff x="266768" y="1721375"/>
            <a:chExt cx="397907" cy="397887"/>
          </a:xfrm>
        </p:grpSpPr>
        <p:sp>
          <p:nvSpPr>
            <p:cNvPr id="8202" name="Google Shape;8202;p88"/>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8"/>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4" name="Google Shape;8204;p88"/>
          <p:cNvGrpSpPr/>
          <p:nvPr/>
        </p:nvGrpSpPr>
        <p:grpSpPr>
          <a:xfrm>
            <a:off x="7395588" y="3308924"/>
            <a:ext cx="387539" cy="386888"/>
            <a:chOff x="2408992" y="1722875"/>
            <a:chExt cx="397761" cy="397093"/>
          </a:xfrm>
        </p:grpSpPr>
        <p:sp>
          <p:nvSpPr>
            <p:cNvPr id="8205" name="Google Shape;8205;p88"/>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8"/>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7" name="Google Shape;8207;p88"/>
          <p:cNvGrpSpPr/>
          <p:nvPr/>
        </p:nvGrpSpPr>
        <p:grpSpPr>
          <a:xfrm>
            <a:off x="5576404" y="3828305"/>
            <a:ext cx="387641" cy="387641"/>
            <a:chOff x="7199196" y="1561258"/>
            <a:chExt cx="397866" cy="397866"/>
          </a:xfrm>
        </p:grpSpPr>
        <p:sp>
          <p:nvSpPr>
            <p:cNvPr id="8208" name="Google Shape;8208;p88"/>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8"/>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8"/>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1" name="Google Shape;8211;p88"/>
          <p:cNvGrpSpPr/>
          <p:nvPr/>
        </p:nvGrpSpPr>
        <p:grpSpPr>
          <a:xfrm>
            <a:off x="6332282" y="3308537"/>
            <a:ext cx="387661" cy="387661"/>
            <a:chOff x="1379798" y="1723250"/>
            <a:chExt cx="397887" cy="397887"/>
          </a:xfrm>
        </p:grpSpPr>
        <p:sp>
          <p:nvSpPr>
            <p:cNvPr id="8212" name="Google Shape;8212;p88"/>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8"/>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8"/>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8"/>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6" name="Google Shape;8216;p88"/>
          <p:cNvGrpSpPr/>
          <p:nvPr/>
        </p:nvGrpSpPr>
        <p:grpSpPr>
          <a:xfrm>
            <a:off x="5801242" y="3308537"/>
            <a:ext cx="387641" cy="387661"/>
            <a:chOff x="864491" y="1723250"/>
            <a:chExt cx="397866" cy="397887"/>
          </a:xfrm>
        </p:grpSpPr>
        <p:sp>
          <p:nvSpPr>
            <p:cNvPr id="8217" name="Google Shape;8217;p8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8"/>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0" name="Google Shape;8220;p88"/>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1" name="Google Shape;8221;p88"/>
          <p:cNvGrpSpPr/>
          <p:nvPr/>
        </p:nvGrpSpPr>
        <p:grpSpPr>
          <a:xfrm>
            <a:off x="6568070" y="3827060"/>
            <a:ext cx="388966" cy="388966"/>
            <a:chOff x="1190625" y="238125"/>
            <a:chExt cx="5235075" cy="5235075"/>
          </a:xfrm>
        </p:grpSpPr>
        <p:sp>
          <p:nvSpPr>
            <p:cNvPr id="8222" name="Google Shape;8222;p88"/>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8"/>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4" name="Google Shape;8224;p8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28"/>
        <p:cNvGrpSpPr/>
        <p:nvPr/>
      </p:nvGrpSpPr>
      <p:grpSpPr>
        <a:xfrm>
          <a:off x="0" y="0"/>
          <a:ext cx="0" cy="0"/>
          <a:chOff x="0" y="0"/>
          <a:chExt cx="0" cy="0"/>
        </a:xfrm>
      </p:grpSpPr>
      <p:pic>
        <p:nvPicPr>
          <p:cNvPr id="8229" name="Google Shape;8229;p8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theme/theme1.xml><?xml version="1.0" encoding="utf-8"?>
<a:theme xmlns:a="http://schemas.openxmlformats.org/drawingml/2006/main" name="Happy Culinarians Day! by Slidesgo">
  <a:themeElements>
    <a:clrScheme name="Simple Light">
      <a:dk1>
        <a:srgbClr val="51271D"/>
      </a:dk1>
      <a:lt1>
        <a:srgbClr val="F6EFEB"/>
      </a:lt1>
      <a:dk2>
        <a:srgbClr val="FEE0C4"/>
      </a:dk2>
      <a:lt2>
        <a:srgbClr val="E44C40"/>
      </a:lt2>
      <a:accent1>
        <a:srgbClr val="CB2127"/>
      </a:accent1>
      <a:accent2>
        <a:srgbClr val="F8A41C"/>
      </a:accent2>
      <a:accent3>
        <a:srgbClr val="CC6600"/>
      </a:accent3>
      <a:accent4>
        <a:srgbClr val="ABB94B"/>
      </a:accent4>
      <a:accent5>
        <a:srgbClr val="7B8B41"/>
      </a:accent5>
      <a:accent6>
        <a:srgbClr val="BF8E73"/>
      </a:accent6>
      <a:hlink>
        <a:srgbClr val="5127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2177</TotalTime>
  <Words>2707</Words>
  <Application>Microsoft Office PowerPoint</Application>
  <PresentationFormat>On-screen Show (16:9)</PresentationFormat>
  <Paragraphs>516</Paragraphs>
  <Slides>63</Slides>
  <Notes>63</Notes>
  <HiddenSlides>0</HiddenSlides>
  <MMClips>0</MMClips>
  <ScaleCrop>false</ScaleCrop>
  <HeadingPairs>
    <vt:vector size="6" baseType="variant">
      <vt:variant>
        <vt:lpstr>Fonts Used</vt:lpstr>
      </vt:variant>
      <vt:variant>
        <vt:i4>11</vt:i4>
      </vt:variant>
      <vt:variant>
        <vt:lpstr>Theme</vt:lpstr>
      </vt:variant>
      <vt:variant>
        <vt:i4>2</vt:i4>
      </vt:variant>
      <vt:variant>
        <vt:lpstr>Slide Titles</vt:lpstr>
      </vt:variant>
      <vt:variant>
        <vt:i4>63</vt:i4>
      </vt:variant>
    </vt:vector>
  </HeadingPairs>
  <TitlesOfParts>
    <vt:vector size="76" baseType="lpstr">
      <vt:lpstr>Proxima Nova Semibold</vt:lpstr>
      <vt:lpstr>Arial</vt:lpstr>
      <vt:lpstr>Calibri</vt:lpstr>
      <vt:lpstr>Proxima Nova</vt:lpstr>
      <vt:lpstr>Roboto Medium</vt:lpstr>
      <vt:lpstr>Cambria Math</vt:lpstr>
      <vt:lpstr>Averia Serif Libre</vt:lpstr>
      <vt:lpstr>Anaheim</vt:lpstr>
      <vt:lpstr>Baloo 2</vt:lpstr>
      <vt:lpstr>Nunito Light</vt:lpstr>
      <vt:lpstr>Amatic SC</vt:lpstr>
      <vt:lpstr>Happy Culinarians Day! by Slidesgo</vt:lpstr>
      <vt:lpstr>Slidesgo Final Pages</vt:lpstr>
      <vt:lpstr>Gastronomia Computazionale</vt:lpstr>
      <vt:lpstr>Domanda di Ricerca</vt:lpstr>
      <vt:lpstr>Approccio MultiLivello</vt:lpstr>
      <vt:lpstr>Dataset e Bias Dimensionale</vt:lpstr>
      <vt:lpstr>Dataset e Bias Dimensionale</vt:lpstr>
      <vt:lpstr>Dataset e Bias Dimensionale</vt:lpstr>
      <vt:lpstr>Dataset e Bias Dimensionale</vt:lpstr>
      <vt:lpstr>Metriche di Rete</vt:lpstr>
      <vt:lpstr>Metriche di Rete</vt:lpstr>
      <vt:lpstr>Confronto Statistico</vt:lpstr>
      <vt:lpstr>Analisi della Centralità</vt:lpstr>
      <vt:lpstr>Analisi della Centralità</vt:lpstr>
      <vt:lpstr>PowerPoint Presentation</vt:lpstr>
      <vt:lpstr>Bridge Discovery</vt:lpstr>
      <vt:lpstr>Bridge Discovery</vt:lpstr>
      <vt:lpstr>PowerPoint Presentation</vt:lpstr>
      <vt:lpstr>Table of contents</vt:lpstr>
      <vt:lpstr>History of this day</vt:lpstr>
      <vt:lpstr>What are the attributes of a chef?</vt:lpstr>
      <vt:lpstr>Special Culinarians Day activities</vt:lpstr>
      <vt:lpstr>Reviewing recipes is a good idea</vt:lpstr>
      <vt:lpstr>—Someone Famous</vt:lpstr>
      <vt:lpstr>A picture is worth a thousand words</vt:lpstr>
      <vt:lpstr>A picture always reinforces  the concept</vt:lpstr>
      <vt:lpstr> 150,000</vt:lpstr>
      <vt:lpstr>9h 55m 23s</vt:lpstr>
      <vt:lpstr>Let’s use some percentages</vt:lpstr>
      <vt:lpstr>Desktop app</vt:lpstr>
      <vt:lpstr>Tablet app</vt:lpstr>
      <vt:lpstr>Mobile app</vt:lpstr>
      <vt:lpstr>Where to celebrate Culinarians Day?</vt:lpstr>
      <vt:lpstr>Culinarians Day timeline</vt:lpstr>
      <vt:lpstr>My best recipes</vt:lpstr>
      <vt:lpstr>Essential kitchen utensils</vt:lpstr>
      <vt:lpstr>My fav recipe</vt:lpstr>
      <vt:lpstr>My favourite restaurants</vt:lpstr>
      <vt:lpstr>My favorite restaurants</vt:lpstr>
      <vt:lpstr>My fav dishes</vt:lpstr>
      <vt:lpstr>Culinarians Day dates</vt:lpstr>
      <vt:lpstr>Mercury</vt:lpstr>
      <vt:lpstr>How do you evaluate a food dish?</vt:lpstr>
      <vt:lpstr>Our team</vt:lpstr>
      <vt:lpstr>Grazie!</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Aurora FELISARI</cp:lastModifiedBy>
  <cp:revision>3</cp:revision>
  <dcterms:modified xsi:type="dcterms:W3CDTF">2026-02-10T09:49:19Z</dcterms:modified>
</cp:coreProperties>
</file>